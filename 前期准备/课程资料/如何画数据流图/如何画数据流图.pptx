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5"/>
  </p:notes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0" r:id="rId14"/>
    <p:sldId id="336" r:id="rId15"/>
    <p:sldId id="272" r:id="rId16"/>
    <p:sldId id="273" r:id="rId17"/>
    <p:sldId id="274" r:id="rId18"/>
    <p:sldId id="275" r:id="rId19"/>
    <p:sldId id="276" r:id="rId20"/>
    <p:sldId id="277" r:id="rId21"/>
    <p:sldId id="332" r:id="rId22"/>
    <p:sldId id="333" r:id="rId23"/>
    <p:sldId id="334" r:id="rId24"/>
    <p:sldId id="335" r:id="rId25"/>
    <p:sldId id="282" r:id="rId26"/>
    <p:sldId id="283" r:id="rId27"/>
    <p:sldId id="330" r:id="rId28"/>
    <p:sldId id="331" r:id="rId29"/>
    <p:sldId id="286" r:id="rId30"/>
    <p:sldId id="33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 id="257" r:id="rId74"/>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787"/>
    <p:restoredTop sz="90929"/>
  </p:normalViewPr>
  <p:slideViewPr>
    <p:cSldViewPr>
      <p:cViewPr varScale="1">
        <p:scale>
          <a:sx n="78" d="100"/>
          <a:sy n="78" d="100"/>
        </p:scale>
        <p:origin x="1008"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01D10B50-F820-40E7-BADB-379CF448E98E}"/>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14339" name="Rectangle 3">
            <a:extLst>
              <a:ext uri="{FF2B5EF4-FFF2-40B4-BE49-F238E27FC236}">
                <a16:creationId xmlns:a16="http://schemas.microsoft.com/office/drawing/2014/main" id="{B5787CC9-3D03-4B17-8BE3-B9F12EBD3D75}"/>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14340" name="Rectangle 4">
            <a:extLst>
              <a:ext uri="{FF2B5EF4-FFF2-40B4-BE49-F238E27FC236}">
                <a16:creationId xmlns:a16="http://schemas.microsoft.com/office/drawing/2014/main" id="{074D7370-6DFF-4B15-97C4-2A35BCBB45CB}"/>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4341" name="Rectangle 5">
            <a:extLst>
              <a:ext uri="{FF2B5EF4-FFF2-40B4-BE49-F238E27FC236}">
                <a16:creationId xmlns:a16="http://schemas.microsoft.com/office/drawing/2014/main" id="{C50E7959-D55F-4546-B0CD-C9EE17E42DA4}"/>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4342" name="Rectangle 6">
            <a:extLst>
              <a:ext uri="{FF2B5EF4-FFF2-40B4-BE49-F238E27FC236}">
                <a16:creationId xmlns:a16="http://schemas.microsoft.com/office/drawing/2014/main" id="{8BAFCFD6-E3EE-4885-8A0D-03B95FAAE339}"/>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
        <p:nvSpPr>
          <p:cNvPr id="14343" name="Rectangle 7">
            <a:extLst>
              <a:ext uri="{FF2B5EF4-FFF2-40B4-BE49-F238E27FC236}">
                <a16:creationId xmlns:a16="http://schemas.microsoft.com/office/drawing/2014/main" id="{7AD17F02-05BE-463D-9A85-D5B71ED38793}"/>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4BE1277F-4CE5-462D-A250-67B71255D8F5}"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16C0FC5-84E5-4136-A578-A954F41DA7B6}"/>
              </a:ext>
            </a:extLst>
          </p:cNvPr>
          <p:cNvSpPr>
            <a:spLocks noGrp="1" noChangeArrowheads="1"/>
          </p:cNvSpPr>
          <p:nvPr>
            <p:ph type="sldNum" sz="quarter" idx="5"/>
          </p:nvPr>
        </p:nvSpPr>
        <p:spPr>
          <a:ln/>
        </p:spPr>
        <p:txBody>
          <a:bodyPr/>
          <a:lstStyle/>
          <a:p>
            <a:fld id="{F563497B-1EF0-4109-B8DE-08A294F81E68}" type="slidenum">
              <a:rPr lang="en-US" altLang="zh-CN"/>
              <a:pPr/>
              <a:t>10</a:t>
            </a:fld>
            <a:endParaRPr lang="en-US" altLang="zh-CN"/>
          </a:p>
        </p:txBody>
      </p:sp>
      <p:sp>
        <p:nvSpPr>
          <p:cNvPr id="15362" name="Rectangle 2">
            <a:extLst>
              <a:ext uri="{FF2B5EF4-FFF2-40B4-BE49-F238E27FC236}">
                <a16:creationId xmlns:a16="http://schemas.microsoft.com/office/drawing/2014/main" id="{1A285F2D-1705-4228-9553-BF61B2D12461}"/>
              </a:ext>
            </a:extLst>
          </p:cNvPr>
          <p:cNvSpPr>
            <a:spLocks noGrp="1" noRot="1" noChangeAspect="1" noChangeArrowheads="1"/>
          </p:cNvSpPr>
          <p:nvPr>
            <p:ph type="sldImg"/>
          </p:nvPr>
        </p:nvSpPr>
        <p:spPr bwMode="auto">
          <a:xfrm>
            <a:off x="1146175" y="687388"/>
            <a:ext cx="4567238" cy="3425825"/>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3" name="Rectangle 3">
            <a:extLst>
              <a:ext uri="{FF2B5EF4-FFF2-40B4-BE49-F238E27FC236}">
                <a16:creationId xmlns:a16="http://schemas.microsoft.com/office/drawing/2014/main" id="{AC239EFF-5AEF-4301-B592-70BD3FFA7CB9}"/>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9009818-54F8-43E5-8160-118CAF96703C}"/>
              </a:ext>
            </a:extLst>
          </p:cNvPr>
          <p:cNvSpPr>
            <a:spLocks noGrp="1" noChangeArrowheads="1"/>
          </p:cNvSpPr>
          <p:nvPr>
            <p:ph type="sldNum" sz="quarter" idx="5"/>
          </p:nvPr>
        </p:nvSpPr>
        <p:spPr>
          <a:ln/>
        </p:spPr>
        <p:txBody>
          <a:bodyPr/>
          <a:lstStyle/>
          <a:p>
            <a:fld id="{72CE2DA5-D955-4F3E-9F47-DB54A8A0FC71}" type="slidenum">
              <a:rPr lang="en-US" altLang="zh-CN"/>
              <a:pPr/>
              <a:t>11</a:t>
            </a:fld>
            <a:endParaRPr lang="en-US" altLang="zh-CN"/>
          </a:p>
        </p:txBody>
      </p:sp>
      <p:sp>
        <p:nvSpPr>
          <p:cNvPr id="17410" name="Rectangle 2">
            <a:extLst>
              <a:ext uri="{FF2B5EF4-FFF2-40B4-BE49-F238E27FC236}">
                <a16:creationId xmlns:a16="http://schemas.microsoft.com/office/drawing/2014/main" id="{558D871E-7C74-435F-A4FE-1A05B4BB2932}"/>
              </a:ext>
            </a:extLst>
          </p:cNvPr>
          <p:cNvSpPr>
            <a:spLocks noGrp="1" noRot="1" noChangeAspect="1" noChangeArrowheads="1"/>
          </p:cNvSpPr>
          <p:nvPr>
            <p:ph type="sldImg"/>
          </p:nvPr>
        </p:nvSpPr>
        <p:spPr bwMode="auto">
          <a:xfrm>
            <a:off x="1146175" y="687388"/>
            <a:ext cx="4567238" cy="3425825"/>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1" name="Rectangle 3">
            <a:extLst>
              <a:ext uri="{FF2B5EF4-FFF2-40B4-BE49-F238E27FC236}">
                <a16:creationId xmlns:a16="http://schemas.microsoft.com/office/drawing/2014/main" id="{3B33017C-C6C1-4A05-B358-D311B8D6BFD0}"/>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BE1277F-4CE5-462D-A250-67B71255D8F5}" type="slidenum">
              <a:rPr lang="en-US" altLang="zh-CN" smtClean="0"/>
              <a:pPr/>
              <a:t>14</a:t>
            </a:fld>
            <a:endParaRPr lang="en-US" altLang="zh-CN"/>
          </a:p>
        </p:txBody>
      </p:sp>
    </p:spTree>
    <p:extLst>
      <p:ext uri="{BB962C8B-B14F-4D97-AF65-F5344CB8AC3E}">
        <p14:creationId xmlns:p14="http://schemas.microsoft.com/office/powerpoint/2010/main" val="40074711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BE1277F-4CE5-462D-A250-67B71255D8F5}" type="slidenum">
              <a:rPr lang="en-US" altLang="zh-CN" smtClean="0"/>
              <a:pPr/>
              <a:t>23</a:t>
            </a:fld>
            <a:endParaRPr lang="en-US" altLang="zh-CN"/>
          </a:p>
        </p:txBody>
      </p:sp>
    </p:spTree>
    <p:extLst>
      <p:ext uri="{BB962C8B-B14F-4D97-AF65-F5344CB8AC3E}">
        <p14:creationId xmlns:p14="http://schemas.microsoft.com/office/powerpoint/2010/main" val="28524540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BE1277F-4CE5-462D-A250-67B71255D8F5}" type="slidenum">
              <a:rPr lang="en-US" altLang="zh-CN" smtClean="0"/>
              <a:pPr/>
              <a:t>24</a:t>
            </a:fld>
            <a:endParaRPr lang="en-US" altLang="zh-CN"/>
          </a:p>
        </p:txBody>
      </p:sp>
    </p:spTree>
    <p:extLst>
      <p:ext uri="{BB962C8B-B14F-4D97-AF65-F5344CB8AC3E}">
        <p14:creationId xmlns:p14="http://schemas.microsoft.com/office/powerpoint/2010/main" val="38957289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0862317-AF38-4848-90C6-467D4076FEDD}"/>
              </a:ext>
            </a:extLst>
          </p:cNvPr>
          <p:cNvSpPr>
            <a:spLocks noGrp="1" noChangeArrowheads="1"/>
          </p:cNvSpPr>
          <p:nvPr>
            <p:ph type="sldNum" sz="quarter" idx="5"/>
          </p:nvPr>
        </p:nvSpPr>
        <p:spPr>
          <a:ln/>
        </p:spPr>
        <p:txBody>
          <a:bodyPr/>
          <a:lstStyle/>
          <a:p>
            <a:fld id="{14E099FD-25B1-4E1B-B4AD-B43AF7485CCD}" type="slidenum">
              <a:rPr lang="en-US" altLang="zh-CN"/>
              <a:pPr/>
              <a:t>40</a:t>
            </a:fld>
            <a:endParaRPr lang="en-US" altLang="zh-CN"/>
          </a:p>
        </p:txBody>
      </p:sp>
      <p:sp>
        <p:nvSpPr>
          <p:cNvPr id="55298" name="Rectangle 2">
            <a:extLst>
              <a:ext uri="{FF2B5EF4-FFF2-40B4-BE49-F238E27FC236}">
                <a16:creationId xmlns:a16="http://schemas.microsoft.com/office/drawing/2014/main" id="{1CE2B4B9-0525-414B-AAAB-390FD36031FD}"/>
              </a:ext>
            </a:extLst>
          </p:cNvPr>
          <p:cNvSpPr>
            <a:spLocks noGrp="1" noRot="1" noChangeAspect="1" noChangeArrowheads="1"/>
          </p:cNvSpPr>
          <p:nvPr>
            <p:ph type="sldImg"/>
          </p:nvPr>
        </p:nvSpPr>
        <p:spPr bwMode="auto">
          <a:xfrm>
            <a:off x="1146175" y="687388"/>
            <a:ext cx="4567238" cy="3425825"/>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5299" name="Rectangle 3">
            <a:extLst>
              <a:ext uri="{FF2B5EF4-FFF2-40B4-BE49-F238E27FC236}">
                <a16:creationId xmlns:a16="http://schemas.microsoft.com/office/drawing/2014/main" id="{E931255C-6D7F-4383-BE0C-0F63F4651918}"/>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EBC38D5-34C4-4EF6-86C8-5AFB7D3C99ED}"/>
              </a:ext>
            </a:extLst>
          </p:cNvPr>
          <p:cNvSpPr>
            <a:spLocks noGrp="1" noChangeArrowheads="1"/>
          </p:cNvSpPr>
          <p:nvPr>
            <p:ph type="sldNum" sz="quarter" idx="5"/>
          </p:nvPr>
        </p:nvSpPr>
        <p:spPr>
          <a:ln/>
        </p:spPr>
        <p:txBody>
          <a:bodyPr/>
          <a:lstStyle/>
          <a:p>
            <a:fld id="{472F9444-62B3-4959-9AE2-20383ED2A562}" type="slidenum">
              <a:rPr lang="en-US" altLang="zh-CN"/>
              <a:pPr/>
              <a:t>41</a:t>
            </a:fld>
            <a:endParaRPr lang="en-US" altLang="zh-CN"/>
          </a:p>
        </p:txBody>
      </p:sp>
      <p:sp>
        <p:nvSpPr>
          <p:cNvPr id="57346" name="Rectangle 2">
            <a:extLst>
              <a:ext uri="{FF2B5EF4-FFF2-40B4-BE49-F238E27FC236}">
                <a16:creationId xmlns:a16="http://schemas.microsoft.com/office/drawing/2014/main" id="{57992C88-BA5F-4EB7-A5B3-2CEE636DED67}"/>
              </a:ext>
            </a:extLst>
          </p:cNvPr>
          <p:cNvSpPr>
            <a:spLocks noGrp="1" noRot="1" noChangeAspect="1" noChangeArrowheads="1"/>
          </p:cNvSpPr>
          <p:nvPr>
            <p:ph type="sldImg"/>
          </p:nvPr>
        </p:nvSpPr>
        <p:spPr bwMode="auto">
          <a:xfrm>
            <a:off x="1146175" y="687388"/>
            <a:ext cx="4567238" cy="3425825"/>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7347" name="Rectangle 3">
            <a:extLst>
              <a:ext uri="{FF2B5EF4-FFF2-40B4-BE49-F238E27FC236}">
                <a16:creationId xmlns:a16="http://schemas.microsoft.com/office/drawing/2014/main" id="{43746842-CCB2-4852-9268-69C79873A528}"/>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6C881F9-5964-42B9-BA42-4BE1FE79E703}"/>
              </a:ext>
            </a:extLst>
          </p:cNvPr>
          <p:cNvSpPr>
            <a:spLocks noGrp="1" noChangeArrowheads="1"/>
          </p:cNvSpPr>
          <p:nvPr>
            <p:ph type="sldNum" sz="quarter" idx="5"/>
          </p:nvPr>
        </p:nvSpPr>
        <p:spPr>
          <a:ln/>
        </p:spPr>
        <p:txBody>
          <a:bodyPr/>
          <a:lstStyle/>
          <a:p>
            <a:fld id="{5E4918C9-E842-4762-9C20-708ED8092555}" type="slidenum">
              <a:rPr lang="en-US" altLang="zh-CN"/>
              <a:pPr/>
              <a:t>42</a:t>
            </a:fld>
            <a:endParaRPr lang="en-US" altLang="zh-CN"/>
          </a:p>
        </p:txBody>
      </p:sp>
      <p:sp>
        <p:nvSpPr>
          <p:cNvPr id="59394" name="Rectangle 2">
            <a:extLst>
              <a:ext uri="{FF2B5EF4-FFF2-40B4-BE49-F238E27FC236}">
                <a16:creationId xmlns:a16="http://schemas.microsoft.com/office/drawing/2014/main" id="{62A8493F-11A3-42EE-A5DB-F8E03FDAAB19}"/>
              </a:ext>
            </a:extLst>
          </p:cNvPr>
          <p:cNvSpPr>
            <a:spLocks noGrp="1" noRot="1" noChangeAspect="1" noChangeArrowheads="1"/>
          </p:cNvSpPr>
          <p:nvPr>
            <p:ph type="sldImg"/>
          </p:nvPr>
        </p:nvSpPr>
        <p:spPr bwMode="auto">
          <a:xfrm>
            <a:off x="1146175" y="687388"/>
            <a:ext cx="4567238" cy="3425825"/>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9395" name="Rectangle 3">
            <a:extLst>
              <a:ext uri="{FF2B5EF4-FFF2-40B4-BE49-F238E27FC236}">
                <a16:creationId xmlns:a16="http://schemas.microsoft.com/office/drawing/2014/main" id="{8E9573E6-2427-441C-ACD5-C1B1F380099E}"/>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253D8ED-437A-4A91-8073-315711231A49}"/>
              </a:ext>
            </a:extLst>
          </p:cNvPr>
          <p:cNvSpPr>
            <a:spLocks noGrp="1" noChangeArrowheads="1"/>
          </p:cNvSpPr>
          <p:nvPr>
            <p:ph type="sldNum" sz="quarter" idx="5"/>
          </p:nvPr>
        </p:nvSpPr>
        <p:spPr>
          <a:ln/>
        </p:spPr>
        <p:txBody>
          <a:bodyPr/>
          <a:lstStyle/>
          <a:p>
            <a:fld id="{223C3462-5B6A-4825-B006-FB5DFF65D0BB}" type="slidenum">
              <a:rPr lang="en-US" altLang="zh-CN"/>
              <a:pPr/>
              <a:t>43</a:t>
            </a:fld>
            <a:endParaRPr lang="en-US" altLang="zh-CN"/>
          </a:p>
        </p:txBody>
      </p:sp>
      <p:sp>
        <p:nvSpPr>
          <p:cNvPr id="61442" name="Rectangle 2">
            <a:extLst>
              <a:ext uri="{FF2B5EF4-FFF2-40B4-BE49-F238E27FC236}">
                <a16:creationId xmlns:a16="http://schemas.microsoft.com/office/drawing/2014/main" id="{29D2B8FA-8643-4A1C-B7DD-6BCEC39C6388}"/>
              </a:ext>
            </a:extLst>
          </p:cNvPr>
          <p:cNvSpPr>
            <a:spLocks noGrp="1" noRot="1" noChangeAspect="1" noChangeArrowheads="1"/>
          </p:cNvSpPr>
          <p:nvPr>
            <p:ph type="sldImg"/>
          </p:nvPr>
        </p:nvSpPr>
        <p:spPr bwMode="auto">
          <a:xfrm>
            <a:off x="1146175" y="687388"/>
            <a:ext cx="4567238" cy="3425825"/>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43" name="Rectangle 3">
            <a:extLst>
              <a:ext uri="{FF2B5EF4-FFF2-40B4-BE49-F238E27FC236}">
                <a16:creationId xmlns:a16="http://schemas.microsoft.com/office/drawing/2014/main" id="{0358347B-6827-4750-9F28-C8EC85A6C031}"/>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5BC7FAE-D6CB-404B-BC02-9CC495401DFC}"/>
              </a:ext>
            </a:extLst>
          </p:cNvPr>
          <p:cNvSpPr>
            <a:spLocks noGrp="1" noChangeArrowheads="1"/>
          </p:cNvSpPr>
          <p:nvPr>
            <p:ph type="sldNum" sz="quarter" idx="5"/>
          </p:nvPr>
        </p:nvSpPr>
        <p:spPr>
          <a:ln/>
        </p:spPr>
        <p:txBody>
          <a:bodyPr/>
          <a:lstStyle/>
          <a:p>
            <a:fld id="{F3661748-13BA-4DDC-AE71-36D7F008630F}" type="slidenum">
              <a:rPr lang="en-US" altLang="zh-CN"/>
              <a:pPr/>
              <a:t>44</a:t>
            </a:fld>
            <a:endParaRPr lang="en-US" altLang="zh-CN"/>
          </a:p>
        </p:txBody>
      </p:sp>
      <p:sp>
        <p:nvSpPr>
          <p:cNvPr id="63490" name="Rectangle 2">
            <a:extLst>
              <a:ext uri="{FF2B5EF4-FFF2-40B4-BE49-F238E27FC236}">
                <a16:creationId xmlns:a16="http://schemas.microsoft.com/office/drawing/2014/main" id="{CDDDC798-4468-416D-936F-9EA6147173F7}"/>
              </a:ext>
            </a:extLst>
          </p:cNvPr>
          <p:cNvSpPr>
            <a:spLocks noGrp="1" noRot="1" noChangeAspect="1" noChangeArrowheads="1"/>
          </p:cNvSpPr>
          <p:nvPr>
            <p:ph type="sldImg"/>
          </p:nvPr>
        </p:nvSpPr>
        <p:spPr bwMode="auto">
          <a:xfrm>
            <a:off x="1146175" y="687388"/>
            <a:ext cx="4567238" cy="3425825"/>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3491" name="Rectangle 3">
            <a:extLst>
              <a:ext uri="{FF2B5EF4-FFF2-40B4-BE49-F238E27FC236}">
                <a16:creationId xmlns:a16="http://schemas.microsoft.com/office/drawing/2014/main" id="{7972B6AD-B6E7-4B67-AC0D-881F8B40B30E}"/>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A120DDA-1CB3-4E4D-9FB3-9ED8BCB07E00}"/>
              </a:ext>
            </a:extLst>
          </p:cNvPr>
          <p:cNvSpPr>
            <a:spLocks noGrp="1" noChangeArrowheads="1"/>
          </p:cNvSpPr>
          <p:nvPr>
            <p:ph type="sldNum" sz="quarter" idx="5"/>
          </p:nvPr>
        </p:nvSpPr>
        <p:spPr>
          <a:ln/>
        </p:spPr>
        <p:txBody>
          <a:bodyPr/>
          <a:lstStyle/>
          <a:p>
            <a:fld id="{2D98836D-D2D3-4198-BD3E-33AC9754C5D0}" type="slidenum">
              <a:rPr lang="en-US" altLang="zh-CN"/>
              <a:pPr/>
              <a:t>45</a:t>
            </a:fld>
            <a:endParaRPr lang="en-US" altLang="zh-CN"/>
          </a:p>
        </p:txBody>
      </p:sp>
      <p:sp>
        <p:nvSpPr>
          <p:cNvPr id="65538" name="Rectangle 2">
            <a:extLst>
              <a:ext uri="{FF2B5EF4-FFF2-40B4-BE49-F238E27FC236}">
                <a16:creationId xmlns:a16="http://schemas.microsoft.com/office/drawing/2014/main" id="{7CC21E37-BA87-4085-8C46-F7D6573D2D16}"/>
              </a:ext>
            </a:extLst>
          </p:cNvPr>
          <p:cNvSpPr>
            <a:spLocks noGrp="1" noRot="1" noChangeAspect="1" noChangeArrowheads="1"/>
          </p:cNvSpPr>
          <p:nvPr>
            <p:ph type="sldImg"/>
          </p:nvPr>
        </p:nvSpPr>
        <p:spPr bwMode="auto">
          <a:xfrm>
            <a:off x="1146175" y="687388"/>
            <a:ext cx="4567238" cy="3425825"/>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5539" name="Rectangle 3">
            <a:extLst>
              <a:ext uri="{FF2B5EF4-FFF2-40B4-BE49-F238E27FC236}">
                <a16:creationId xmlns:a16="http://schemas.microsoft.com/office/drawing/2014/main" id="{5B3B297C-10AF-458F-B91C-9E2C084C958C}"/>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23FF6D8-AA09-4A48-B342-8BE34804ADEA}"/>
              </a:ext>
            </a:extLst>
          </p:cNvPr>
          <p:cNvSpPr>
            <a:spLocks noGrp="1" noChangeArrowheads="1"/>
          </p:cNvSpPr>
          <p:nvPr>
            <p:ph type="sldNum" sz="quarter" idx="5"/>
          </p:nvPr>
        </p:nvSpPr>
        <p:spPr>
          <a:ln/>
        </p:spPr>
        <p:txBody>
          <a:bodyPr/>
          <a:lstStyle/>
          <a:p>
            <a:fld id="{24371259-150B-4EE3-A7E4-109C21D6F92A}" type="slidenum">
              <a:rPr lang="en-US" altLang="zh-CN"/>
              <a:pPr/>
              <a:t>46</a:t>
            </a:fld>
            <a:endParaRPr lang="en-US" altLang="zh-CN"/>
          </a:p>
        </p:txBody>
      </p:sp>
      <p:sp>
        <p:nvSpPr>
          <p:cNvPr id="67586" name="Rectangle 2">
            <a:extLst>
              <a:ext uri="{FF2B5EF4-FFF2-40B4-BE49-F238E27FC236}">
                <a16:creationId xmlns:a16="http://schemas.microsoft.com/office/drawing/2014/main" id="{EADC1FD3-497A-4D5F-9FD8-817CD6112795}"/>
              </a:ext>
            </a:extLst>
          </p:cNvPr>
          <p:cNvSpPr>
            <a:spLocks noGrp="1" noRot="1" noChangeAspect="1" noChangeArrowheads="1"/>
          </p:cNvSpPr>
          <p:nvPr>
            <p:ph type="sldImg"/>
          </p:nvPr>
        </p:nvSpPr>
        <p:spPr bwMode="auto">
          <a:xfrm>
            <a:off x="1146175" y="687388"/>
            <a:ext cx="4567238" cy="3425825"/>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7587" name="Rectangle 3">
            <a:extLst>
              <a:ext uri="{FF2B5EF4-FFF2-40B4-BE49-F238E27FC236}">
                <a16:creationId xmlns:a16="http://schemas.microsoft.com/office/drawing/2014/main" id="{74449E36-4144-48EB-9965-03BEBE440FDF}"/>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56CBEEB-D1CC-45BC-96DA-8AE8C4DEFE65}"/>
              </a:ext>
            </a:extLst>
          </p:cNvPr>
          <p:cNvSpPr>
            <a:spLocks noGrp="1" noChangeArrowheads="1"/>
          </p:cNvSpPr>
          <p:nvPr>
            <p:ph type="sldNum" sz="quarter" idx="5"/>
          </p:nvPr>
        </p:nvSpPr>
        <p:spPr>
          <a:ln/>
        </p:spPr>
        <p:txBody>
          <a:bodyPr/>
          <a:lstStyle/>
          <a:p>
            <a:fld id="{4BD5F1F8-E8CA-4AFC-87D1-F5EA7E4A0682}" type="slidenum">
              <a:rPr lang="en-US" altLang="zh-CN"/>
              <a:pPr/>
              <a:t>48</a:t>
            </a:fld>
            <a:endParaRPr lang="en-US" altLang="zh-CN"/>
          </a:p>
        </p:txBody>
      </p:sp>
      <p:sp>
        <p:nvSpPr>
          <p:cNvPr id="70658" name="Rectangle 2">
            <a:extLst>
              <a:ext uri="{FF2B5EF4-FFF2-40B4-BE49-F238E27FC236}">
                <a16:creationId xmlns:a16="http://schemas.microsoft.com/office/drawing/2014/main" id="{55907B92-5193-4A22-88AC-0FB99FCBB249}"/>
              </a:ext>
            </a:extLst>
          </p:cNvPr>
          <p:cNvSpPr>
            <a:spLocks noGrp="1" noRot="1" noChangeAspect="1" noChangeArrowheads="1"/>
          </p:cNvSpPr>
          <p:nvPr>
            <p:ph type="sldImg"/>
          </p:nvPr>
        </p:nvSpPr>
        <p:spPr bwMode="auto">
          <a:xfrm>
            <a:off x="1146175" y="687388"/>
            <a:ext cx="4567238" cy="3425825"/>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0659" name="Rectangle 3">
            <a:extLst>
              <a:ext uri="{FF2B5EF4-FFF2-40B4-BE49-F238E27FC236}">
                <a16:creationId xmlns:a16="http://schemas.microsoft.com/office/drawing/2014/main" id="{9FC344AE-17E6-4AC1-9A7D-0250AC29FADA}"/>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23A904A-298A-4B44-99D4-447D41FDF318}"/>
              </a:ext>
            </a:extLst>
          </p:cNvPr>
          <p:cNvSpPr>
            <a:spLocks noGrp="1" noChangeArrowheads="1"/>
          </p:cNvSpPr>
          <p:nvPr>
            <p:ph type="sldNum" sz="quarter" idx="5"/>
          </p:nvPr>
        </p:nvSpPr>
        <p:spPr>
          <a:ln/>
        </p:spPr>
        <p:txBody>
          <a:bodyPr/>
          <a:lstStyle/>
          <a:p>
            <a:fld id="{64F3095A-D792-4DAA-8158-21A46BF31FC7}" type="slidenum">
              <a:rPr lang="en-US" altLang="zh-CN"/>
              <a:pPr/>
              <a:t>49</a:t>
            </a:fld>
            <a:endParaRPr lang="en-US" altLang="zh-CN"/>
          </a:p>
        </p:txBody>
      </p:sp>
      <p:sp>
        <p:nvSpPr>
          <p:cNvPr id="72706" name="Rectangle 2">
            <a:extLst>
              <a:ext uri="{FF2B5EF4-FFF2-40B4-BE49-F238E27FC236}">
                <a16:creationId xmlns:a16="http://schemas.microsoft.com/office/drawing/2014/main" id="{A7047554-8E0A-4A2E-A9F7-B31C74361998}"/>
              </a:ext>
            </a:extLst>
          </p:cNvPr>
          <p:cNvSpPr>
            <a:spLocks noGrp="1" noRot="1" noChangeAspect="1" noChangeArrowheads="1"/>
          </p:cNvSpPr>
          <p:nvPr>
            <p:ph type="sldImg"/>
          </p:nvPr>
        </p:nvSpPr>
        <p:spPr bwMode="auto">
          <a:xfrm>
            <a:off x="1146175" y="687388"/>
            <a:ext cx="4567238" cy="3425825"/>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2707" name="Rectangle 3">
            <a:extLst>
              <a:ext uri="{FF2B5EF4-FFF2-40B4-BE49-F238E27FC236}">
                <a16:creationId xmlns:a16="http://schemas.microsoft.com/office/drawing/2014/main" id="{EB31CFC7-3F87-4FD5-B1DF-B796E471DE9A}"/>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3C5FB20-7789-4A7B-B9C8-4780CD5BE1B7}"/>
              </a:ext>
            </a:extLst>
          </p:cNvPr>
          <p:cNvSpPr>
            <a:spLocks noGrp="1" noChangeArrowheads="1"/>
          </p:cNvSpPr>
          <p:nvPr>
            <p:ph type="sldNum" sz="quarter" idx="5"/>
          </p:nvPr>
        </p:nvSpPr>
        <p:spPr>
          <a:ln/>
        </p:spPr>
        <p:txBody>
          <a:bodyPr/>
          <a:lstStyle/>
          <a:p>
            <a:fld id="{7F5C4B40-9FA6-45C8-9A87-1D880052DF41}" type="slidenum">
              <a:rPr lang="en-US" altLang="zh-CN"/>
              <a:pPr/>
              <a:t>50</a:t>
            </a:fld>
            <a:endParaRPr lang="en-US" altLang="zh-CN"/>
          </a:p>
        </p:txBody>
      </p:sp>
      <p:sp>
        <p:nvSpPr>
          <p:cNvPr id="74754" name="Rectangle 2">
            <a:extLst>
              <a:ext uri="{FF2B5EF4-FFF2-40B4-BE49-F238E27FC236}">
                <a16:creationId xmlns:a16="http://schemas.microsoft.com/office/drawing/2014/main" id="{EA8F121D-256B-4CD6-B885-1EBE2B842AD1}"/>
              </a:ext>
            </a:extLst>
          </p:cNvPr>
          <p:cNvSpPr>
            <a:spLocks noGrp="1" noRot="1" noChangeAspect="1" noChangeArrowheads="1"/>
          </p:cNvSpPr>
          <p:nvPr>
            <p:ph type="sldImg"/>
          </p:nvPr>
        </p:nvSpPr>
        <p:spPr bwMode="auto">
          <a:xfrm>
            <a:off x="1146175" y="687388"/>
            <a:ext cx="4567238" cy="3425825"/>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4755" name="Rectangle 3">
            <a:extLst>
              <a:ext uri="{FF2B5EF4-FFF2-40B4-BE49-F238E27FC236}">
                <a16:creationId xmlns:a16="http://schemas.microsoft.com/office/drawing/2014/main" id="{8F41487B-32EB-49A3-9EBE-E162B429EFAC}"/>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51C8B6E-3A4C-438F-92D2-6DAE51E9ED72}"/>
              </a:ext>
            </a:extLst>
          </p:cNvPr>
          <p:cNvSpPr>
            <a:spLocks noGrp="1" noChangeArrowheads="1"/>
          </p:cNvSpPr>
          <p:nvPr>
            <p:ph type="sldNum" sz="quarter" idx="5"/>
          </p:nvPr>
        </p:nvSpPr>
        <p:spPr>
          <a:ln/>
        </p:spPr>
        <p:txBody>
          <a:bodyPr/>
          <a:lstStyle/>
          <a:p>
            <a:fld id="{08EA7B71-E117-4945-8A28-6829251D07AC}" type="slidenum">
              <a:rPr lang="en-US" altLang="zh-CN"/>
              <a:pPr/>
              <a:t>51</a:t>
            </a:fld>
            <a:endParaRPr lang="en-US" altLang="zh-CN"/>
          </a:p>
        </p:txBody>
      </p:sp>
      <p:sp>
        <p:nvSpPr>
          <p:cNvPr id="76802" name="Rectangle 2">
            <a:extLst>
              <a:ext uri="{FF2B5EF4-FFF2-40B4-BE49-F238E27FC236}">
                <a16:creationId xmlns:a16="http://schemas.microsoft.com/office/drawing/2014/main" id="{A603C6E0-BF26-4274-8CFA-38B04EE98D06}"/>
              </a:ext>
            </a:extLst>
          </p:cNvPr>
          <p:cNvSpPr>
            <a:spLocks noGrp="1" noRot="1" noChangeAspect="1" noChangeArrowheads="1"/>
          </p:cNvSpPr>
          <p:nvPr>
            <p:ph type="sldImg"/>
          </p:nvPr>
        </p:nvSpPr>
        <p:spPr bwMode="auto">
          <a:xfrm>
            <a:off x="1146175" y="687388"/>
            <a:ext cx="4567238" cy="3425825"/>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6803" name="Rectangle 3">
            <a:extLst>
              <a:ext uri="{FF2B5EF4-FFF2-40B4-BE49-F238E27FC236}">
                <a16:creationId xmlns:a16="http://schemas.microsoft.com/office/drawing/2014/main" id="{CF63F08A-EEB5-4DF8-A06E-BC11DCCC2BCB}"/>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vmlDrawing" Target="../drawings/vmlDrawing2.v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vmlDrawing" Target="../drawings/vmlDrawing3.v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vmlDrawing" Target="../drawings/vmlDrawing4.v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vmlDrawing" Target="../drawings/vmlDrawing5.v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vmlDrawing" Target="../drawings/vmlDrawing6.v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vmlDrawing" Target="../drawings/vmlDrawing7.v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24F55D8D-AE82-44DB-BE45-BB23870D6B49}"/>
              </a:ext>
            </a:extLst>
          </p:cNvPr>
          <p:cNvSpPr>
            <a:spLocks/>
          </p:cNvSpPr>
          <p:nvPr/>
        </p:nvSpPr>
        <p:spPr bwMode="gray">
          <a:xfrm>
            <a:off x="-9525" y="1447800"/>
            <a:ext cx="9164638" cy="3832225"/>
          </a:xfrm>
          <a:custGeom>
            <a:avLst/>
            <a:gdLst>
              <a:gd name="T0" fmla="*/ 2147483646 w 5773"/>
              <a:gd name="T1" fmla="*/ 2147483646 h 2414"/>
              <a:gd name="T2" fmla="*/ 2147483646 w 5773"/>
              <a:gd name="T3" fmla="*/ 2147483646 h 2414"/>
              <a:gd name="T4" fmla="*/ 2147483646 w 5773"/>
              <a:gd name="T5" fmla="*/ 2147483646 h 2414"/>
              <a:gd name="T6" fmla="*/ 2147483646 w 5773"/>
              <a:gd name="T7" fmla="*/ 2147483646 h 2414"/>
              <a:gd name="T8" fmla="*/ 2147483646 w 5773"/>
              <a:gd name="T9" fmla="*/ 2147483646 h 2414"/>
              <a:gd name="T10" fmla="*/ 2147483646 w 5773"/>
              <a:gd name="T11" fmla="*/ 2147483646 h 2414"/>
              <a:gd name="T12" fmla="*/ 2147483646 w 5773"/>
              <a:gd name="T13" fmla="*/ 2147483646 h 2414"/>
              <a:gd name="T14" fmla="*/ 2147483646 w 5773"/>
              <a:gd name="T15" fmla="*/ 2147483646 h 2414"/>
              <a:gd name="T16" fmla="*/ 2147483646 w 5773"/>
              <a:gd name="T17" fmla="*/ 2147483646 h 2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73" h="2414">
                <a:moveTo>
                  <a:pt x="12" y="124"/>
                </a:moveTo>
                <a:cubicBezTo>
                  <a:pt x="150" y="76"/>
                  <a:pt x="581" y="0"/>
                  <a:pt x="1381" y="12"/>
                </a:cubicBezTo>
                <a:cubicBezTo>
                  <a:pt x="2181" y="23"/>
                  <a:pt x="3370" y="437"/>
                  <a:pt x="4064" y="581"/>
                </a:cubicBezTo>
                <a:cubicBezTo>
                  <a:pt x="4758" y="725"/>
                  <a:pt x="5635" y="219"/>
                  <a:pt x="5773" y="118"/>
                </a:cubicBezTo>
                <a:lnTo>
                  <a:pt x="5766" y="2151"/>
                </a:lnTo>
                <a:cubicBezTo>
                  <a:pt x="4994" y="2407"/>
                  <a:pt x="4326" y="2311"/>
                  <a:pt x="3966" y="2263"/>
                </a:cubicBezTo>
                <a:cubicBezTo>
                  <a:pt x="3606" y="2215"/>
                  <a:pt x="2715" y="1873"/>
                  <a:pt x="1963" y="1897"/>
                </a:cubicBezTo>
                <a:cubicBezTo>
                  <a:pt x="1305" y="1893"/>
                  <a:pt x="0" y="2402"/>
                  <a:pt x="6" y="2407"/>
                </a:cubicBezTo>
                <a:cubicBezTo>
                  <a:pt x="12" y="2414"/>
                  <a:pt x="12" y="568"/>
                  <a:pt x="12" y="124"/>
                </a:cubicBezTo>
                <a:close/>
              </a:path>
            </a:pathLst>
          </a:custGeom>
          <a:solidFill>
            <a:schemeClr val="accent1">
              <a:alpha val="41176"/>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 name="Freeform 3">
            <a:extLst>
              <a:ext uri="{FF2B5EF4-FFF2-40B4-BE49-F238E27FC236}">
                <a16:creationId xmlns:a16="http://schemas.microsoft.com/office/drawing/2014/main" id="{480F2845-4148-4635-989F-9AD281CAA8F4}"/>
              </a:ext>
            </a:extLst>
          </p:cNvPr>
          <p:cNvSpPr>
            <a:spLocks/>
          </p:cNvSpPr>
          <p:nvPr/>
        </p:nvSpPr>
        <p:spPr bwMode="gray">
          <a:xfrm>
            <a:off x="-9525" y="1730375"/>
            <a:ext cx="9150350" cy="3265488"/>
          </a:xfrm>
          <a:custGeom>
            <a:avLst/>
            <a:gdLst>
              <a:gd name="T0" fmla="*/ 2147483646 w 5764"/>
              <a:gd name="T1" fmla="*/ 2147483646 h 2057"/>
              <a:gd name="T2" fmla="*/ 2147483646 w 5764"/>
              <a:gd name="T3" fmla="*/ 2147483646 h 2057"/>
              <a:gd name="T4" fmla="*/ 2147483646 w 5764"/>
              <a:gd name="T5" fmla="*/ 2147483646 h 2057"/>
              <a:gd name="T6" fmla="*/ 2147483646 w 5764"/>
              <a:gd name="T7" fmla="*/ 2147483646 h 2057"/>
              <a:gd name="T8" fmla="*/ 2147483646 w 5764"/>
              <a:gd name="T9" fmla="*/ 2147483646 h 2057"/>
              <a:gd name="T10" fmla="*/ 2147483646 w 5764"/>
              <a:gd name="T11" fmla="*/ 2147483646 h 2057"/>
              <a:gd name="T12" fmla="*/ 2147483646 w 5764"/>
              <a:gd name="T13" fmla="*/ 2147483646 h 2057"/>
              <a:gd name="T14" fmla="*/ 2147483646 w 5764"/>
              <a:gd name="T15" fmla="*/ 2147483646 h 2057"/>
              <a:gd name="T16" fmla="*/ 2147483646 w 5764"/>
              <a:gd name="T17" fmla="*/ 2147483646 h 20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4" h="2057">
                <a:moveTo>
                  <a:pt x="6" y="272"/>
                </a:moveTo>
                <a:cubicBezTo>
                  <a:pt x="144" y="233"/>
                  <a:pt x="656" y="0"/>
                  <a:pt x="1453" y="10"/>
                </a:cubicBezTo>
                <a:cubicBezTo>
                  <a:pt x="2250" y="20"/>
                  <a:pt x="3475" y="403"/>
                  <a:pt x="4182" y="482"/>
                </a:cubicBezTo>
                <a:cubicBezTo>
                  <a:pt x="4890" y="561"/>
                  <a:pt x="5626" y="237"/>
                  <a:pt x="5764" y="154"/>
                </a:cubicBezTo>
                <a:lnTo>
                  <a:pt x="5764" y="1806"/>
                </a:lnTo>
                <a:cubicBezTo>
                  <a:pt x="4919" y="2052"/>
                  <a:pt x="4485" y="2057"/>
                  <a:pt x="4005" y="1994"/>
                </a:cubicBezTo>
                <a:cubicBezTo>
                  <a:pt x="3526" y="1929"/>
                  <a:pt x="2640" y="1502"/>
                  <a:pt x="1891" y="1522"/>
                </a:cubicBezTo>
                <a:cubicBezTo>
                  <a:pt x="1234" y="1519"/>
                  <a:pt x="0" y="1962"/>
                  <a:pt x="6" y="1967"/>
                </a:cubicBezTo>
                <a:cubicBezTo>
                  <a:pt x="12" y="1972"/>
                  <a:pt x="6" y="641"/>
                  <a:pt x="6" y="272"/>
                </a:cubicBez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 name="Group 4">
            <a:extLst>
              <a:ext uri="{FF2B5EF4-FFF2-40B4-BE49-F238E27FC236}">
                <a16:creationId xmlns:a16="http://schemas.microsoft.com/office/drawing/2014/main" id="{D1C9CF63-5727-478C-BE98-8C75D64415A9}"/>
              </a:ext>
            </a:extLst>
          </p:cNvPr>
          <p:cNvGrpSpPr>
            <a:grpSpLocks/>
          </p:cNvGrpSpPr>
          <p:nvPr/>
        </p:nvGrpSpPr>
        <p:grpSpPr bwMode="auto">
          <a:xfrm>
            <a:off x="7086600" y="1947863"/>
            <a:ext cx="533400" cy="533400"/>
            <a:chOff x="4752" y="1200"/>
            <a:chExt cx="288" cy="288"/>
          </a:xfrm>
        </p:grpSpPr>
        <p:sp>
          <p:nvSpPr>
            <p:cNvPr id="7" name="Oval 5">
              <a:extLst>
                <a:ext uri="{FF2B5EF4-FFF2-40B4-BE49-F238E27FC236}">
                  <a16:creationId xmlns:a16="http://schemas.microsoft.com/office/drawing/2014/main" id="{C53628C5-B2D6-493B-B3FC-27C9602B74E0}"/>
                </a:ext>
              </a:extLst>
            </p:cNvPr>
            <p:cNvSpPr>
              <a:spLocks noChangeArrowheads="1"/>
            </p:cNvSpPr>
            <p:nvPr/>
          </p:nvSpPr>
          <p:spPr bwMode="gray">
            <a:xfrm>
              <a:off x="4752" y="1200"/>
              <a:ext cx="288" cy="288"/>
            </a:xfrm>
            <a:prstGeom prst="ellipse">
              <a:avLst/>
            </a:prstGeom>
            <a:gradFill rotWithShape="1">
              <a:gsLst>
                <a:gs pos="0">
                  <a:schemeClr val="tx2">
                    <a:gamma/>
                    <a:tint val="25490"/>
                    <a:invGamma/>
                  </a:schemeClr>
                </a:gs>
                <a:gs pos="100000">
                  <a:schemeClr val="tx2">
                    <a:alpha val="3100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sp>
          <p:nvSpPr>
            <p:cNvPr id="8" name="Oval 6">
              <a:extLst>
                <a:ext uri="{FF2B5EF4-FFF2-40B4-BE49-F238E27FC236}">
                  <a16:creationId xmlns:a16="http://schemas.microsoft.com/office/drawing/2014/main" id="{92B9A6F0-E717-4894-8652-98F0FCD56483}"/>
                </a:ext>
              </a:extLst>
            </p:cNvPr>
            <p:cNvSpPr>
              <a:spLocks noChangeArrowheads="1"/>
            </p:cNvSpPr>
            <p:nvPr/>
          </p:nvSpPr>
          <p:spPr bwMode="gray">
            <a:xfrm>
              <a:off x="4752" y="1200"/>
              <a:ext cx="192" cy="192"/>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grpSp>
      <p:grpSp>
        <p:nvGrpSpPr>
          <p:cNvPr id="9" name="Group 7">
            <a:extLst>
              <a:ext uri="{FF2B5EF4-FFF2-40B4-BE49-F238E27FC236}">
                <a16:creationId xmlns:a16="http://schemas.microsoft.com/office/drawing/2014/main" id="{BAFAA1AD-B9D3-4127-BAA4-72748A39BA6E}"/>
              </a:ext>
            </a:extLst>
          </p:cNvPr>
          <p:cNvGrpSpPr>
            <a:grpSpLocks/>
          </p:cNvGrpSpPr>
          <p:nvPr/>
        </p:nvGrpSpPr>
        <p:grpSpPr bwMode="auto">
          <a:xfrm>
            <a:off x="7620000" y="1371600"/>
            <a:ext cx="914400" cy="914400"/>
            <a:chOff x="4992" y="816"/>
            <a:chExt cx="576" cy="576"/>
          </a:xfrm>
        </p:grpSpPr>
        <p:sp>
          <p:nvSpPr>
            <p:cNvPr id="10" name="Oval 8">
              <a:extLst>
                <a:ext uri="{FF2B5EF4-FFF2-40B4-BE49-F238E27FC236}">
                  <a16:creationId xmlns:a16="http://schemas.microsoft.com/office/drawing/2014/main" id="{EE211587-928B-49C4-A6B8-F627F2C9061D}"/>
                </a:ext>
              </a:extLst>
            </p:cNvPr>
            <p:cNvSpPr>
              <a:spLocks noChangeArrowheads="1"/>
            </p:cNvSpPr>
            <p:nvPr/>
          </p:nvSpPr>
          <p:spPr bwMode="gray">
            <a:xfrm>
              <a:off x="4992" y="816"/>
              <a:ext cx="576" cy="576"/>
            </a:xfrm>
            <a:prstGeom prst="ellipse">
              <a:avLst/>
            </a:prstGeom>
            <a:solidFill>
              <a:schemeClr val="accent1">
                <a:alpha val="5294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9pP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p>
          </p:txBody>
        </p:sp>
        <p:sp>
          <p:nvSpPr>
            <p:cNvPr id="11" name="Oval 9">
              <a:extLst>
                <a:ext uri="{FF2B5EF4-FFF2-40B4-BE49-F238E27FC236}">
                  <a16:creationId xmlns:a16="http://schemas.microsoft.com/office/drawing/2014/main" id="{71729947-8F91-4874-A007-E9A5C10A4D9D}"/>
                </a:ext>
              </a:extLst>
            </p:cNvPr>
            <p:cNvSpPr>
              <a:spLocks noChangeArrowheads="1"/>
            </p:cNvSpPr>
            <p:nvPr/>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grpSp>
      <p:grpSp>
        <p:nvGrpSpPr>
          <p:cNvPr id="12" name="Group 10">
            <a:extLst>
              <a:ext uri="{FF2B5EF4-FFF2-40B4-BE49-F238E27FC236}">
                <a16:creationId xmlns:a16="http://schemas.microsoft.com/office/drawing/2014/main" id="{5E926DD9-2D22-4917-8036-9E636EAB89EA}"/>
              </a:ext>
            </a:extLst>
          </p:cNvPr>
          <p:cNvGrpSpPr>
            <a:grpSpLocks/>
          </p:cNvGrpSpPr>
          <p:nvPr/>
        </p:nvGrpSpPr>
        <p:grpSpPr bwMode="auto">
          <a:xfrm>
            <a:off x="304800" y="3429000"/>
            <a:ext cx="1295400" cy="1371600"/>
            <a:chOff x="4992" y="816"/>
            <a:chExt cx="576" cy="576"/>
          </a:xfrm>
        </p:grpSpPr>
        <p:sp>
          <p:nvSpPr>
            <p:cNvPr id="13" name="Oval 11">
              <a:extLst>
                <a:ext uri="{FF2B5EF4-FFF2-40B4-BE49-F238E27FC236}">
                  <a16:creationId xmlns:a16="http://schemas.microsoft.com/office/drawing/2014/main" id="{E428AD36-CA6E-448C-A9C9-37FDC5CF024B}"/>
                </a:ext>
              </a:extLst>
            </p:cNvPr>
            <p:cNvSpPr>
              <a:spLocks noChangeArrowheads="1"/>
            </p:cNvSpPr>
            <p:nvPr/>
          </p:nvSpPr>
          <p:spPr bwMode="gray">
            <a:xfrm>
              <a:off x="4992" y="816"/>
              <a:ext cx="576" cy="576"/>
            </a:xfrm>
            <a:prstGeom prst="ellipse">
              <a:avLst/>
            </a:prstGeom>
            <a:solidFill>
              <a:schemeClr val="tx2">
                <a:alpha val="5294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9pP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p>
          </p:txBody>
        </p:sp>
        <p:sp>
          <p:nvSpPr>
            <p:cNvPr id="14" name="Oval 12">
              <a:extLst>
                <a:ext uri="{FF2B5EF4-FFF2-40B4-BE49-F238E27FC236}">
                  <a16:creationId xmlns:a16="http://schemas.microsoft.com/office/drawing/2014/main" id="{976180D3-CF7C-49BB-B34E-785CB3A3B89D}"/>
                </a:ext>
              </a:extLst>
            </p:cNvPr>
            <p:cNvSpPr>
              <a:spLocks noChangeArrowheads="1"/>
            </p:cNvSpPr>
            <p:nvPr/>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grpSp>
      <p:grpSp>
        <p:nvGrpSpPr>
          <p:cNvPr id="15" name="组合 31">
            <a:extLst>
              <a:ext uri="{FF2B5EF4-FFF2-40B4-BE49-F238E27FC236}">
                <a16:creationId xmlns:a16="http://schemas.microsoft.com/office/drawing/2014/main" id="{BBC1B8A8-59DF-4E68-BF1D-771D330C2300}"/>
              </a:ext>
            </a:extLst>
          </p:cNvPr>
          <p:cNvGrpSpPr>
            <a:grpSpLocks noChangeAspect="1"/>
          </p:cNvGrpSpPr>
          <p:nvPr/>
        </p:nvGrpSpPr>
        <p:grpSpPr bwMode="auto">
          <a:xfrm>
            <a:off x="5724525" y="115888"/>
            <a:ext cx="3311525" cy="693737"/>
            <a:chOff x="3275968" y="4953000"/>
            <a:chExt cx="4818000" cy="1008000"/>
          </a:xfrm>
        </p:grpSpPr>
        <p:pic>
          <p:nvPicPr>
            <p:cNvPr id="16" name="Picture 2" descr="http://www.ccnu.edu.cn/__local/7/B7/24/0EA1E510D6F171BBEA51CFF88E8_A12ECAAB_5EDF.jpg">
              <a:extLst>
                <a:ext uri="{FF2B5EF4-FFF2-40B4-BE49-F238E27FC236}">
                  <a16:creationId xmlns:a16="http://schemas.microsoft.com/office/drawing/2014/main" id="{E3F37C8D-CA04-429F-B8AF-2B820976D892}"/>
                </a:ext>
              </a:extLst>
            </p:cNvPr>
            <p:cNvPicPr>
              <a:picLocks noChangeAspect="1" noChangeArrowheads="1"/>
            </p:cNvPicPr>
            <p:nvPr/>
          </p:nvPicPr>
          <p:blipFill>
            <a:blip r:embed="rId2">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3275968" y="4953000"/>
              <a:ext cx="1008000" cy="10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4" descr="http://www.ccnu.edu.cn/__local/D/BF/7F/E13D2FCC39EC7FDF12582E3298E_B54B2C8C_3F8F5.png">
              <a:extLst>
                <a:ext uri="{FF2B5EF4-FFF2-40B4-BE49-F238E27FC236}">
                  <a16:creationId xmlns:a16="http://schemas.microsoft.com/office/drawing/2014/main" id="{E0E624E3-5527-43D8-AC72-7AAC0154B572}"/>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83968" y="4953000"/>
              <a:ext cx="381000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40687" name="Rectangle 15"/>
          <p:cNvSpPr>
            <a:spLocks noGrp="1" noChangeArrowheads="1"/>
          </p:cNvSpPr>
          <p:nvPr>
            <p:ph type="ctrTitle"/>
          </p:nvPr>
        </p:nvSpPr>
        <p:spPr>
          <a:xfrm>
            <a:off x="731168" y="2487613"/>
            <a:ext cx="7834064" cy="1012825"/>
          </a:xfrm>
          <a:effectLst>
            <a:outerShdw dist="53882" dir="2700000" algn="ctr" rotWithShape="0">
              <a:schemeClr val="tx1"/>
            </a:outerShdw>
          </a:effectLst>
        </p:spPr>
        <p:txBody>
          <a:bodyPr/>
          <a:lstStyle>
            <a:lvl1pPr>
              <a:defRPr sz="4800">
                <a:solidFill>
                  <a:schemeClr val="tx1"/>
                </a:solidFill>
                <a:latin typeface="隶书" panose="02010509060101010101" pitchFamily="49" charset="-122"/>
                <a:ea typeface="隶书" panose="02010509060101010101" pitchFamily="49" charset="-122"/>
              </a:defRPr>
            </a:lvl1pPr>
          </a:lstStyle>
          <a:p>
            <a:pPr lvl="0"/>
            <a:r>
              <a:rPr lang="zh-CN" altLang="en-US" noProof="0" dirty="0"/>
              <a:t>单击此处编辑母版标题样式</a:t>
            </a:r>
          </a:p>
        </p:txBody>
      </p:sp>
      <p:sp>
        <p:nvSpPr>
          <p:cNvPr id="540688" name="Rectangle 16"/>
          <p:cNvSpPr>
            <a:spLocks noGrp="1" noChangeArrowheads="1"/>
          </p:cNvSpPr>
          <p:nvPr>
            <p:ph type="subTitle" idx="1"/>
          </p:nvPr>
        </p:nvSpPr>
        <p:spPr bwMode="white">
          <a:xfrm>
            <a:off x="1295400" y="3581400"/>
            <a:ext cx="6660976" cy="598488"/>
          </a:xfrm>
        </p:spPr>
        <p:txBody>
          <a:bodyPr/>
          <a:lstStyle>
            <a:lvl1pPr marL="0" indent="0" algn="ctr">
              <a:buFont typeface="Wingdings" pitchFamily="2" charset="2"/>
              <a:buNone/>
              <a:defRPr sz="3600" b="1">
                <a:latin typeface="宋体" panose="02010600030101010101" pitchFamily="2" charset="-122"/>
                <a:ea typeface="宋体" panose="02010600030101010101" pitchFamily="2" charset="-122"/>
              </a:defRPr>
            </a:lvl1pPr>
          </a:lstStyle>
          <a:p>
            <a:pPr lvl="0"/>
            <a:r>
              <a:rPr lang="zh-CN" altLang="en-US" noProof="0"/>
              <a:t>单击此处编辑母版副标题样式</a:t>
            </a:r>
          </a:p>
        </p:txBody>
      </p:sp>
      <p:sp>
        <p:nvSpPr>
          <p:cNvPr id="18" name="Rectangle 13">
            <a:extLst>
              <a:ext uri="{FF2B5EF4-FFF2-40B4-BE49-F238E27FC236}">
                <a16:creationId xmlns:a16="http://schemas.microsoft.com/office/drawing/2014/main" id="{1D5286E8-A13B-453A-B1D8-5598538FA33B}"/>
              </a:ext>
            </a:extLst>
          </p:cNvPr>
          <p:cNvSpPr>
            <a:spLocks noGrp="1" noChangeArrowheads="1"/>
          </p:cNvSpPr>
          <p:nvPr>
            <p:ph type="dt" sz="half" idx="10"/>
          </p:nvPr>
        </p:nvSpPr>
        <p:spPr>
          <a:xfrm>
            <a:off x="457200" y="6477000"/>
            <a:ext cx="2133600" cy="244475"/>
          </a:xfrm>
        </p:spPr>
        <p:txBody>
          <a:bodyPr/>
          <a:lstStyle>
            <a:lvl1pPr>
              <a:defRPr sz="1200"/>
            </a:lvl1pPr>
          </a:lstStyle>
          <a:p>
            <a:endParaRPr lang="en-US" altLang="zh-CN"/>
          </a:p>
        </p:txBody>
      </p:sp>
    </p:spTree>
    <p:extLst>
      <p:ext uri="{BB962C8B-B14F-4D97-AF65-F5344CB8AC3E}">
        <p14:creationId xmlns:p14="http://schemas.microsoft.com/office/powerpoint/2010/main" val="4534048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5">
            <a:extLst>
              <a:ext uri="{FF2B5EF4-FFF2-40B4-BE49-F238E27FC236}">
                <a16:creationId xmlns:a16="http://schemas.microsoft.com/office/drawing/2014/main" id="{570211D1-F548-45AB-B1C5-82AD5D449B4B}"/>
              </a:ext>
            </a:extLst>
          </p:cNvPr>
          <p:cNvSpPr>
            <a:spLocks noGrp="1" noChangeArrowheads="1"/>
          </p:cNvSpPr>
          <p:nvPr>
            <p:ph type="dt" sz="half" idx="10"/>
          </p:nvPr>
        </p:nvSpPr>
        <p:spPr>
          <a:ln/>
        </p:spPr>
        <p:txBody>
          <a:bodyPr/>
          <a:lstStyle>
            <a:lvl1pPr>
              <a:defRPr/>
            </a:lvl1pPr>
          </a:lstStyle>
          <a:p>
            <a:endParaRPr lang="en-US" altLang="zh-CN"/>
          </a:p>
        </p:txBody>
      </p:sp>
    </p:spTree>
    <p:extLst>
      <p:ext uri="{BB962C8B-B14F-4D97-AF65-F5344CB8AC3E}">
        <p14:creationId xmlns:p14="http://schemas.microsoft.com/office/powerpoint/2010/main" val="3886632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编辑母版文本样式</a:t>
            </a:r>
          </a:p>
        </p:txBody>
      </p:sp>
      <p:sp>
        <p:nvSpPr>
          <p:cNvPr id="4" name="Rectangle 15">
            <a:extLst>
              <a:ext uri="{FF2B5EF4-FFF2-40B4-BE49-F238E27FC236}">
                <a16:creationId xmlns:a16="http://schemas.microsoft.com/office/drawing/2014/main" id="{CE4CC527-6CFF-4714-B6E5-C16B43E47736}"/>
              </a:ext>
            </a:extLst>
          </p:cNvPr>
          <p:cNvSpPr>
            <a:spLocks noGrp="1" noChangeArrowheads="1"/>
          </p:cNvSpPr>
          <p:nvPr>
            <p:ph type="dt" sz="half" idx="10"/>
          </p:nvPr>
        </p:nvSpPr>
        <p:spPr>
          <a:ln/>
        </p:spPr>
        <p:txBody>
          <a:bodyPr/>
          <a:lstStyle>
            <a:lvl1pPr>
              <a:defRPr/>
            </a:lvl1pPr>
          </a:lstStyle>
          <a:p>
            <a:endParaRPr lang="en-US" altLang="zh-CN"/>
          </a:p>
        </p:txBody>
      </p:sp>
    </p:spTree>
    <p:extLst>
      <p:ext uri="{BB962C8B-B14F-4D97-AF65-F5344CB8AC3E}">
        <p14:creationId xmlns:p14="http://schemas.microsoft.com/office/powerpoint/2010/main" val="1878781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828800"/>
            <a:ext cx="40386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828800"/>
            <a:ext cx="40386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5">
            <a:extLst>
              <a:ext uri="{FF2B5EF4-FFF2-40B4-BE49-F238E27FC236}">
                <a16:creationId xmlns:a16="http://schemas.microsoft.com/office/drawing/2014/main" id="{1297C8E3-B4EE-4426-A9EC-3CDA23D6EA70}"/>
              </a:ext>
            </a:extLst>
          </p:cNvPr>
          <p:cNvSpPr>
            <a:spLocks noGrp="1" noChangeArrowheads="1"/>
          </p:cNvSpPr>
          <p:nvPr>
            <p:ph type="dt" sz="half" idx="10"/>
          </p:nvPr>
        </p:nvSpPr>
        <p:spPr>
          <a:ln/>
        </p:spPr>
        <p:txBody>
          <a:bodyPr/>
          <a:lstStyle>
            <a:lvl1pPr>
              <a:defRPr/>
            </a:lvl1pPr>
          </a:lstStyle>
          <a:p>
            <a:endParaRPr lang="en-US" altLang="zh-CN"/>
          </a:p>
        </p:txBody>
      </p:sp>
    </p:spTree>
    <p:extLst>
      <p:ext uri="{BB962C8B-B14F-4D97-AF65-F5344CB8AC3E}">
        <p14:creationId xmlns:p14="http://schemas.microsoft.com/office/powerpoint/2010/main" val="1777369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5">
            <a:extLst>
              <a:ext uri="{FF2B5EF4-FFF2-40B4-BE49-F238E27FC236}">
                <a16:creationId xmlns:a16="http://schemas.microsoft.com/office/drawing/2014/main" id="{F70367FF-AA22-40C2-B9AF-0C20A6B264B1}"/>
              </a:ext>
            </a:extLst>
          </p:cNvPr>
          <p:cNvSpPr>
            <a:spLocks noGrp="1" noChangeArrowheads="1"/>
          </p:cNvSpPr>
          <p:nvPr>
            <p:ph type="dt" sz="half" idx="10"/>
          </p:nvPr>
        </p:nvSpPr>
        <p:spPr>
          <a:ln/>
        </p:spPr>
        <p:txBody>
          <a:bodyPr/>
          <a:lstStyle>
            <a:lvl1pPr>
              <a:defRPr/>
            </a:lvl1pPr>
          </a:lstStyle>
          <a:p>
            <a:endParaRPr lang="en-US" altLang="zh-CN"/>
          </a:p>
        </p:txBody>
      </p:sp>
    </p:spTree>
    <p:extLst>
      <p:ext uri="{BB962C8B-B14F-4D97-AF65-F5344CB8AC3E}">
        <p14:creationId xmlns:p14="http://schemas.microsoft.com/office/powerpoint/2010/main" val="17688792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5">
            <a:extLst>
              <a:ext uri="{FF2B5EF4-FFF2-40B4-BE49-F238E27FC236}">
                <a16:creationId xmlns:a16="http://schemas.microsoft.com/office/drawing/2014/main" id="{05A1C55F-747F-4347-940A-0A56447BAE84}"/>
              </a:ext>
            </a:extLst>
          </p:cNvPr>
          <p:cNvSpPr>
            <a:spLocks noGrp="1" noChangeArrowheads="1"/>
          </p:cNvSpPr>
          <p:nvPr>
            <p:ph type="dt" sz="half" idx="10"/>
          </p:nvPr>
        </p:nvSpPr>
        <p:spPr>
          <a:ln/>
        </p:spPr>
        <p:txBody>
          <a:bodyPr/>
          <a:lstStyle>
            <a:lvl1pPr>
              <a:defRPr/>
            </a:lvl1pPr>
          </a:lstStyle>
          <a:p>
            <a:endParaRPr lang="en-US" altLang="zh-CN"/>
          </a:p>
        </p:txBody>
      </p:sp>
    </p:spTree>
    <p:extLst>
      <p:ext uri="{BB962C8B-B14F-4D97-AF65-F5344CB8AC3E}">
        <p14:creationId xmlns:p14="http://schemas.microsoft.com/office/powerpoint/2010/main" val="3544612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graphicFrame>
        <p:nvGraphicFramePr>
          <p:cNvPr id="2" name="Object 2">
            <a:extLst>
              <a:ext uri="{FF2B5EF4-FFF2-40B4-BE49-F238E27FC236}">
                <a16:creationId xmlns:a16="http://schemas.microsoft.com/office/drawing/2014/main" id="{64D8A906-9BF3-4DC0-ADC7-9111568C1FA9}"/>
              </a:ext>
            </a:extLst>
          </p:cNvPr>
          <p:cNvGraphicFramePr>
            <a:graphicFrameLocks noChangeAspect="1"/>
          </p:cNvGraphicFramePr>
          <p:nvPr/>
        </p:nvGraphicFramePr>
        <p:xfrm>
          <a:off x="0" y="0"/>
          <a:ext cx="9144000" cy="1200150"/>
        </p:xfrm>
        <a:graphic>
          <a:graphicData uri="http://schemas.openxmlformats.org/presentationml/2006/ole">
            <mc:AlternateContent xmlns:mc="http://schemas.openxmlformats.org/markup-compatibility/2006">
              <mc:Choice xmlns:v="urn:schemas-microsoft-com:vml" Requires="v">
                <p:oleObj spid="_x0000_s100358" name="Image" r:id="rId3" imgW="9561905" imgH="1600000" progId="Photoshop.Image.6">
                  <p:embed/>
                </p:oleObj>
              </mc:Choice>
              <mc:Fallback>
                <p:oleObj name="Image" r:id="rId3" imgW="9561905" imgH="1600000" progId="Photoshop.Image.6">
                  <p:embed/>
                  <p:pic>
                    <p:nvPicPr>
                      <p:cNvPr id="2" name="Object 2">
                        <a:extLst>
                          <a:ext uri="{FF2B5EF4-FFF2-40B4-BE49-F238E27FC236}">
                            <a16:creationId xmlns:a16="http://schemas.microsoft.com/office/drawing/2014/main" id="{64D8A906-9BF3-4DC0-ADC7-9111568C1F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white">
                      <a:xfrm>
                        <a:off x="0" y="0"/>
                        <a:ext cx="91440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Freeform 3">
            <a:extLst>
              <a:ext uri="{FF2B5EF4-FFF2-40B4-BE49-F238E27FC236}">
                <a16:creationId xmlns:a16="http://schemas.microsoft.com/office/drawing/2014/main" id="{B3E4150C-D88E-47FC-8CB1-8BB165729082}"/>
              </a:ext>
            </a:extLst>
          </p:cNvPr>
          <p:cNvSpPr>
            <a:spLocks/>
          </p:cNvSpPr>
          <p:nvPr/>
        </p:nvSpPr>
        <p:spPr bwMode="gray">
          <a:xfrm>
            <a:off x="-11113" y="280988"/>
            <a:ext cx="9155113" cy="1620837"/>
          </a:xfrm>
          <a:custGeom>
            <a:avLst/>
            <a:gdLst>
              <a:gd name="T0" fmla="*/ 2147483646 w 5767"/>
              <a:gd name="T1" fmla="*/ 2147483646 h 1021"/>
              <a:gd name="T2" fmla="*/ 2147483646 w 5767"/>
              <a:gd name="T3" fmla="*/ 2147483646 h 1021"/>
              <a:gd name="T4" fmla="*/ 2147483646 w 5767"/>
              <a:gd name="T5" fmla="*/ 2147483646 h 1021"/>
              <a:gd name="T6" fmla="*/ 2147483646 w 5767"/>
              <a:gd name="T7" fmla="*/ 0 h 1021"/>
              <a:gd name="T8" fmla="*/ 2147483646 w 5767"/>
              <a:gd name="T9" fmla="*/ 2147483646 h 1021"/>
              <a:gd name="T10" fmla="*/ 2147483646 w 5767"/>
              <a:gd name="T11" fmla="*/ 2147483646 h 1021"/>
              <a:gd name="T12" fmla="*/ 2147483646 w 5767"/>
              <a:gd name="T13" fmla="*/ 2147483646 h 1021"/>
              <a:gd name="T14" fmla="*/ 2147483646 w 5767"/>
              <a:gd name="T15" fmla="*/ 2147483646 h 1021"/>
              <a:gd name="T16" fmla="*/ 2147483646 w 5767"/>
              <a:gd name="T17" fmla="*/ 2147483646 h 10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7" h="1021">
                <a:moveTo>
                  <a:pt x="6" y="109"/>
                </a:moveTo>
                <a:cubicBezTo>
                  <a:pt x="144" y="93"/>
                  <a:pt x="626" y="42"/>
                  <a:pt x="1427" y="46"/>
                </a:cubicBezTo>
                <a:cubicBezTo>
                  <a:pt x="2228" y="50"/>
                  <a:pt x="3321" y="224"/>
                  <a:pt x="4032" y="255"/>
                </a:cubicBezTo>
                <a:cubicBezTo>
                  <a:pt x="4742" y="286"/>
                  <a:pt x="5649" y="91"/>
                  <a:pt x="5767" y="0"/>
                </a:cubicBezTo>
                <a:lnTo>
                  <a:pt x="5767" y="776"/>
                </a:lnTo>
                <a:cubicBezTo>
                  <a:pt x="4948" y="879"/>
                  <a:pt x="4543" y="844"/>
                  <a:pt x="4065" y="831"/>
                </a:cubicBezTo>
                <a:cubicBezTo>
                  <a:pt x="3587" y="818"/>
                  <a:pt x="2973" y="694"/>
                  <a:pt x="1984" y="674"/>
                </a:cubicBezTo>
                <a:cubicBezTo>
                  <a:pt x="995" y="654"/>
                  <a:pt x="28" y="969"/>
                  <a:pt x="14" y="995"/>
                </a:cubicBezTo>
                <a:cubicBezTo>
                  <a:pt x="0" y="1021"/>
                  <a:pt x="6" y="255"/>
                  <a:pt x="6" y="109"/>
                </a:cubicBezTo>
                <a:close/>
              </a:path>
            </a:pathLst>
          </a:custGeom>
          <a:solidFill>
            <a:schemeClr val="accent1">
              <a:alpha val="41176"/>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 name="Freeform 4">
            <a:extLst>
              <a:ext uri="{FF2B5EF4-FFF2-40B4-BE49-F238E27FC236}">
                <a16:creationId xmlns:a16="http://schemas.microsoft.com/office/drawing/2014/main" id="{AABFD4FE-9965-471F-9269-6F0095F52D7E}"/>
              </a:ext>
            </a:extLst>
          </p:cNvPr>
          <p:cNvSpPr>
            <a:spLocks/>
          </p:cNvSpPr>
          <p:nvPr/>
        </p:nvSpPr>
        <p:spPr bwMode="gray">
          <a:xfrm>
            <a:off x="-20638" y="533400"/>
            <a:ext cx="9161463" cy="1006475"/>
          </a:xfrm>
          <a:custGeom>
            <a:avLst/>
            <a:gdLst>
              <a:gd name="T0" fmla="*/ 2147483646 w 5771"/>
              <a:gd name="T1" fmla="*/ 2147483646 h 634"/>
              <a:gd name="T2" fmla="*/ 2147483646 w 5771"/>
              <a:gd name="T3" fmla="*/ 2147483646 h 634"/>
              <a:gd name="T4" fmla="*/ 2147483646 w 5771"/>
              <a:gd name="T5" fmla="*/ 2147483646 h 634"/>
              <a:gd name="T6" fmla="*/ 2147483646 w 5771"/>
              <a:gd name="T7" fmla="*/ 2147483646 h 634"/>
              <a:gd name="T8" fmla="*/ 2147483646 w 5771"/>
              <a:gd name="T9" fmla="*/ 2147483646 h 634"/>
              <a:gd name="T10" fmla="*/ 2147483646 w 5771"/>
              <a:gd name="T11" fmla="*/ 2147483646 h 634"/>
              <a:gd name="T12" fmla="*/ 2147483646 w 5771"/>
              <a:gd name="T13" fmla="*/ 2147483646 h 634"/>
              <a:gd name="T14" fmla="*/ 2147483646 w 5771"/>
              <a:gd name="T15" fmla="*/ 2147483646 h 634"/>
              <a:gd name="T16" fmla="*/ 2147483646 w 5771"/>
              <a:gd name="T17" fmla="*/ 2147483646 h 6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71" h="634">
                <a:moveTo>
                  <a:pt x="20" y="109"/>
                </a:moveTo>
                <a:cubicBezTo>
                  <a:pt x="26" y="109"/>
                  <a:pt x="645" y="0"/>
                  <a:pt x="1442" y="3"/>
                </a:cubicBezTo>
                <a:cubicBezTo>
                  <a:pt x="2239" y="6"/>
                  <a:pt x="3443" y="123"/>
                  <a:pt x="4150" y="148"/>
                </a:cubicBezTo>
                <a:cubicBezTo>
                  <a:pt x="4858" y="173"/>
                  <a:pt x="5633" y="63"/>
                  <a:pt x="5771" y="37"/>
                </a:cubicBezTo>
                <a:lnTo>
                  <a:pt x="5771" y="557"/>
                </a:lnTo>
                <a:cubicBezTo>
                  <a:pt x="4926" y="634"/>
                  <a:pt x="4422" y="612"/>
                  <a:pt x="3942" y="592"/>
                </a:cubicBezTo>
                <a:cubicBezTo>
                  <a:pt x="3463" y="572"/>
                  <a:pt x="2588" y="450"/>
                  <a:pt x="1839" y="456"/>
                </a:cubicBezTo>
                <a:cubicBezTo>
                  <a:pt x="1182" y="455"/>
                  <a:pt x="0" y="618"/>
                  <a:pt x="6" y="620"/>
                </a:cubicBezTo>
                <a:cubicBezTo>
                  <a:pt x="12" y="621"/>
                  <a:pt x="14" y="109"/>
                  <a:pt x="20" y="109"/>
                </a:cubicBez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 name="Group 5">
            <a:extLst>
              <a:ext uri="{FF2B5EF4-FFF2-40B4-BE49-F238E27FC236}">
                <a16:creationId xmlns:a16="http://schemas.microsoft.com/office/drawing/2014/main" id="{2C19628A-158A-40C5-83DA-D0EFA3A8CAE9}"/>
              </a:ext>
            </a:extLst>
          </p:cNvPr>
          <p:cNvGrpSpPr>
            <a:grpSpLocks/>
          </p:cNvGrpSpPr>
          <p:nvPr/>
        </p:nvGrpSpPr>
        <p:grpSpPr bwMode="auto">
          <a:xfrm>
            <a:off x="7740650" y="347663"/>
            <a:ext cx="387350" cy="366712"/>
            <a:chOff x="4752" y="1200"/>
            <a:chExt cx="288" cy="288"/>
          </a:xfrm>
        </p:grpSpPr>
        <p:sp>
          <p:nvSpPr>
            <p:cNvPr id="6" name="Oval 6">
              <a:extLst>
                <a:ext uri="{FF2B5EF4-FFF2-40B4-BE49-F238E27FC236}">
                  <a16:creationId xmlns:a16="http://schemas.microsoft.com/office/drawing/2014/main" id="{F5CD2350-BD22-4CF4-8E83-AA363A241BA7}"/>
                </a:ext>
              </a:extLst>
            </p:cNvPr>
            <p:cNvSpPr>
              <a:spLocks noChangeArrowheads="1"/>
            </p:cNvSpPr>
            <p:nvPr/>
          </p:nvSpPr>
          <p:spPr bwMode="gray">
            <a:xfrm>
              <a:off x="4752" y="1200"/>
              <a:ext cx="288" cy="288"/>
            </a:xfrm>
            <a:prstGeom prst="ellipse">
              <a:avLst/>
            </a:prstGeom>
            <a:gradFill rotWithShape="1">
              <a:gsLst>
                <a:gs pos="0">
                  <a:schemeClr val="tx2">
                    <a:gamma/>
                    <a:tint val="25490"/>
                    <a:invGamma/>
                  </a:schemeClr>
                </a:gs>
                <a:gs pos="100000">
                  <a:schemeClr val="tx2">
                    <a:alpha val="3100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sp>
          <p:nvSpPr>
            <p:cNvPr id="7" name="Oval 7">
              <a:extLst>
                <a:ext uri="{FF2B5EF4-FFF2-40B4-BE49-F238E27FC236}">
                  <a16:creationId xmlns:a16="http://schemas.microsoft.com/office/drawing/2014/main" id="{86355DB3-6500-42F1-8B5F-47F77D5A6A26}"/>
                </a:ext>
              </a:extLst>
            </p:cNvPr>
            <p:cNvSpPr>
              <a:spLocks noChangeArrowheads="1"/>
            </p:cNvSpPr>
            <p:nvPr/>
          </p:nvSpPr>
          <p:spPr bwMode="gray">
            <a:xfrm>
              <a:off x="4752" y="1200"/>
              <a:ext cx="192" cy="192"/>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grpSp>
      <p:grpSp>
        <p:nvGrpSpPr>
          <p:cNvPr id="8" name="Group 8">
            <a:extLst>
              <a:ext uri="{FF2B5EF4-FFF2-40B4-BE49-F238E27FC236}">
                <a16:creationId xmlns:a16="http://schemas.microsoft.com/office/drawing/2014/main" id="{EA83DFCC-C408-4239-A007-D225AD8E9756}"/>
              </a:ext>
            </a:extLst>
          </p:cNvPr>
          <p:cNvGrpSpPr>
            <a:grpSpLocks/>
          </p:cNvGrpSpPr>
          <p:nvPr/>
        </p:nvGrpSpPr>
        <p:grpSpPr bwMode="auto">
          <a:xfrm>
            <a:off x="8153400" y="53975"/>
            <a:ext cx="609600" cy="592138"/>
            <a:chOff x="4992" y="816"/>
            <a:chExt cx="576" cy="576"/>
          </a:xfrm>
        </p:grpSpPr>
        <p:sp>
          <p:nvSpPr>
            <p:cNvPr id="9" name="Oval 9">
              <a:extLst>
                <a:ext uri="{FF2B5EF4-FFF2-40B4-BE49-F238E27FC236}">
                  <a16:creationId xmlns:a16="http://schemas.microsoft.com/office/drawing/2014/main" id="{E85ABABD-8088-40BF-A73C-7385A3487758}"/>
                </a:ext>
              </a:extLst>
            </p:cNvPr>
            <p:cNvSpPr>
              <a:spLocks noChangeArrowheads="1"/>
            </p:cNvSpPr>
            <p:nvPr/>
          </p:nvSpPr>
          <p:spPr bwMode="gray">
            <a:xfrm>
              <a:off x="4992" y="816"/>
              <a:ext cx="576" cy="576"/>
            </a:xfrm>
            <a:prstGeom prst="ellipse">
              <a:avLst/>
            </a:prstGeom>
            <a:solidFill>
              <a:schemeClr val="accent1">
                <a:alpha val="5294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9pP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p>
          </p:txBody>
        </p:sp>
        <p:sp>
          <p:nvSpPr>
            <p:cNvPr id="10" name="Oval 10">
              <a:extLst>
                <a:ext uri="{FF2B5EF4-FFF2-40B4-BE49-F238E27FC236}">
                  <a16:creationId xmlns:a16="http://schemas.microsoft.com/office/drawing/2014/main" id="{88714EDB-E229-428B-A44F-02B9A52B2549}"/>
                </a:ext>
              </a:extLst>
            </p:cNvPr>
            <p:cNvSpPr>
              <a:spLocks noChangeArrowheads="1"/>
            </p:cNvSpPr>
            <p:nvPr/>
          </p:nvSpPr>
          <p:spPr bwMode="gray">
            <a:xfrm>
              <a:off x="4992" y="912"/>
              <a:ext cx="480" cy="385"/>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grpSp>
      <p:grpSp>
        <p:nvGrpSpPr>
          <p:cNvPr id="11" name="Group 11">
            <a:extLst>
              <a:ext uri="{FF2B5EF4-FFF2-40B4-BE49-F238E27FC236}">
                <a16:creationId xmlns:a16="http://schemas.microsoft.com/office/drawing/2014/main" id="{CBA5A219-E5B4-4362-A3D2-86F13F302441}"/>
              </a:ext>
            </a:extLst>
          </p:cNvPr>
          <p:cNvGrpSpPr>
            <a:grpSpLocks/>
          </p:cNvGrpSpPr>
          <p:nvPr/>
        </p:nvGrpSpPr>
        <p:grpSpPr bwMode="auto">
          <a:xfrm>
            <a:off x="171450" y="819150"/>
            <a:ext cx="720725" cy="762000"/>
            <a:chOff x="4992" y="816"/>
            <a:chExt cx="576" cy="576"/>
          </a:xfrm>
        </p:grpSpPr>
        <p:sp>
          <p:nvSpPr>
            <p:cNvPr id="12" name="Oval 12">
              <a:extLst>
                <a:ext uri="{FF2B5EF4-FFF2-40B4-BE49-F238E27FC236}">
                  <a16:creationId xmlns:a16="http://schemas.microsoft.com/office/drawing/2014/main" id="{1589146B-8D7B-46DA-8F8B-F66724C3CFDD}"/>
                </a:ext>
              </a:extLst>
            </p:cNvPr>
            <p:cNvSpPr>
              <a:spLocks noChangeArrowheads="1"/>
            </p:cNvSpPr>
            <p:nvPr/>
          </p:nvSpPr>
          <p:spPr bwMode="gray">
            <a:xfrm>
              <a:off x="4992" y="816"/>
              <a:ext cx="576" cy="576"/>
            </a:xfrm>
            <a:prstGeom prst="ellipse">
              <a:avLst/>
            </a:prstGeom>
            <a:solidFill>
              <a:schemeClr val="tx2">
                <a:alpha val="5294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9pP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p>
          </p:txBody>
        </p:sp>
        <p:sp>
          <p:nvSpPr>
            <p:cNvPr id="13" name="Oval 13">
              <a:extLst>
                <a:ext uri="{FF2B5EF4-FFF2-40B4-BE49-F238E27FC236}">
                  <a16:creationId xmlns:a16="http://schemas.microsoft.com/office/drawing/2014/main" id="{0492BAF7-BD5E-41F5-B609-78943DC987F9}"/>
                </a:ext>
              </a:extLst>
            </p:cNvPr>
            <p:cNvSpPr>
              <a:spLocks noChangeArrowheads="1"/>
            </p:cNvSpPr>
            <p:nvPr/>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grpSp>
      <p:grpSp>
        <p:nvGrpSpPr>
          <p:cNvPr id="14" name="组合 17">
            <a:extLst>
              <a:ext uri="{FF2B5EF4-FFF2-40B4-BE49-F238E27FC236}">
                <a16:creationId xmlns:a16="http://schemas.microsoft.com/office/drawing/2014/main" id="{3B5C95AC-E0D9-493A-B86F-7A7E2449ADB7}"/>
              </a:ext>
            </a:extLst>
          </p:cNvPr>
          <p:cNvGrpSpPr>
            <a:grpSpLocks noChangeAspect="1"/>
          </p:cNvGrpSpPr>
          <p:nvPr/>
        </p:nvGrpSpPr>
        <p:grpSpPr bwMode="auto">
          <a:xfrm>
            <a:off x="6372225" y="6237288"/>
            <a:ext cx="2663825" cy="557212"/>
            <a:chOff x="3275968" y="4953000"/>
            <a:chExt cx="4818000" cy="1008000"/>
          </a:xfrm>
        </p:grpSpPr>
        <p:pic>
          <p:nvPicPr>
            <p:cNvPr id="15" name="Picture 2" descr="http://www.ccnu.edu.cn/__local/7/B7/24/0EA1E510D6F171BBEA51CFF88E8_A12ECAAB_5EDF.jpg">
              <a:extLst>
                <a:ext uri="{FF2B5EF4-FFF2-40B4-BE49-F238E27FC236}">
                  <a16:creationId xmlns:a16="http://schemas.microsoft.com/office/drawing/2014/main" id="{1F5BA0F1-8A72-4A78-90D9-27D74260209A}"/>
                </a:ext>
              </a:extLst>
            </p:cNvPr>
            <p:cNvPicPr>
              <a:picLocks noChangeAspect="1" noChangeArrowheads="1"/>
            </p:cNvPicPr>
            <p:nvPr/>
          </p:nvPicPr>
          <p:blipFill>
            <a:blip r:embed="rId5">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3275968" y="4953000"/>
              <a:ext cx="1008000" cy="10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4" descr="http://www.ccnu.edu.cn/__local/D/BF/7F/E13D2FCC39EC7FDF12582E3298E_B54B2C8C_3F8F5.png">
              <a:extLst>
                <a:ext uri="{FF2B5EF4-FFF2-40B4-BE49-F238E27FC236}">
                  <a16:creationId xmlns:a16="http://schemas.microsoft.com/office/drawing/2014/main" id="{9F50D14E-85B7-44FB-825A-30C0976B4209}"/>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83968" y="4953000"/>
              <a:ext cx="381000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7" name="组合 20">
            <a:extLst>
              <a:ext uri="{FF2B5EF4-FFF2-40B4-BE49-F238E27FC236}">
                <a16:creationId xmlns:a16="http://schemas.microsoft.com/office/drawing/2014/main" id="{173250E1-EEED-403B-9F95-A45F4B9B4509}"/>
              </a:ext>
            </a:extLst>
          </p:cNvPr>
          <p:cNvGrpSpPr>
            <a:grpSpLocks noChangeAspect="1"/>
          </p:cNvGrpSpPr>
          <p:nvPr/>
        </p:nvGrpSpPr>
        <p:grpSpPr bwMode="auto">
          <a:xfrm>
            <a:off x="6372225" y="6237288"/>
            <a:ext cx="2663825" cy="557212"/>
            <a:chOff x="3275968" y="4953000"/>
            <a:chExt cx="4818000" cy="1008000"/>
          </a:xfrm>
        </p:grpSpPr>
        <p:pic>
          <p:nvPicPr>
            <p:cNvPr id="18" name="Picture 2" descr="http://www.ccnu.edu.cn/__local/7/B7/24/0EA1E510D6F171BBEA51CFF88E8_A12ECAAB_5EDF.jpg">
              <a:extLst>
                <a:ext uri="{FF2B5EF4-FFF2-40B4-BE49-F238E27FC236}">
                  <a16:creationId xmlns:a16="http://schemas.microsoft.com/office/drawing/2014/main" id="{3C5C1D0D-F42F-47EB-9E3B-C16A63C43B0E}"/>
                </a:ext>
              </a:extLst>
            </p:cNvPr>
            <p:cNvPicPr>
              <a:picLocks noChangeAspect="1" noChangeArrowheads="1"/>
            </p:cNvPicPr>
            <p:nvPr/>
          </p:nvPicPr>
          <p:blipFill>
            <a:blip r:embed="rId5">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3275968" y="4953000"/>
              <a:ext cx="1008000" cy="10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4" descr="http://www.ccnu.edu.cn/__local/D/BF/7F/E13D2FCC39EC7FDF12582E3298E_B54B2C8C_3F8F5.png">
              <a:extLst>
                <a:ext uri="{FF2B5EF4-FFF2-40B4-BE49-F238E27FC236}">
                  <a16:creationId xmlns:a16="http://schemas.microsoft.com/office/drawing/2014/main" id="{6BB51B0A-3607-42EB-927E-D5F3FD75D0E9}"/>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83968" y="4953000"/>
              <a:ext cx="381000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0" name="Rectangle 15">
            <a:extLst>
              <a:ext uri="{FF2B5EF4-FFF2-40B4-BE49-F238E27FC236}">
                <a16:creationId xmlns:a16="http://schemas.microsoft.com/office/drawing/2014/main" id="{FED8C971-0D6B-493E-A7BC-5F011A1CA4FE}"/>
              </a:ext>
            </a:extLst>
          </p:cNvPr>
          <p:cNvSpPr>
            <a:spLocks noGrp="1" noChangeArrowheads="1"/>
          </p:cNvSpPr>
          <p:nvPr>
            <p:ph type="dt" sz="half" idx="10"/>
          </p:nvPr>
        </p:nvSpPr>
        <p:spPr/>
        <p:txBody>
          <a:bodyPr/>
          <a:lstStyle>
            <a:lvl1pPr>
              <a:defRPr/>
            </a:lvl1pPr>
          </a:lstStyle>
          <a:p>
            <a:endParaRPr lang="en-US" altLang="zh-CN"/>
          </a:p>
        </p:txBody>
      </p:sp>
    </p:spTree>
    <p:extLst>
      <p:ext uri="{BB962C8B-B14F-4D97-AF65-F5344CB8AC3E}">
        <p14:creationId xmlns:p14="http://schemas.microsoft.com/office/powerpoint/2010/main" val="156618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graphicFrame>
        <p:nvGraphicFramePr>
          <p:cNvPr id="5" name="Object 2">
            <a:extLst>
              <a:ext uri="{FF2B5EF4-FFF2-40B4-BE49-F238E27FC236}">
                <a16:creationId xmlns:a16="http://schemas.microsoft.com/office/drawing/2014/main" id="{09EDEF6D-7868-4106-88A4-8452D6BB991B}"/>
              </a:ext>
            </a:extLst>
          </p:cNvPr>
          <p:cNvGraphicFramePr>
            <a:graphicFrameLocks noChangeAspect="1"/>
          </p:cNvGraphicFramePr>
          <p:nvPr/>
        </p:nvGraphicFramePr>
        <p:xfrm>
          <a:off x="0" y="0"/>
          <a:ext cx="9144000" cy="1200150"/>
        </p:xfrm>
        <a:graphic>
          <a:graphicData uri="http://schemas.openxmlformats.org/presentationml/2006/ole">
            <mc:AlternateContent xmlns:mc="http://schemas.openxmlformats.org/markup-compatibility/2006">
              <mc:Choice xmlns:v="urn:schemas-microsoft-com:vml" Requires="v">
                <p:oleObj spid="_x0000_s101382" name="Image" r:id="rId3" imgW="9561905" imgH="1600000" progId="Photoshop.Image.6">
                  <p:embed/>
                </p:oleObj>
              </mc:Choice>
              <mc:Fallback>
                <p:oleObj name="Image" r:id="rId3" imgW="9561905" imgH="1600000" progId="Photoshop.Image.6">
                  <p:embed/>
                  <p:pic>
                    <p:nvPicPr>
                      <p:cNvPr id="5" name="Object 2">
                        <a:extLst>
                          <a:ext uri="{FF2B5EF4-FFF2-40B4-BE49-F238E27FC236}">
                            <a16:creationId xmlns:a16="http://schemas.microsoft.com/office/drawing/2014/main" id="{09EDEF6D-7868-4106-88A4-8452D6BB99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white">
                      <a:xfrm>
                        <a:off x="0" y="0"/>
                        <a:ext cx="91440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Freeform 3">
            <a:extLst>
              <a:ext uri="{FF2B5EF4-FFF2-40B4-BE49-F238E27FC236}">
                <a16:creationId xmlns:a16="http://schemas.microsoft.com/office/drawing/2014/main" id="{241A5CB4-89FF-4710-AAF6-1CCBF87E5721}"/>
              </a:ext>
            </a:extLst>
          </p:cNvPr>
          <p:cNvSpPr>
            <a:spLocks/>
          </p:cNvSpPr>
          <p:nvPr/>
        </p:nvSpPr>
        <p:spPr bwMode="gray">
          <a:xfrm>
            <a:off x="-11113" y="280988"/>
            <a:ext cx="9155113" cy="1620837"/>
          </a:xfrm>
          <a:custGeom>
            <a:avLst/>
            <a:gdLst>
              <a:gd name="T0" fmla="*/ 2147483646 w 5767"/>
              <a:gd name="T1" fmla="*/ 2147483646 h 1021"/>
              <a:gd name="T2" fmla="*/ 2147483646 w 5767"/>
              <a:gd name="T3" fmla="*/ 2147483646 h 1021"/>
              <a:gd name="T4" fmla="*/ 2147483646 w 5767"/>
              <a:gd name="T5" fmla="*/ 2147483646 h 1021"/>
              <a:gd name="T6" fmla="*/ 2147483646 w 5767"/>
              <a:gd name="T7" fmla="*/ 0 h 1021"/>
              <a:gd name="T8" fmla="*/ 2147483646 w 5767"/>
              <a:gd name="T9" fmla="*/ 2147483646 h 1021"/>
              <a:gd name="T10" fmla="*/ 2147483646 w 5767"/>
              <a:gd name="T11" fmla="*/ 2147483646 h 1021"/>
              <a:gd name="T12" fmla="*/ 2147483646 w 5767"/>
              <a:gd name="T13" fmla="*/ 2147483646 h 1021"/>
              <a:gd name="T14" fmla="*/ 2147483646 w 5767"/>
              <a:gd name="T15" fmla="*/ 2147483646 h 1021"/>
              <a:gd name="T16" fmla="*/ 2147483646 w 5767"/>
              <a:gd name="T17" fmla="*/ 2147483646 h 10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7" h="1021">
                <a:moveTo>
                  <a:pt x="6" y="109"/>
                </a:moveTo>
                <a:cubicBezTo>
                  <a:pt x="144" y="93"/>
                  <a:pt x="626" y="42"/>
                  <a:pt x="1427" y="46"/>
                </a:cubicBezTo>
                <a:cubicBezTo>
                  <a:pt x="2228" y="50"/>
                  <a:pt x="3321" y="224"/>
                  <a:pt x="4032" y="255"/>
                </a:cubicBezTo>
                <a:cubicBezTo>
                  <a:pt x="4742" y="286"/>
                  <a:pt x="5649" y="91"/>
                  <a:pt x="5767" y="0"/>
                </a:cubicBezTo>
                <a:lnTo>
                  <a:pt x="5767" y="776"/>
                </a:lnTo>
                <a:cubicBezTo>
                  <a:pt x="4948" y="879"/>
                  <a:pt x="4543" y="844"/>
                  <a:pt x="4065" y="831"/>
                </a:cubicBezTo>
                <a:cubicBezTo>
                  <a:pt x="3587" y="818"/>
                  <a:pt x="2973" y="694"/>
                  <a:pt x="1984" y="674"/>
                </a:cubicBezTo>
                <a:cubicBezTo>
                  <a:pt x="995" y="654"/>
                  <a:pt x="28" y="969"/>
                  <a:pt x="14" y="995"/>
                </a:cubicBezTo>
                <a:cubicBezTo>
                  <a:pt x="0" y="1021"/>
                  <a:pt x="6" y="255"/>
                  <a:pt x="6" y="109"/>
                </a:cubicBezTo>
                <a:close/>
              </a:path>
            </a:pathLst>
          </a:custGeom>
          <a:solidFill>
            <a:schemeClr val="accent1">
              <a:alpha val="41176"/>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 name="Freeform 4">
            <a:extLst>
              <a:ext uri="{FF2B5EF4-FFF2-40B4-BE49-F238E27FC236}">
                <a16:creationId xmlns:a16="http://schemas.microsoft.com/office/drawing/2014/main" id="{790EA1A9-BB51-4CAE-B96B-C04B115A9180}"/>
              </a:ext>
            </a:extLst>
          </p:cNvPr>
          <p:cNvSpPr>
            <a:spLocks/>
          </p:cNvSpPr>
          <p:nvPr/>
        </p:nvSpPr>
        <p:spPr bwMode="gray">
          <a:xfrm>
            <a:off x="-20638" y="533400"/>
            <a:ext cx="9161463" cy="1006475"/>
          </a:xfrm>
          <a:custGeom>
            <a:avLst/>
            <a:gdLst>
              <a:gd name="T0" fmla="*/ 2147483646 w 5771"/>
              <a:gd name="T1" fmla="*/ 2147483646 h 634"/>
              <a:gd name="T2" fmla="*/ 2147483646 w 5771"/>
              <a:gd name="T3" fmla="*/ 2147483646 h 634"/>
              <a:gd name="T4" fmla="*/ 2147483646 w 5771"/>
              <a:gd name="T5" fmla="*/ 2147483646 h 634"/>
              <a:gd name="T6" fmla="*/ 2147483646 w 5771"/>
              <a:gd name="T7" fmla="*/ 2147483646 h 634"/>
              <a:gd name="T8" fmla="*/ 2147483646 w 5771"/>
              <a:gd name="T9" fmla="*/ 2147483646 h 634"/>
              <a:gd name="T10" fmla="*/ 2147483646 w 5771"/>
              <a:gd name="T11" fmla="*/ 2147483646 h 634"/>
              <a:gd name="T12" fmla="*/ 2147483646 w 5771"/>
              <a:gd name="T13" fmla="*/ 2147483646 h 634"/>
              <a:gd name="T14" fmla="*/ 2147483646 w 5771"/>
              <a:gd name="T15" fmla="*/ 2147483646 h 634"/>
              <a:gd name="T16" fmla="*/ 2147483646 w 5771"/>
              <a:gd name="T17" fmla="*/ 2147483646 h 6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71" h="634">
                <a:moveTo>
                  <a:pt x="20" y="109"/>
                </a:moveTo>
                <a:cubicBezTo>
                  <a:pt x="26" y="109"/>
                  <a:pt x="645" y="0"/>
                  <a:pt x="1442" y="3"/>
                </a:cubicBezTo>
                <a:cubicBezTo>
                  <a:pt x="2239" y="6"/>
                  <a:pt x="3443" y="123"/>
                  <a:pt x="4150" y="148"/>
                </a:cubicBezTo>
                <a:cubicBezTo>
                  <a:pt x="4858" y="173"/>
                  <a:pt x="5633" y="63"/>
                  <a:pt x="5771" y="37"/>
                </a:cubicBezTo>
                <a:lnTo>
                  <a:pt x="5771" y="557"/>
                </a:lnTo>
                <a:cubicBezTo>
                  <a:pt x="4926" y="634"/>
                  <a:pt x="4422" y="612"/>
                  <a:pt x="3942" y="592"/>
                </a:cubicBezTo>
                <a:cubicBezTo>
                  <a:pt x="3463" y="572"/>
                  <a:pt x="2588" y="450"/>
                  <a:pt x="1839" y="456"/>
                </a:cubicBezTo>
                <a:cubicBezTo>
                  <a:pt x="1182" y="455"/>
                  <a:pt x="0" y="618"/>
                  <a:pt x="6" y="620"/>
                </a:cubicBezTo>
                <a:cubicBezTo>
                  <a:pt x="12" y="621"/>
                  <a:pt x="14" y="109"/>
                  <a:pt x="20" y="109"/>
                </a:cubicBez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 name="Group 5">
            <a:extLst>
              <a:ext uri="{FF2B5EF4-FFF2-40B4-BE49-F238E27FC236}">
                <a16:creationId xmlns:a16="http://schemas.microsoft.com/office/drawing/2014/main" id="{B03B70A6-D73C-456D-A040-C2F77A4DED56}"/>
              </a:ext>
            </a:extLst>
          </p:cNvPr>
          <p:cNvGrpSpPr>
            <a:grpSpLocks/>
          </p:cNvGrpSpPr>
          <p:nvPr/>
        </p:nvGrpSpPr>
        <p:grpSpPr bwMode="auto">
          <a:xfrm>
            <a:off x="7740650" y="347663"/>
            <a:ext cx="387350" cy="366712"/>
            <a:chOff x="4752" y="1200"/>
            <a:chExt cx="288" cy="288"/>
          </a:xfrm>
        </p:grpSpPr>
        <p:sp>
          <p:nvSpPr>
            <p:cNvPr id="9" name="Oval 6">
              <a:extLst>
                <a:ext uri="{FF2B5EF4-FFF2-40B4-BE49-F238E27FC236}">
                  <a16:creationId xmlns:a16="http://schemas.microsoft.com/office/drawing/2014/main" id="{B071D8BA-C5F4-4838-B8C2-812AD420688E}"/>
                </a:ext>
              </a:extLst>
            </p:cNvPr>
            <p:cNvSpPr>
              <a:spLocks noChangeArrowheads="1"/>
            </p:cNvSpPr>
            <p:nvPr/>
          </p:nvSpPr>
          <p:spPr bwMode="gray">
            <a:xfrm>
              <a:off x="4752" y="1200"/>
              <a:ext cx="288" cy="288"/>
            </a:xfrm>
            <a:prstGeom prst="ellipse">
              <a:avLst/>
            </a:prstGeom>
            <a:gradFill rotWithShape="1">
              <a:gsLst>
                <a:gs pos="0">
                  <a:schemeClr val="tx2">
                    <a:gamma/>
                    <a:tint val="25490"/>
                    <a:invGamma/>
                  </a:schemeClr>
                </a:gs>
                <a:gs pos="100000">
                  <a:schemeClr val="tx2">
                    <a:alpha val="3100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sp>
          <p:nvSpPr>
            <p:cNvPr id="10" name="Oval 7">
              <a:extLst>
                <a:ext uri="{FF2B5EF4-FFF2-40B4-BE49-F238E27FC236}">
                  <a16:creationId xmlns:a16="http://schemas.microsoft.com/office/drawing/2014/main" id="{C952B3BD-CD7F-4924-8C50-5972796857EC}"/>
                </a:ext>
              </a:extLst>
            </p:cNvPr>
            <p:cNvSpPr>
              <a:spLocks noChangeArrowheads="1"/>
            </p:cNvSpPr>
            <p:nvPr/>
          </p:nvSpPr>
          <p:spPr bwMode="gray">
            <a:xfrm>
              <a:off x="4752" y="1200"/>
              <a:ext cx="192" cy="192"/>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grpSp>
      <p:grpSp>
        <p:nvGrpSpPr>
          <p:cNvPr id="11" name="Group 8">
            <a:extLst>
              <a:ext uri="{FF2B5EF4-FFF2-40B4-BE49-F238E27FC236}">
                <a16:creationId xmlns:a16="http://schemas.microsoft.com/office/drawing/2014/main" id="{4AE52C81-78F6-4BCD-A709-21527E3E6AE1}"/>
              </a:ext>
            </a:extLst>
          </p:cNvPr>
          <p:cNvGrpSpPr>
            <a:grpSpLocks/>
          </p:cNvGrpSpPr>
          <p:nvPr/>
        </p:nvGrpSpPr>
        <p:grpSpPr bwMode="auto">
          <a:xfrm>
            <a:off x="8153400" y="53975"/>
            <a:ext cx="609600" cy="592138"/>
            <a:chOff x="4992" y="816"/>
            <a:chExt cx="576" cy="576"/>
          </a:xfrm>
        </p:grpSpPr>
        <p:sp>
          <p:nvSpPr>
            <p:cNvPr id="12" name="Oval 9">
              <a:extLst>
                <a:ext uri="{FF2B5EF4-FFF2-40B4-BE49-F238E27FC236}">
                  <a16:creationId xmlns:a16="http://schemas.microsoft.com/office/drawing/2014/main" id="{D2453435-87DC-4E88-95AD-28E54242CF23}"/>
                </a:ext>
              </a:extLst>
            </p:cNvPr>
            <p:cNvSpPr>
              <a:spLocks noChangeArrowheads="1"/>
            </p:cNvSpPr>
            <p:nvPr/>
          </p:nvSpPr>
          <p:spPr bwMode="gray">
            <a:xfrm>
              <a:off x="4992" y="816"/>
              <a:ext cx="576" cy="576"/>
            </a:xfrm>
            <a:prstGeom prst="ellipse">
              <a:avLst/>
            </a:prstGeom>
            <a:solidFill>
              <a:schemeClr val="accent1">
                <a:alpha val="5294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9pP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p>
          </p:txBody>
        </p:sp>
        <p:sp>
          <p:nvSpPr>
            <p:cNvPr id="13" name="Oval 10">
              <a:extLst>
                <a:ext uri="{FF2B5EF4-FFF2-40B4-BE49-F238E27FC236}">
                  <a16:creationId xmlns:a16="http://schemas.microsoft.com/office/drawing/2014/main" id="{269A9F8A-3ECF-4A28-A1F5-561BACA1AB7A}"/>
                </a:ext>
              </a:extLst>
            </p:cNvPr>
            <p:cNvSpPr>
              <a:spLocks noChangeArrowheads="1"/>
            </p:cNvSpPr>
            <p:nvPr/>
          </p:nvSpPr>
          <p:spPr bwMode="gray">
            <a:xfrm>
              <a:off x="4992" y="912"/>
              <a:ext cx="480" cy="385"/>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grpSp>
      <p:grpSp>
        <p:nvGrpSpPr>
          <p:cNvPr id="14" name="Group 11">
            <a:extLst>
              <a:ext uri="{FF2B5EF4-FFF2-40B4-BE49-F238E27FC236}">
                <a16:creationId xmlns:a16="http://schemas.microsoft.com/office/drawing/2014/main" id="{ADD7BFFA-89FF-4D0F-A252-F6A0682BBDDC}"/>
              </a:ext>
            </a:extLst>
          </p:cNvPr>
          <p:cNvGrpSpPr>
            <a:grpSpLocks/>
          </p:cNvGrpSpPr>
          <p:nvPr/>
        </p:nvGrpSpPr>
        <p:grpSpPr bwMode="auto">
          <a:xfrm>
            <a:off x="171450" y="819150"/>
            <a:ext cx="720725" cy="762000"/>
            <a:chOff x="4992" y="816"/>
            <a:chExt cx="576" cy="576"/>
          </a:xfrm>
        </p:grpSpPr>
        <p:sp>
          <p:nvSpPr>
            <p:cNvPr id="15" name="Oval 12">
              <a:extLst>
                <a:ext uri="{FF2B5EF4-FFF2-40B4-BE49-F238E27FC236}">
                  <a16:creationId xmlns:a16="http://schemas.microsoft.com/office/drawing/2014/main" id="{B7921372-39F4-42F1-8EBE-72FE9E35715F}"/>
                </a:ext>
              </a:extLst>
            </p:cNvPr>
            <p:cNvSpPr>
              <a:spLocks noChangeArrowheads="1"/>
            </p:cNvSpPr>
            <p:nvPr/>
          </p:nvSpPr>
          <p:spPr bwMode="gray">
            <a:xfrm>
              <a:off x="4992" y="816"/>
              <a:ext cx="576" cy="576"/>
            </a:xfrm>
            <a:prstGeom prst="ellipse">
              <a:avLst/>
            </a:prstGeom>
            <a:solidFill>
              <a:schemeClr val="tx2">
                <a:alpha val="5294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9pP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p>
          </p:txBody>
        </p:sp>
        <p:sp>
          <p:nvSpPr>
            <p:cNvPr id="16" name="Oval 13">
              <a:extLst>
                <a:ext uri="{FF2B5EF4-FFF2-40B4-BE49-F238E27FC236}">
                  <a16:creationId xmlns:a16="http://schemas.microsoft.com/office/drawing/2014/main" id="{B4209880-94E3-46F6-88D1-C44D951B4F59}"/>
                </a:ext>
              </a:extLst>
            </p:cNvPr>
            <p:cNvSpPr>
              <a:spLocks noChangeArrowheads="1"/>
            </p:cNvSpPr>
            <p:nvPr/>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grpSp>
      <p:grpSp>
        <p:nvGrpSpPr>
          <p:cNvPr id="17" name="组合 17">
            <a:extLst>
              <a:ext uri="{FF2B5EF4-FFF2-40B4-BE49-F238E27FC236}">
                <a16:creationId xmlns:a16="http://schemas.microsoft.com/office/drawing/2014/main" id="{800D87E9-9464-4EF6-8A69-58921ED3B51A}"/>
              </a:ext>
            </a:extLst>
          </p:cNvPr>
          <p:cNvGrpSpPr>
            <a:grpSpLocks noChangeAspect="1"/>
          </p:cNvGrpSpPr>
          <p:nvPr/>
        </p:nvGrpSpPr>
        <p:grpSpPr bwMode="auto">
          <a:xfrm>
            <a:off x="6372225" y="6237288"/>
            <a:ext cx="2663825" cy="557212"/>
            <a:chOff x="3275968" y="4953000"/>
            <a:chExt cx="4818000" cy="1008000"/>
          </a:xfrm>
        </p:grpSpPr>
        <p:pic>
          <p:nvPicPr>
            <p:cNvPr id="18" name="Picture 2" descr="http://www.ccnu.edu.cn/__local/7/B7/24/0EA1E510D6F171BBEA51CFF88E8_A12ECAAB_5EDF.jpg">
              <a:extLst>
                <a:ext uri="{FF2B5EF4-FFF2-40B4-BE49-F238E27FC236}">
                  <a16:creationId xmlns:a16="http://schemas.microsoft.com/office/drawing/2014/main" id="{351E9C01-FA11-4FA7-8002-50E4872C490F}"/>
                </a:ext>
              </a:extLst>
            </p:cNvPr>
            <p:cNvPicPr>
              <a:picLocks noChangeAspect="1" noChangeArrowheads="1"/>
            </p:cNvPicPr>
            <p:nvPr/>
          </p:nvPicPr>
          <p:blipFill>
            <a:blip r:embed="rId5">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3275968" y="4953000"/>
              <a:ext cx="1008000" cy="10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4" descr="http://www.ccnu.edu.cn/__local/D/BF/7F/E13D2FCC39EC7FDF12582E3298E_B54B2C8C_3F8F5.png">
              <a:extLst>
                <a:ext uri="{FF2B5EF4-FFF2-40B4-BE49-F238E27FC236}">
                  <a16:creationId xmlns:a16="http://schemas.microsoft.com/office/drawing/2014/main" id="{1A981A70-B043-48DE-A2F6-F76E63DB24CE}"/>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83968" y="4953000"/>
              <a:ext cx="381000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0" name="组合 20">
            <a:extLst>
              <a:ext uri="{FF2B5EF4-FFF2-40B4-BE49-F238E27FC236}">
                <a16:creationId xmlns:a16="http://schemas.microsoft.com/office/drawing/2014/main" id="{22EF4765-DD02-4EF1-AFB3-545A8D024547}"/>
              </a:ext>
            </a:extLst>
          </p:cNvPr>
          <p:cNvGrpSpPr>
            <a:grpSpLocks noChangeAspect="1"/>
          </p:cNvGrpSpPr>
          <p:nvPr/>
        </p:nvGrpSpPr>
        <p:grpSpPr bwMode="auto">
          <a:xfrm>
            <a:off x="6372225" y="6237288"/>
            <a:ext cx="2663825" cy="557212"/>
            <a:chOff x="3275968" y="4953000"/>
            <a:chExt cx="4818000" cy="1008000"/>
          </a:xfrm>
        </p:grpSpPr>
        <p:pic>
          <p:nvPicPr>
            <p:cNvPr id="21" name="Picture 2" descr="http://www.ccnu.edu.cn/__local/7/B7/24/0EA1E510D6F171BBEA51CFF88E8_A12ECAAB_5EDF.jpg">
              <a:extLst>
                <a:ext uri="{FF2B5EF4-FFF2-40B4-BE49-F238E27FC236}">
                  <a16:creationId xmlns:a16="http://schemas.microsoft.com/office/drawing/2014/main" id="{8F7D130F-1DCB-486E-AD5C-C4E6525A8B89}"/>
                </a:ext>
              </a:extLst>
            </p:cNvPr>
            <p:cNvPicPr>
              <a:picLocks noChangeAspect="1" noChangeArrowheads="1"/>
            </p:cNvPicPr>
            <p:nvPr/>
          </p:nvPicPr>
          <p:blipFill>
            <a:blip r:embed="rId5">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3275968" y="4953000"/>
              <a:ext cx="1008000" cy="10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4" descr="http://www.ccnu.edu.cn/__local/D/BF/7F/E13D2FCC39EC7FDF12582E3298E_B54B2C8C_3F8F5.png">
              <a:extLst>
                <a:ext uri="{FF2B5EF4-FFF2-40B4-BE49-F238E27FC236}">
                  <a16:creationId xmlns:a16="http://schemas.microsoft.com/office/drawing/2014/main" id="{B85A65F8-C9CB-45A7-B59B-A38FC40EFAAD}"/>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83968" y="4953000"/>
              <a:ext cx="381000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23" name="Rectangle 15">
            <a:extLst>
              <a:ext uri="{FF2B5EF4-FFF2-40B4-BE49-F238E27FC236}">
                <a16:creationId xmlns:a16="http://schemas.microsoft.com/office/drawing/2014/main" id="{0EAB3E02-3D44-44E9-8C2A-AE7B00462894}"/>
              </a:ext>
            </a:extLst>
          </p:cNvPr>
          <p:cNvSpPr>
            <a:spLocks noGrp="1" noChangeArrowheads="1"/>
          </p:cNvSpPr>
          <p:nvPr>
            <p:ph type="dt" sz="half" idx="10"/>
          </p:nvPr>
        </p:nvSpPr>
        <p:spPr/>
        <p:txBody>
          <a:bodyPr/>
          <a:lstStyle>
            <a:lvl1pPr>
              <a:defRPr/>
            </a:lvl1pPr>
          </a:lstStyle>
          <a:p>
            <a:endParaRPr lang="en-US" altLang="zh-CN"/>
          </a:p>
        </p:txBody>
      </p:sp>
    </p:spTree>
    <p:extLst>
      <p:ext uri="{BB962C8B-B14F-4D97-AF65-F5344CB8AC3E}">
        <p14:creationId xmlns:p14="http://schemas.microsoft.com/office/powerpoint/2010/main" val="3797715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graphicFrame>
        <p:nvGraphicFramePr>
          <p:cNvPr id="5" name="Object 2">
            <a:extLst>
              <a:ext uri="{FF2B5EF4-FFF2-40B4-BE49-F238E27FC236}">
                <a16:creationId xmlns:a16="http://schemas.microsoft.com/office/drawing/2014/main" id="{5BCBE93B-7A82-4E5B-8094-FF6DB935FF9E}"/>
              </a:ext>
            </a:extLst>
          </p:cNvPr>
          <p:cNvGraphicFramePr>
            <a:graphicFrameLocks noChangeAspect="1"/>
          </p:cNvGraphicFramePr>
          <p:nvPr/>
        </p:nvGraphicFramePr>
        <p:xfrm>
          <a:off x="0" y="0"/>
          <a:ext cx="9144000" cy="1200150"/>
        </p:xfrm>
        <a:graphic>
          <a:graphicData uri="http://schemas.openxmlformats.org/presentationml/2006/ole">
            <mc:AlternateContent xmlns:mc="http://schemas.openxmlformats.org/markup-compatibility/2006">
              <mc:Choice xmlns:v="urn:schemas-microsoft-com:vml" Requires="v">
                <p:oleObj spid="_x0000_s102406" name="Image" r:id="rId3" imgW="9561905" imgH="1600000" progId="Photoshop.Image.6">
                  <p:embed/>
                </p:oleObj>
              </mc:Choice>
              <mc:Fallback>
                <p:oleObj name="Image" r:id="rId3" imgW="9561905" imgH="1600000" progId="Photoshop.Image.6">
                  <p:embed/>
                  <p:pic>
                    <p:nvPicPr>
                      <p:cNvPr id="5" name="Object 2">
                        <a:extLst>
                          <a:ext uri="{FF2B5EF4-FFF2-40B4-BE49-F238E27FC236}">
                            <a16:creationId xmlns:a16="http://schemas.microsoft.com/office/drawing/2014/main" id="{5BCBE93B-7A82-4E5B-8094-FF6DB935FF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white">
                      <a:xfrm>
                        <a:off x="0" y="0"/>
                        <a:ext cx="91440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Freeform 3">
            <a:extLst>
              <a:ext uri="{FF2B5EF4-FFF2-40B4-BE49-F238E27FC236}">
                <a16:creationId xmlns:a16="http://schemas.microsoft.com/office/drawing/2014/main" id="{4A3B6779-94D1-4BCF-858A-8A507EC1B562}"/>
              </a:ext>
            </a:extLst>
          </p:cNvPr>
          <p:cNvSpPr>
            <a:spLocks/>
          </p:cNvSpPr>
          <p:nvPr/>
        </p:nvSpPr>
        <p:spPr bwMode="gray">
          <a:xfrm>
            <a:off x="-11113" y="280988"/>
            <a:ext cx="9155113" cy="1620837"/>
          </a:xfrm>
          <a:custGeom>
            <a:avLst/>
            <a:gdLst>
              <a:gd name="T0" fmla="*/ 2147483646 w 5767"/>
              <a:gd name="T1" fmla="*/ 2147483646 h 1021"/>
              <a:gd name="T2" fmla="*/ 2147483646 w 5767"/>
              <a:gd name="T3" fmla="*/ 2147483646 h 1021"/>
              <a:gd name="T4" fmla="*/ 2147483646 w 5767"/>
              <a:gd name="T5" fmla="*/ 2147483646 h 1021"/>
              <a:gd name="T6" fmla="*/ 2147483646 w 5767"/>
              <a:gd name="T7" fmla="*/ 0 h 1021"/>
              <a:gd name="T8" fmla="*/ 2147483646 w 5767"/>
              <a:gd name="T9" fmla="*/ 2147483646 h 1021"/>
              <a:gd name="T10" fmla="*/ 2147483646 w 5767"/>
              <a:gd name="T11" fmla="*/ 2147483646 h 1021"/>
              <a:gd name="T12" fmla="*/ 2147483646 w 5767"/>
              <a:gd name="T13" fmla="*/ 2147483646 h 1021"/>
              <a:gd name="T14" fmla="*/ 2147483646 w 5767"/>
              <a:gd name="T15" fmla="*/ 2147483646 h 1021"/>
              <a:gd name="T16" fmla="*/ 2147483646 w 5767"/>
              <a:gd name="T17" fmla="*/ 2147483646 h 10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7" h="1021">
                <a:moveTo>
                  <a:pt x="6" y="109"/>
                </a:moveTo>
                <a:cubicBezTo>
                  <a:pt x="144" y="93"/>
                  <a:pt x="626" y="42"/>
                  <a:pt x="1427" y="46"/>
                </a:cubicBezTo>
                <a:cubicBezTo>
                  <a:pt x="2228" y="50"/>
                  <a:pt x="3321" y="224"/>
                  <a:pt x="4032" y="255"/>
                </a:cubicBezTo>
                <a:cubicBezTo>
                  <a:pt x="4742" y="286"/>
                  <a:pt x="5649" y="91"/>
                  <a:pt x="5767" y="0"/>
                </a:cubicBezTo>
                <a:lnTo>
                  <a:pt x="5767" y="776"/>
                </a:lnTo>
                <a:cubicBezTo>
                  <a:pt x="4948" y="879"/>
                  <a:pt x="4543" y="844"/>
                  <a:pt x="4065" y="831"/>
                </a:cubicBezTo>
                <a:cubicBezTo>
                  <a:pt x="3587" y="818"/>
                  <a:pt x="2973" y="694"/>
                  <a:pt x="1984" y="674"/>
                </a:cubicBezTo>
                <a:cubicBezTo>
                  <a:pt x="995" y="654"/>
                  <a:pt x="28" y="969"/>
                  <a:pt x="14" y="995"/>
                </a:cubicBezTo>
                <a:cubicBezTo>
                  <a:pt x="0" y="1021"/>
                  <a:pt x="6" y="255"/>
                  <a:pt x="6" y="109"/>
                </a:cubicBezTo>
                <a:close/>
              </a:path>
            </a:pathLst>
          </a:custGeom>
          <a:solidFill>
            <a:schemeClr val="accent1">
              <a:alpha val="41176"/>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 name="Freeform 4">
            <a:extLst>
              <a:ext uri="{FF2B5EF4-FFF2-40B4-BE49-F238E27FC236}">
                <a16:creationId xmlns:a16="http://schemas.microsoft.com/office/drawing/2014/main" id="{AD4F0130-7B6E-48FC-9701-6294CC778988}"/>
              </a:ext>
            </a:extLst>
          </p:cNvPr>
          <p:cNvSpPr>
            <a:spLocks/>
          </p:cNvSpPr>
          <p:nvPr/>
        </p:nvSpPr>
        <p:spPr bwMode="gray">
          <a:xfrm>
            <a:off x="-20638" y="533400"/>
            <a:ext cx="9161463" cy="1006475"/>
          </a:xfrm>
          <a:custGeom>
            <a:avLst/>
            <a:gdLst>
              <a:gd name="T0" fmla="*/ 2147483646 w 5771"/>
              <a:gd name="T1" fmla="*/ 2147483646 h 634"/>
              <a:gd name="T2" fmla="*/ 2147483646 w 5771"/>
              <a:gd name="T3" fmla="*/ 2147483646 h 634"/>
              <a:gd name="T4" fmla="*/ 2147483646 w 5771"/>
              <a:gd name="T5" fmla="*/ 2147483646 h 634"/>
              <a:gd name="T6" fmla="*/ 2147483646 w 5771"/>
              <a:gd name="T7" fmla="*/ 2147483646 h 634"/>
              <a:gd name="T8" fmla="*/ 2147483646 w 5771"/>
              <a:gd name="T9" fmla="*/ 2147483646 h 634"/>
              <a:gd name="T10" fmla="*/ 2147483646 w 5771"/>
              <a:gd name="T11" fmla="*/ 2147483646 h 634"/>
              <a:gd name="T12" fmla="*/ 2147483646 w 5771"/>
              <a:gd name="T13" fmla="*/ 2147483646 h 634"/>
              <a:gd name="T14" fmla="*/ 2147483646 w 5771"/>
              <a:gd name="T15" fmla="*/ 2147483646 h 634"/>
              <a:gd name="T16" fmla="*/ 2147483646 w 5771"/>
              <a:gd name="T17" fmla="*/ 2147483646 h 6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71" h="634">
                <a:moveTo>
                  <a:pt x="20" y="109"/>
                </a:moveTo>
                <a:cubicBezTo>
                  <a:pt x="26" y="109"/>
                  <a:pt x="645" y="0"/>
                  <a:pt x="1442" y="3"/>
                </a:cubicBezTo>
                <a:cubicBezTo>
                  <a:pt x="2239" y="6"/>
                  <a:pt x="3443" y="123"/>
                  <a:pt x="4150" y="148"/>
                </a:cubicBezTo>
                <a:cubicBezTo>
                  <a:pt x="4858" y="173"/>
                  <a:pt x="5633" y="63"/>
                  <a:pt x="5771" y="37"/>
                </a:cubicBezTo>
                <a:lnTo>
                  <a:pt x="5771" y="557"/>
                </a:lnTo>
                <a:cubicBezTo>
                  <a:pt x="4926" y="634"/>
                  <a:pt x="4422" y="612"/>
                  <a:pt x="3942" y="592"/>
                </a:cubicBezTo>
                <a:cubicBezTo>
                  <a:pt x="3463" y="572"/>
                  <a:pt x="2588" y="450"/>
                  <a:pt x="1839" y="456"/>
                </a:cubicBezTo>
                <a:cubicBezTo>
                  <a:pt x="1182" y="455"/>
                  <a:pt x="0" y="618"/>
                  <a:pt x="6" y="620"/>
                </a:cubicBezTo>
                <a:cubicBezTo>
                  <a:pt x="12" y="621"/>
                  <a:pt x="14" y="109"/>
                  <a:pt x="20" y="109"/>
                </a:cubicBez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 name="Group 5">
            <a:extLst>
              <a:ext uri="{FF2B5EF4-FFF2-40B4-BE49-F238E27FC236}">
                <a16:creationId xmlns:a16="http://schemas.microsoft.com/office/drawing/2014/main" id="{18FB88C9-023C-4B78-8221-C16C537A2A86}"/>
              </a:ext>
            </a:extLst>
          </p:cNvPr>
          <p:cNvGrpSpPr>
            <a:grpSpLocks/>
          </p:cNvGrpSpPr>
          <p:nvPr/>
        </p:nvGrpSpPr>
        <p:grpSpPr bwMode="auto">
          <a:xfrm>
            <a:off x="7740650" y="347663"/>
            <a:ext cx="387350" cy="366712"/>
            <a:chOff x="4752" y="1200"/>
            <a:chExt cx="288" cy="288"/>
          </a:xfrm>
        </p:grpSpPr>
        <p:sp>
          <p:nvSpPr>
            <p:cNvPr id="9" name="Oval 6">
              <a:extLst>
                <a:ext uri="{FF2B5EF4-FFF2-40B4-BE49-F238E27FC236}">
                  <a16:creationId xmlns:a16="http://schemas.microsoft.com/office/drawing/2014/main" id="{8A10EAC9-50D7-4CC6-ADBF-A90F236EF55B}"/>
                </a:ext>
              </a:extLst>
            </p:cNvPr>
            <p:cNvSpPr>
              <a:spLocks noChangeArrowheads="1"/>
            </p:cNvSpPr>
            <p:nvPr/>
          </p:nvSpPr>
          <p:spPr bwMode="gray">
            <a:xfrm>
              <a:off x="4752" y="1200"/>
              <a:ext cx="288" cy="288"/>
            </a:xfrm>
            <a:prstGeom prst="ellipse">
              <a:avLst/>
            </a:prstGeom>
            <a:gradFill rotWithShape="1">
              <a:gsLst>
                <a:gs pos="0">
                  <a:schemeClr val="tx2">
                    <a:gamma/>
                    <a:tint val="25490"/>
                    <a:invGamma/>
                  </a:schemeClr>
                </a:gs>
                <a:gs pos="100000">
                  <a:schemeClr val="tx2">
                    <a:alpha val="3100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sp>
          <p:nvSpPr>
            <p:cNvPr id="10" name="Oval 7">
              <a:extLst>
                <a:ext uri="{FF2B5EF4-FFF2-40B4-BE49-F238E27FC236}">
                  <a16:creationId xmlns:a16="http://schemas.microsoft.com/office/drawing/2014/main" id="{A2F71D1A-4F10-4A23-8C08-AB879B77C2DD}"/>
                </a:ext>
              </a:extLst>
            </p:cNvPr>
            <p:cNvSpPr>
              <a:spLocks noChangeArrowheads="1"/>
            </p:cNvSpPr>
            <p:nvPr/>
          </p:nvSpPr>
          <p:spPr bwMode="gray">
            <a:xfrm>
              <a:off x="4752" y="1200"/>
              <a:ext cx="192" cy="192"/>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grpSp>
      <p:grpSp>
        <p:nvGrpSpPr>
          <p:cNvPr id="11" name="Group 8">
            <a:extLst>
              <a:ext uri="{FF2B5EF4-FFF2-40B4-BE49-F238E27FC236}">
                <a16:creationId xmlns:a16="http://schemas.microsoft.com/office/drawing/2014/main" id="{9566826D-EBF0-4324-AEF8-D4D732372948}"/>
              </a:ext>
            </a:extLst>
          </p:cNvPr>
          <p:cNvGrpSpPr>
            <a:grpSpLocks/>
          </p:cNvGrpSpPr>
          <p:nvPr/>
        </p:nvGrpSpPr>
        <p:grpSpPr bwMode="auto">
          <a:xfrm>
            <a:off x="8153400" y="53975"/>
            <a:ext cx="609600" cy="592138"/>
            <a:chOff x="4992" y="816"/>
            <a:chExt cx="576" cy="576"/>
          </a:xfrm>
        </p:grpSpPr>
        <p:sp>
          <p:nvSpPr>
            <p:cNvPr id="12" name="Oval 9">
              <a:extLst>
                <a:ext uri="{FF2B5EF4-FFF2-40B4-BE49-F238E27FC236}">
                  <a16:creationId xmlns:a16="http://schemas.microsoft.com/office/drawing/2014/main" id="{805E0333-5243-4E35-AFE1-3F60C307D3DD}"/>
                </a:ext>
              </a:extLst>
            </p:cNvPr>
            <p:cNvSpPr>
              <a:spLocks noChangeArrowheads="1"/>
            </p:cNvSpPr>
            <p:nvPr/>
          </p:nvSpPr>
          <p:spPr bwMode="gray">
            <a:xfrm>
              <a:off x="4992" y="816"/>
              <a:ext cx="576" cy="576"/>
            </a:xfrm>
            <a:prstGeom prst="ellipse">
              <a:avLst/>
            </a:prstGeom>
            <a:solidFill>
              <a:schemeClr val="accent1">
                <a:alpha val="5294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9pP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p>
          </p:txBody>
        </p:sp>
        <p:sp>
          <p:nvSpPr>
            <p:cNvPr id="13" name="Oval 10">
              <a:extLst>
                <a:ext uri="{FF2B5EF4-FFF2-40B4-BE49-F238E27FC236}">
                  <a16:creationId xmlns:a16="http://schemas.microsoft.com/office/drawing/2014/main" id="{FC531991-2111-4A03-A47C-023979845100}"/>
                </a:ext>
              </a:extLst>
            </p:cNvPr>
            <p:cNvSpPr>
              <a:spLocks noChangeArrowheads="1"/>
            </p:cNvSpPr>
            <p:nvPr/>
          </p:nvSpPr>
          <p:spPr bwMode="gray">
            <a:xfrm>
              <a:off x="4992" y="912"/>
              <a:ext cx="480" cy="385"/>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grpSp>
      <p:grpSp>
        <p:nvGrpSpPr>
          <p:cNvPr id="14" name="Group 11">
            <a:extLst>
              <a:ext uri="{FF2B5EF4-FFF2-40B4-BE49-F238E27FC236}">
                <a16:creationId xmlns:a16="http://schemas.microsoft.com/office/drawing/2014/main" id="{897E1D15-E5B7-4488-BF8C-1A17AC4A487E}"/>
              </a:ext>
            </a:extLst>
          </p:cNvPr>
          <p:cNvGrpSpPr>
            <a:grpSpLocks/>
          </p:cNvGrpSpPr>
          <p:nvPr/>
        </p:nvGrpSpPr>
        <p:grpSpPr bwMode="auto">
          <a:xfrm>
            <a:off x="171450" y="819150"/>
            <a:ext cx="720725" cy="762000"/>
            <a:chOff x="4992" y="816"/>
            <a:chExt cx="576" cy="576"/>
          </a:xfrm>
        </p:grpSpPr>
        <p:sp>
          <p:nvSpPr>
            <p:cNvPr id="15" name="Oval 12">
              <a:extLst>
                <a:ext uri="{FF2B5EF4-FFF2-40B4-BE49-F238E27FC236}">
                  <a16:creationId xmlns:a16="http://schemas.microsoft.com/office/drawing/2014/main" id="{90144799-542B-49B9-B2E1-BD9352AC6239}"/>
                </a:ext>
              </a:extLst>
            </p:cNvPr>
            <p:cNvSpPr>
              <a:spLocks noChangeArrowheads="1"/>
            </p:cNvSpPr>
            <p:nvPr/>
          </p:nvSpPr>
          <p:spPr bwMode="gray">
            <a:xfrm>
              <a:off x="4992" y="816"/>
              <a:ext cx="576" cy="576"/>
            </a:xfrm>
            <a:prstGeom prst="ellipse">
              <a:avLst/>
            </a:prstGeom>
            <a:solidFill>
              <a:schemeClr val="tx2">
                <a:alpha val="5294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9pP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p>
          </p:txBody>
        </p:sp>
        <p:sp>
          <p:nvSpPr>
            <p:cNvPr id="16" name="Oval 13">
              <a:extLst>
                <a:ext uri="{FF2B5EF4-FFF2-40B4-BE49-F238E27FC236}">
                  <a16:creationId xmlns:a16="http://schemas.microsoft.com/office/drawing/2014/main" id="{D3AA88FB-4713-4F15-99D7-E81A8BF6ABE9}"/>
                </a:ext>
              </a:extLst>
            </p:cNvPr>
            <p:cNvSpPr>
              <a:spLocks noChangeArrowheads="1"/>
            </p:cNvSpPr>
            <p:nvPr/>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grpSp>
      <p:grpSp>
        <p:nvGrpSpPr>
          <p:cNvPr id="17" name="组合 17">
            <a:extLst>
              <a:ext uri="{FF2B5EF4-FFF2-40B4-BE49-F238E27FC236}">
                <a16:creationId xmlns:a16="http://schemas.microsoft.com/office/drawing/2014/main" id="{650EC62C-E570-4C89-AD01-882A462C9439}"/>
              </a:ext>
            </a:extLst>
          </p:cNvPr>
          <p:cNvGrpSpPr>
            <a:grpSpLocks noChangeAspect="1"/>
          </p:cNvGrpSpPr>
          <p:nvPr/>
        </p:nvGrpSpPr>
        <p:grpSpPr bwMode="auto">
          <a:xfrm>
            <a:off x="6372225" y="6237288"/>
            <a:ext cx="2663825" cy="557212"/>
            <a:chOff x="3275968" y="4953000"/>
            <a:chExt cx="4818000" cy="1008000"/>
          </a:xfrm>
        </p:grpSpPr>
        <p:pic>
          <p:nvPicPr>
            <p:cNvPr id="18" name="Picture 2" descr="http://www.ccnu.edu.cn/__local/7/B7/24/0EA1E510D6F171BBEA51CFF88E8_A12ECAAB_5EDF.jpg">
              <a:extLst>
                <a:ext uri="{FF2B5EF4-FFF2-40B4-BE49-F238E27FC236}">
                  <a16:creationId xmlns:a16="http://schemas.microsoft.com/office/drawing/2014/main" id="{D8763AD4-D8EA-49E9-9FAB-B17E30F6D4D0}"/>
                </a:ext>
              </a:extLst>
            </p:cNvPr>
            <p:cNvPicPr>
              <a:picLocks noChangeAspect="1" noChangeArrowheads="1"/>
            </p:cNvPicPr>
            <p:nvPr/>
          </p:nvPicPr>
          <p:blipFill>
            <a:blip r:embed="rId5">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3275968" y="4953000"/>
              <a:ext cx="1008000" cy="10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4" descr="http://www.ccnu.edu.cn/__local/D/BF/7F/E13D2FCC39EC7FDF12582E3298E_B54B2C8C_3F8F5.png">
              <a:extLst>
                <a:ext uri="{FF2B5EF4-FFF2-40B4-BE49-F238E27FC236}">
                  <a16:creationId xmlns:a16="http://schemas.microsoft.com/office/drawing/2014/main" id="{033A358F-5050-476E-ABCD-B18DD4AE03E7}"/>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83968" y="4953000"/>
              <a:ext cx="381000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0" name="组合 20">
            <a:extLst>
              <a:ext uri="{FF2B5EF4-FFF2-40B4-BE49-F238E27FC236}">
                <a16:creationId xmlns:a16="http://schemas.microsoft.com/office/drawing/2014/main" id="{C94F0ED5-C9FC-4EE1-8A01-CAA899D0F529}"/>
              </a:ext>
            </a:extLst>
          </p:cNvPr>
          <p:cNvGrpSpPr>
            <a:grpSpLocks noChangeAspect="1"/>
          </p:cNvGrpSpPr>
          <p:nvPr/>
        </p:nvGrpSpPr>
        <p:grpSpPr bwMode="auto">
          <a:xfrm>
            <a:off x="6372225" y="6237288"/>
            <a:ext cx="2663825" cy="557212"/>
            <a:chOff x="3275968" y="4953000"/>
            <a:chExt cx="4818000" cy="1008000"/>
          </a:xfrm>
        </p:grpSpPr>
        <p:pic>
          <p:nvPicPr>
            <p:cNvPr id="21" name="Picture 2" descr="http://www.ccnu.edu.cn/__local/7/B7/24/0EA1E510D6F171BBEA51CFF88E8_A12ECAAB_5EDF.jpg">
              <a:extLst>
                <a:ext uri="{FF2B5EF4-FFF2-40B4-BE49-F238E27FC236}">
                  <a16:creationId xmlns:a16="http://schemas.microsoft.com/office/drawing/2014/main" id="{97654EA2-62E8-4D70-B3A5-A69258AC9DA0}"/>
                </a:ext>
              </a:extLst>
            </p:cNvPr>
            <p:cNvPicPr>
              <a:picLocks noChangeAspect="1" noChangeArrowheads="1"/>
            </p:cNvPicPr>
            <p:nvPr/>
          </p:nvPicPr>
          <p:blipFill>
            <a:blip r:embed="rId5">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3275968" y="4953000"/>
              <a:ext cx="1008000" cy="10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4" descr="http://www.ccnu.edu.cn/__local/D/BF/7F/E13D2FCC39EC7FDF12582E3298E_B54B2C8C_3F8F5.png">
              <a:extLst>
                <a:ext uri="{FF2B5EF4-FFF2-40B4-BE49-F238E27FC236}">
                  <a16:creationId xmlns:a16="http://schemas.microsoft.com/office/drawing/2014/main" id="{8E6FEC06-F9E2-4F7A-B1EE-73684B0A5FD4}"/>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83968" y="4953000"/>
              <a:ext cx="381000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23" name="Rectangle 15">
            <a:extLst>
              <a:ext uri="{FF2B5EF4-FFF2-40B4-BE49-F238E27FC236}">
                <a16:creationId xmlns:a16="http://schemas.microsoft.com/office/drawing/2014/main" id="{3F85E23D-282F-44A5-881A-3752DAA3596E}"/>
              </a:ext>
            </a:extLst>
          </p:cNvPr>
          <p:cNvSpPr>
            <a:spLocks noGrp="1" noChangeArrowheads="1"/>
          </p:cNvSpPr>
          <p:nvPr>
            <p:ph type="dt" sz="half" idx="10"/>
          </p:nvPr>
        </p:nvSpPr>
        <p:spPr/>
        <p:txBody>
          <a:bodyPr/>
          <a:lstStyle>
            <a:lvl1pPr>
              <a:defRPr/>
            </a:lvl1pPr>
          </a:lstStyle>
          <a:p>
            <a:endParaRPr lang="en-US" altLang="zh-CN"/>
          </a:p>
        </p:txBody>
      </p:sp>
    </p:spTree>
    <p:extLst>
      <p:ext uri="{BB962C8B-B14F-4D97-AF65-F5344CB8AC3E}">
        <p14:creationId xmlns:p14="http://schemas.microsoft.com/office/powerpoint/2010/main" val="2826543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graphicFrame>
        <p:nvGraphicFramePr>
          <p:cNvPr id="4" name="Object 2">
            <a:extLst>
              <a:ext uri="{FF2B5EF4-FFF2-40B4-BE49-F238E27FC236}">
                <a16:creationId xmlns:a16="http://schemas.microsoft.com/office/drawing/2014/main" id="{395B6153-2F91-43B9-B35E-35A5A6C3EA7B}"/>
              </a:ext>
            </a:extLst>
          </p:cNvPr>
          <p:cNvGraphicFramePr>
            <a:graphicFrameLocks noChangeAspect="1"/>
          </p:cNvGraphicFramePr>
          <p:nvPr/>
        </p:nvGraphicFramePr>
        <p:xfrm>
          <a:off x="0" y="0"/>
          <a:ext cx="9144000" cy="1200150"/>
        </p:xfrm>
        <a:graphic>
          <a:graphicData uri="http://schemas.openxmlformats.org/presentationml/2006/ole">
            <mc:AlternateContent xmlns:mc="http://schemas.openxmlformats.org/markup-compatibility/2006">
              <mc:Choice xmlns:v="urn:schemas-microsoft-com:vml" Requires="v">
                <p:oleObj spid="_x0000_s103430" name="Image" r:id="rId3" imgW="9561905" imgH="1600000" progId="Photoshop.Image.6">
                  <p:embed/>
                </p:oleObj>
              </mc:Choice>
              <mc:Fallback>
                <p:oleObj name="Image" r:id="rId3" imgW="9561905" imgH="1600000" progId="Photoshop.Image.6">
                  <p:embed/>
                  <p:pic>
                    <p:nvPicPr>
                      <p:cNvPr id="4" name="Object 2">
                        <a:extLst>
                          <a:ext uri="{FF2B5EF4-FFF2-40B4-BE49-F238E27FC236}">
                            <a16:creationId xmlns:a16="http://schemas.microsoft.com/office/drawing/2014/main" id="{395B6153-2F91-43B9-B35E-35A5A6C3EA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white">
                      <a:xfrm>
                        <a:off x="0" y="0"/>
                        <a:ext cx="91440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Freeform 3">
            <a:extLst>
              <a:ext uri="{FF2B5EF4-FFF2-40B4-BE49-F238E27FC236}">
                <a16:creationId xmlns:a16="http://schemas.microsoft.com/office/drawing/2014/main" id="{5C980F82-ACBF-4D82-A80C-D0DCB45FEAD4}"/>
              </a:ext>
            </a:extLst>
          </p:cNvPr>
          <p:cNvSpPr>
            <a:spLocks/>
          </p:cNvSpPr>
          <p:nvPr/>
        </p:nvSpPr>
        <p:spPr bwMode="gray">
          <a:xfrm>
            <a:off x="-11113" y="280988"/>
            <a:ext cx="9155113" cy="1620837"/>
          </a:xfrm>
          <a:custGeom>
            <a:avLst/>
            <a:gdLst>
              <a:gd name="T0" fmla="*/ 2147483646 w 5767"/>
              <a:gd name="T1" fmla="*/ 2147483646 h 1021"/>
              <a:gd name="T2" fmla="*/ 2147483646 w 5767"/>
              <a:gd name="T3" fmla="*/ 2147483646 h 1021"/>
              <a:gd name="T4" fmla="*/ 2147483646 w 5767"/>
              <a:gd name="T5" fmla="*/ 2147483646 h 1021"/>
              <a:gd name="T6" fmla="*/ 2147483646 w 5767"/>
              <a:gd name="T7" fmla="*/ 0 h 1021"/>
              <a:gd name="T8" fmla="*/ 2147483646 w 5767"/>
              <a:gd name="T9" fmla="*/ 2147483646 h 1021"/>
              <a:gd name="T10" fmla="*/ 2147483646 w 5767"/>
              <a:gd name="T11" fmla="*/ 2147483646 h 1021"/>
              <a:gd name="T12" fmla="*/ 2147483646 w 5767"/>
              <a:gd name="T13" fmla="*/ 2147483646 h 1021"/>
              <a:gd name="T14" fmla="*/ 2147483646 w 5767"/>
              <a:gd name="T15" fmla="*/ 2147483646 h 1021"/>
              <a:gd name="T16" fmla="*/ 2147483646 w 5767"/>
              <a:gd name="T17" fmla="*/ 2147483646 h 10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7" h="1021">
                <a:moveTo>
                  <a:pt x="6" y="109"/>
                </a:moveTo>
                <a:cubicBezTo>
                  <a:pt x="144" y="93"/>
                  <a:pt x="626" y="42"/>
                  <a:pt x="1427" y="46"/>
                </a:cubicBezTo>
                <a:cubicBezTo>
                  <a:pt x="2228" y="50"/>
                  <a:pt x="3321" y="224"/>
                  <a:pt x="4032" y="255"/>
                </a:cubicBezTo>
                <a:cubicBezTo>
                  <a:pt x="4742" y="286"/>
                  <a:pt x="5649" y="91"/>
                  <a:pt x="5767" y="0"/>
                </a:cubicBezTo>
                <a:lnTo>
                  <a:pt x="5767" y="776"/>
                </a:lnTo>
                <a:cubicBezTo>
                  <a:pt x="4948" y="879"/>
                  <a:pt x="4543" y="844"/>
                  <a:pt x="4065" y="831"/>
                </a:cubicBezTo>
                <a:cubicBezTo>
                  <a:pt x="3587" y="818"/>
                  <a:pt x="2973" y="694"/>
                  <a:pt x="1984" y="674"/>
                </a:cubicBezTo>
                <a:cubicBezTo>
                  <a:pt x="995" y="654"/>
                  <a:pt x="28" y="969"/>
                  <a:pt x="14" y="995"/>
                </a:cubicBezTo>
                <a:cubicBezTo>
                  <a:pt x="0" y="1021"/>
                  <a:pt x="6" y="255"/>
                  <a:pt x="6" y="109"/>
                </a:cubicBezTo>
                <a:close/>
              </a:path>
            </a:pathLst>
          </a:custGeom>
          <a:solidFill>
            <a:schemeClr val="accent1">
              <a:alpha val="41176"/>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 name="Freeform 4">
            <a:extLst>
              <a:ext uri="{FF2B5EF4-FFF2-40B4-BE49-F238E27FC236}">
                <a16:creationId xmlns:a16="http://schemas.microsoft.com/office/drawing/2014/main" id="{269F5D10-9B67-4906-81FB-AC41938BEA87}"/>
              </a:ext>
            </a:extLst>
          </p:cNvPr>
          <p:cNvSpPr>
            <a:spLocks/>
          </p:cNvSpPr>
          <p:nvPr/>
        </p:nvSpPr>
        <p:spPr bwMode="gray">
          <a:xfrm>
            <a:off x="-20638" y="533400"/>
            <a:ext cx="9161463" cy="1006475"/>
          </a:xfrm>
          <a:custGeom>
            <a:avLst/>
            <a:gdLst>
              <a:gd name="T0" fmla="*/ 2147483646 w 5771"/>
              <a:gd name="T1" fmla="*/ 2147483646 h 634"/>
              <a:gd name="T2" fmla="*/ 2147483646 w 5771"/>
              <a:gd name="T3" fmla="*/ 2147483646 h 634"/>
              <a:gd name="T4" fmla="*/ 2147483646 w 5771"/>
              <a:gd name="T5" fmla="*/ 2147483646 h 634"/>
              <a:gd name="T6" fmla="*/ 2147483646 w 5771"/>
              <a:gd name="T7" fmla="*/ 2147483646 h 634"/>
              <a:gd name="T8" fmla="*/ 2147483646 w 5771"/>
              <a:gd name="T9" fmla="*/ 2147483646 h 634"/>
              <a:gd name="T10" fmla="*/ 2147483646 w 5771"/>
              <a:gd name="T11" fmla="*/ 2147483646 h 634"/>
              <a:gd name="T12" fmla="*/ 2147483646 w 5771"/>
              <a:gd name="T13" fmla="*/ 2147483646 h 634"/>
              <a:gd name="T14" fmla="*/ 2147483646 w 5771"/>
              <a:gd name="T15" fmla="*/ 2147483646 h 634"/>
              <a:gd name="T16" fmla="*/ 2147483646 w 5771"/>
              <a:gd name="T17" fmla="*/ 2147483646 h 6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71" h="634">
                <a:moveTo>
                  <a:pt x="20" y="109"/>
                </a:moveTo>
                <a:cubicBezTo>
                  <a:pt x="26" y="109"/>
                  <a:pt x="645" y="0"/>
                  <a:pt x="1442" y="3"/>
                </a:cubicBezTo>
                <a:cubicBezTo>
                  <a:pt x="2239" y="6"/>
                  <a:pt x="3443" y="123"/>
                  <a:pt x="4150" y="148"/>
                </a:cubicBezTo>
                <a:cubicBezTo>
                  <a:pt x="4858" y="173"/>
                  <a:pt x="5633" y="63"/>
                  <a:pt x="5771" y="37"/>
                </a:cubicBezTo>
                <a:lnTo>
                  <a:pt x="5771" y="557"/>
                </a:lnTo>
                <a:cubicBezTo>
                  <a:pt x="4926" y="634"/>
                  <a:pt x="4422" y="612"/>
                  <a:pt x="3942" y="592"/>
                </a:cubicBezTo>
                <a:cubicBezTo>
                  <a:pt x="3463" y="572"/>
                  <a:pt x="2588" y="450"/>
                  <a:pt x="1839" y="456"/>
                </a:cubicBezTo>
                <a:cubicBezTo>
                  <a:pt x="1182" y="455"/>
                  <a:pt x="0" y="618"/>
                  <a:pt x="6" y="620"/>
                </a:cubicBezTo>
                <a:cubicBezTo>
                  <a:pt x="12" y="621"/>
                  <a:pt x="14" y="109"/>
                  <a:pt x="20" y="109"/>
                </a:cubicBez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 name="Group 5">
            <a:extLst>
              <a:ext uri="{FF2B5EF4-FFF2-40B4-BE49-F238E27FC236}">
                <a16:creationId xmlns:a16="http://schemas.microsoft.com/office/drawing/2014/main" id="{9210F113-02E8-4D51-8B35-58759D852316}"/>
              </a:ext>
            </a:extLst>
          </p:cNvPr>
          <p:cNvGrpSpPr>
            <a:grpSpLocks/>
          </p:cNvGrpSpPr>
          <p:nvPr/>
        </p:nvGrpSpPr>
        <p:grpSpPr bwMode="auto">
          <a:xfrm>
            <a:off x="7740650" y="347663"/>
            <a:ext cx="387350" cy="366712"/>
            <a:chOff x="4752" y="1200"/>
            <a:chExt cx="288" cy="288"/>
          </a:xfrm>
        </p:grpSpPr>
        <p:sp>
          <p:nvSpPr>
            <p:cNvPr id="8" name="Oval 6">
              <a:extLst>
                <a:ext uri="{FF2B5EF4-FFF2-40B4-BE49-F238E27FC236}">
                  <a16:creationId xmlns:a16="http://schemas.microsoft.com/office/drawing/2014/main" id="{64C40F94-EC07-4FD3-A885-51BF8D81C549}"/>
                </a:ext>
              </a:extLst>
            </p:cNvPr>
            <p:cNvSpPr>
              <a:spLocks noChangeArrowheads="1"/>
            </p:cNvSpPr>
            <p:nvPr/>
          </p:nvSpPr>
          <p:spPr bwMode="gray">
            <a:xfrm>
              <a:off x="4752" y="1200"/>
              <a:ext cx="288" cy="288"/>
            </a:xfrm>
            <a:prstGeom prst="ellipse">
              <a:avLst/>
            </a:prstGeom>
            <a:gradFill rotWithShape="1">
              <a:gsLst>
                <a:gs pos="0">
                  <a:schemeClr val="tx2">
                    <a:gamma/>
                    <a:tint val="25490"/>
                    <a:invGamma/>
                  </a:schemeClr>
                </a:gs>
                <a:gs pos="100000">
                  <a:schemeClr val="tx2">
                    <a:alpha val="3100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sp>
          <p:nvSpPr>
            <p:cNvPr id="9" name="Oval 7">
              <a:extLst>
                <a:ext uri="{FF2B5EF4-FFF2-40B4-BE49-F238E27FC236}">
                  <a16:creationId xmlns:a16="http://schemas.microsoft.com/office/drawing/2014/main" id="{9B8DD58C-899E-4E61-AA59-E7CBF32A1219}"/>
                </a:ext>
              </a:extLst>
            </p:cNvPr>
            <p:cNvSpPr>
              <a:spLocks noChangeArrowheads="1"/>
            </p:cNvSpPr>
            <p:nvPr/>
          </p:nvSpPr>
          <p:spPr bwMode="gray">
            <a:xfrm>
              <a:off x="4752" y="1200"/>
              <a:ext cx="192" cy="192"/>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grpSp>
      <p:grpSp>
        <p:nvGrpSpPr>
          <p:cNvPr id="10" name="Group 8">
            <a:extLst>
              <a:ext uri="{FF2B5EF4-FFF2-40B4-BE49-F238E27FC236}">
                <a16:creationId xmlns:a16="http://schemas.microsoft.com/office/drawing/2014/main" id="{D1789FF9-B3EF-4595-9E83-5A88031A317B}"/>
              </a:ext>
            </a:extLst>
          </p:cNvPr>
          <p:cNvGrpSpPr>
            <a:grpSpLocks/>
          </p:cNvGrpSpPr>
          <p:nvPr/>
        </p:nvGrpSpPr>
        <p:grpSpPr bwMode="auto">
          <a:xfrm>
            <a:off x="8153400" y="53975"/>
            <a:ext cx="609600" cy="592138"/>
            <a:chOff x="4992" y="816"/>
            <a:chExt cx="576" cy="576"/>
          </a:xfrm>
        </p:grpSpPr>
        <p:sp>
          <p:nvSpPr>
            <p:cNvPr id="11" name="Oval 9">
              <a:extLst>
                <a:ext uri="{FF2B5EF4-FFF2-40B4-BE49-F238E27FC236}">
                  <a16:creationId xmlns:a16="http://schemas.microsoft.com/office/drawing/2014/main" id="{A20F7673-A49B-4EA3-80AC-91DE36038374}"/>
                </a:ext>
              </a:extLst>
            </p:cNvPr>
            <p:cNvSpPr>
              <a:spLocks noChangeArrowheads="1"/>
            </p:cNvSpPr>
            <p:nvPr/>
          </p:nvSpPr>
          <p:spPr bwMode="gray">
            <a:xfrm>
              <a:off x="4992" y="816"/>
              <a:ext cx="576" cy="576"/>
            </a:xfrm>
            <a:prstGeom prst="ellipse">
              <a:avLst/>
            </a:prstGeom>
            <a:solidFill>
              <a:schemeClr val="accent1">
                <a:alpha val="5294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9pP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p>
          </p:txBody>
        </p:sp>
        <p:sp>
          <p:nvSpPr>
            <p:cNvPr id="12" name="Oval 10">
              <a:extLst>
                <a:ext uri="{FF2B5EF4-FFF2-40B4-BE49-F238E27FC236}">
                  <a16:creationId xmlns:a16="http://schemas.microsoft.com/office/drawing/2014/main" id="{B55806D3-2F97-4A40-914D-DCB1ACBEAFB5}"/>
                </a:ext>
              </a:extLst>
            </p:cNvPr>
            <p:cNvSpPr>
              <a:spLocks noChangeArrowheads="1"/>
            </p:cNvSpPr>
            <p:nvPr/>
          </p:nvSpPr>
          <p:spPr bwMode="gray">
            <a:xfrm>
              <a:off x="4992" y="912"/>
              <a:ext cx="480" cy="385"/>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grpSp>
      <p:grpSp>
        <p:nvGrpSpPr>
          <p:cNvPr id="13" name="Group 11">
            <a:extLst>
              <a:ext uri="{FF2B5EF4-FFF2-40B4-BE49-F238E27FC236}">
                <a16:creationId xmlns:a16="http://schemas.microsoft.com/office/drawing/2014/main" id="{DCDBF5A6-952F-4019-99F0-4EA42CF0EF64}"/>
              </a:ext>
            </a:extLst>
          </p:cNvPr>
          <p:cNvGrpSpPr>
            <a:grpSpLocks/>
          </p:cNvGrpSpPr>
          <p:nvPr/>
        </p:nvGrpSpPr>
        <p:grpSpPr bwMode="auto">
          <a:xfrm>
            <a:off x="171450" y="819150"/>
            <a:ext cx="720725" cy="762000"/>
            <a:chOff x="4992" y="816"/>
            <a:chExt cx="576" cy="576"/>
          </a:xfrm>
        </p:grpSpPr>
        <p:sp>
          <p:nvSpPr>
            <p:cNvPr id="14" name="Oval 12">
              <a:extLst>
                <a:ext uri="{FF2B5EF4-FFF2-40B4-BE49-F238E27FC236}">
                  <a16:creationId xmlns:a16="http://schemas.microsoft.com/office/drawing/2014/main" id="{1FB5793E-4736-43CE-9231-E3002A583035}"/>
                </a:ext>
              </a:extLst>
            </p:cNvPr>
            <p:cNvSpPr>
              <a:spLocks noChangeArrowheads="1"/>
            </p:cNvSpPr>
            <p:nvPr/>
          </p:nvSpPr>
          <p:spPr bwMode="gray">
            <a:xfrm>
              <a:off x="4992" y="816"/>
              <a:ext cx="576" cy="576"/>
            </a:xfrm>
            <a:prstGeom prst="ellipse">
              <a:avLst/>
            </a:prstGeom>
            <a:solidFill>
              <a:schemeClr val="tx2">
                <a:alpha val="5294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9pP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p>
          </p:txBody>
        </p:sp>
        <p:sp>
          <p:nvSpPr>
            <p:cNvPr id="15" name="Oval 13">
              <a:extLst>
                <a:ext uri="{FF2B5EF4-FFF2-40B4-BE49-F238E27FC236}">
                  <a16:creationId xmlns:a16="http://schemas.microsoft.com/office/drawing/2014/main" id="{F53BEBD4-018A-44D8-95A5-106131B5C863}"/>
                </a:ext>
              </a:extLst>
            </p:cNvPr>
            <p:cNvSpPr>
              <a:spLocks noChangeArrowheads="1"/>
            </p:cNvSpPr>
            <p:nvPr/>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grpSp>
      <p:grpSp>
        <p:nvGrpSpPr>
          <p:cNvPr id="16" name="组合 17">
            <a:extLst>
              <a:ext uri="{FF2B5EF4-FFF2-40B4-BE49-F238E27FC236}">
                <a16:creationId xmlns:a16="http://schemas.microsoft.com/office/drawing/2014/main" id="{8261A38D-942F-4B7E-BC5F-E0710EEA7DD7}"/>
              </a:ext>
            </a:extLst>
          </p:cNvPr>
          <p:cNvGrpSpPr>
            <a:grpSpLocks noChangeAspect="1"/>
          </p:cNvGrpSpPr>
          <p:nvPr/>
        </p:nvGrpSpPr>
        <p:grpSpPr bwMode="auto">
          <a:xfrm>
            <a:off x="6372225" y="6237288"/>
            <a:ext cx="2663825" cy="557212"/>
            <a:chOff x="3275968" y="4953000"/>
            <a:chExt cx="4818000" cy="1008000"/>
          </a:xfrm>
        </p:grpSpPr>
        <p:pic>
          <p:nvPicPr>
            <p:cNvPr id="17" name="Picture 2" descr="http://www.ccnu.edu.cn/__local/7/B7/24/0EA1E510D6F171BBEA51CFF88E8_A12ECAAB_5EDF.jpg">
              <a:extLst>
                <a:ext uri="{FF2B5EF4-FFF2-40B4-BE49-F238E27FC236}">
                  <a16:creationId xmlns:a16="http://schemas.microsoft.com/office/drawing/2014/main" id="{8749F0D3-2B4A-4520-A1FA-DCE37D6699B3}"/>
                </a:ext>
              </a:extLst>
            </p:cNvPr>
            <p:cNvPicPr>
              <a:picLocks noChangeAspect="1" noChangeArrowheads="1"/>
            </p:cNvPicPr>
            <p:nvPr/>
          </p:nvPicPr>
          <p:blipFill>
            <a:blip r:embed="rId5">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3275968" y="4953000"/>
              <a:ext cx="1008000" cy="10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4" descr="http://www.ccnu.edu.cn/__local/D/BF/7F/E13D2FCC39EC7FDF12582E3298E_B54B2C8C_3F8F5.png">
              <a:extLst>
                <a:ext uri="{FF2B5EF4-FFF2-40B4-BE49-F238E27FC236}">
                  <a16:creationId xmlns:a16="http://schemas.microsoft.com/office/drawing/2014/main" id="{8912A963-8AEF-4C11-BB0E-174B5DF7F33F}"/>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83968" y="4953000"/>
              <a:ext cx="381000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9" name="组合 20">
            <a:extLst>
              <a:ext uri="{FF2B5EF4-FFF2-40B4-BE49-F238E27FC236}">
                <a16:creationId xmlns:a16="http://schemas.microsoft.com/office/drawing/2014/main" id="{1A359BA5-C56A-4E20-93A1-15ADE95513DA}"/>
              </a:ext>
            </a:extLst>
          </p:cNvPr>
          <p:cNvGrpSpPr>
            <a:grpSpLocks noChangeAspect="1"/>
          </p:cNvGrpSpPr>
          <p:nvPr/>
        </p:nvGrpSpPr>
        <p:grpSpPr bwMode="auto">
          <a:xfrm>
            <a:off x="6372225" y="6237288"/>
            <a:ext cx="2663825" cy="557212"/>
            <a:chOff x="3275968" y="4953000"/>
            <a:chExt cx="4818000" cy="1008000"/>
          </a:xfrm>
        </p:grpSpPr>
        <p:pic>
          <p:nvPicPr>
            <p:cNvPr id="20" name="Picture 2" descr="http://www.ccnu.edu.cn/__local/7/B7/24/0EA1E510D6F171BBEA51CFF88E8_A12ECAAB_5EDF.jpg">
              <a:extLst>
                <a:ext uri="{FF2B5EF4-FFF2-40B4-BE49-F238E27FC236}">
                  <a16:creationId xmlns:a16="http://schemas.microsoft.com/office/drawing/2014/main" id="{90B9D8CB-7797-41B9-81A3-2053448E9909}"/>
                </a:ext>
              </a:extLst>
            </p:cNvPr>
            <p:cNvPicPr>
              <a:picLocks noChangeAspect="1" noChangeArrowheads="1"/>
            </p:cNvPicPr>
            <p:nvPr/>
          </p:nvPicPr>
          <p:blipFill>
            <a:blip r:embed="rId5">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3275968" y="4953000"/>
              <a:ext cx="1008000" cy="10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4" descr="http://www.ccnu.edu.cn/__local/D/BF/7F/E13D2FCC39EC7FDF12582E3298E_B54B2C8C_3F8F5.png">
              <a:extLst>
                <a:ext uri="{FF2B5EF4-FFF2-40B4-BE49-F238E27FC236}">
                  <a16:creationId xmlns:a16="http://schemas.microsoft.com/office/drawing/2014/main" id="{2A9879E1-EA45-4109-9E9D-E574AD221DD6}"/>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83968" y="4953000"/>
              <a:ext cx="381000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2" name="Rectangle 15">
            <a:extLst>
              <a:ext uri="{FF2B5EF4-FFF2-40B4-BE49-F238E27FC236}">
                <a16:creationId xmlns:a16="http://schemas.microsoft.com/office/drawing/2014/main" id="{792C083E-0DB9-48DF-A541-60535C02FFCA}"/>
              </a:ext>
            </a:extLst>
          </p:cNvPr>
          <p:cNvSpPr>
            <a:spLocks noGrp="1" noChangeArrowheads="1"/>
          </p:cNvSpPr>
          <p:nvPr>
            <p:ph type="dt" sz="half" idx="10"/>
          </p:nvPr>
        </p:nvSpPr>
        <p:spPr/>
        <p:txBody>
          <a:bodyPr/>
          <a:lstStyle>
            <a:lvl1pPr>
              <a:defRPr/>
            </a:lvl1pPr>
          </a:lstStyle>
          <a:p>
            <a:endParaRPr lang="en-US" altLang="zh-CN"/>
          </a:p>
        </p:txBody>
      </p:sp>
    </p:spTree>
    <p:extLst>
      <p:ext uri="{BB962C8B-B14F-4D97-AF65-F5344CB8AC3E}">
        <p14:creationId xmlns:p14="http://schemas.microsoft.com/office/powerpoint/2010/main" val="1741798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graphicFrame>
        <p:nvGraphicFramePr>
          <p:cNvPr id="4" name="Object 2">
            <a:extLst>
              <a:ext uri="{FF2B5EF4-FFF2-40B4-BE49-F238E27FC236}">
                <a16:creationId xmlns:a16="http://schemas.microsoft.com/office/drawing/2014/main" id="{27FC1425-98FD-40E6-A084-789DB97EEAD2}"/>
              </a:ext>
            </a:extLst>
          </p:cNvPr>
          <p:cNvGraphicFramePr>
            <a:graphicFrameLocks noChangeAspect="1"/>
          </p:cNvGraphicFramePr>
          <p:nvPr/>
        </p:nvGraphicFramePr>
        <p:xfrm>
          <a:off x="0" y="0"/>
          <a:ext cx="9144000" cy="1200150"/>
        </p:xfrm>
        <a:graphic>
          <a:graphicData uri="http://schemas.openxmlformats.org/presentationml/2006/ole">
            <mc:AlternateContent xmlns:mc="http://schemas.openxmlformats.org/markup-compatibility/2006">
              <mc:Choice xmlns:v="urn:schemas-microsoft-com:vml" Requires="v">
                <p:oleObj spid="_x0000_s104454" name="Image" r:id="rId3" imgW="9561905" imgH="1600000" progId="Photoshop.Image.6">
                  <p:embed/>
                </p:oleObj>
              </mc:Choice>
              <mc:Fallback>
                <p:oleObj name="Image" r:id="rId3" imgW="9561905" imgH="1600000" progId="Photoshop.Image.6">
                  <p:embed/>
                  <p:pic>
                    <p:nvPicPr>
                      <p:cNvPr id="4" name="Object 2">
                        <a:extLst>
                          <a:ext uri="{FF2B5EF4-FFF2-40B4-BE49-F238E27FC236}">
                            <a16:creationId xmlns:a16="http://schemas.microsoft.com/office/drawing/2014/main" id="{27FC1425-98FD-40E6-A084-789DB97EEA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white">
                      <a:xfrm>
                        <a:off x="0" y="0"/>
                        <a:ext cx="91440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Freeform 3">
            <a:extLst>
              <a:ext uri="{FF2B5EF4-FFF2-40B4-BE49-F238E27FC236}">
                <a16:creationId xmlns:a16="http://schemas.microsoft.com/office/drawing/2014/main" id="{DC042EC3-C59A-4EBF-BEA8-60F8E0EF8D8F}"/>
              </a:ext>
            </a:extLst>
          </p:cNvPr>
          <p:cNvSpPr>
            <a:spLocks/>
          </p:cNvSpPr>
          <p:nvPr/>
        </p:nvSpPr>
        <p:spPr bwMode="gray">
          <a:xfrm>
            <a:off x="-11113" y="280988"/>
            <a:ext cx="9155113" cy="1620837"/>
          </a:xfrm>
          <a:custGeom>
            <a:avLst/>
            <a:gdLst>
              <a:gd name="T0" fmla="*/ 2147483646 w 5767"/>
              <a:gd name="T1" fmla="*/ 2147483646 h 1021"/>
              <a:gd name="T2" fmla="*/ 2147483646 w 5767"/>
              <a:gd name="T3" fmla="*/ 2147483646 h 1021"/>
              <a:gd name="T4" fmla="*/ 2147483646 w 5767"/>
              <a:gd name="T5" fmla="*/ 2147483646 h 1021"/>
              <a:gd name="T6" fmla="*/ 2147483646 w 5767"/>
              <a:gd name="T7" fmla="*/ 0 h 1021"/>
              <a:gd name="T8" fmla="*/ 2147483646 w 5767"/>
              <a:gd name="T9" fmla="*/ 2147483646 h 1021"/>
              <a:gd name="T10" fmla="*/ 2147483646 w 5767"/>
              <a:gd name="T11" fmla="*/ 2147483646 h 1021"/>
              <a:gd name="T12" fmla="*/ 2147483646 w 5767"/>
              <a:gd name="T13" fmla="*/ 2147483646 h 1021"/>
              <a:gd name="T14" fmla="*/ 2147483646 w 5767"/>
              <a:gd name="T15" fmla="*/ 2147483646 h 1021"/>
              <a:gd name="T16" fmla="*/ 2147483646 w 5767"/>
              <a:gd name="T17" fmla="*/ 2147483646 h 10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7" h="1021">
                <a:moveTo>
                  <a:pt x="6" y="109"/>
                </a:moveTo>
                <a:cubicBezTo>
                  <a:pt x="144" y="93"/>
                  <a:pt x="626" y="42"/>
                  <a:pt x="1427" y="46"/>
                </a:cubicBezTo>
                <a:cubicBezTo>
                  <a:pt x="2228" y="50"/>
                  <a:pt x="3321" y="224"/>
                  <a:pt x="4032" y="255"/>
                </a:cubicBezTo>
                <a:cubicBezTo>
                  <a:pt x="4742" y="286"/>
                  <a:pt x="5649" y="91"/>
                  <a:pt x="5767" y="0"/>
                </a:cubicBezTo>
                <a:lnTo>
                  <a:pt x="5767" y="776"/>
                </a:lnTo>
                <a:cubicBezTo>
                  <a:pt x="4948" y="879"/>
                  <a:pt x="4543" y="844"/>
                  <a:pt x="4065" y="831"/>
                </a:cubicBezTo>
                <a:cubicBezTo>
                  <a:pt x="3587" y="818"/>
                  <a:pt x="2973" y="694"/>
                  <a:pt x="1984" y="674"/>
                </a:cubicBezTo>
                <a:cubicBezTo>
                  <a:pt x="995" y="654"/>
                  <a:pt x="28" y="969"/>
                  <a:pt x="14" y="995"/>
                </a:cubicBezTo>
                <a:cubicBezTo>
                  <a:pt x="0" y="1021"/>
                  <a:pt x="6" y="255"/>
                  <a:pt x="6" y="109"/>
                </a:cubicBezTo>
                <a:close/>
              </a:path>
            </a:pathLst>
          </a:custGeom>
          <a:solidFill>
            <a:schemeClr val="accent1">
              <a:alpha val="41176"/>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 name="Freeform 4">
            <a:extLst>
              <a:ext uri="{FF2B5EF4-FFF2-40B4-BE49-F238E27FC236}">
                <a16:creationId xmlns:a16="http://schemas.microsoft.com/office/drawing/2014/main" id="{C25B027B-7386-4865-B0D8-806F4EBA41F9}"/>
              </a:ext>
            </a:extLst>
          </p:cNvPr>
          <p:cNvSpPr>
            <a:spLocks/>
          </p:cNvSpPr>
          <p:nvPr/>
        </p:nvSpPr>
        <p:spPr bwMode="gray">
          <a:xfrm>
            <a:off x="-20638" y="533400"/>
            <a:ext cx="9161463" cy="1006475"/>
          </a:xfrm>
          <a:custGeom>
            <a:avLst/>
            <a:gdLst>
              <a:gd name="T0" fmla="*/ 2147483646 w 5771"/>
              <a:gd name="T1" fmla="*/ 2147483646 h 634"/>
              <a:gd name="T2" fmla="*/ 2147483646 w 5771"/>
              <a:gd name="T3" fmla="*/ 2147483646 h 634"/>
              <a:gd name="T4" fmla="*/ 2147483646 w 5771"/>
              <a:gd name="T5" fmla="*/ 2147483646 h 634"/>
              <a:gd name="T6" fmla="*/ 2147483646 w 5771"/>
              <a:gd name="T7" fmla="*/ 2147483646 h 634"/>
              <a:gd name="T8" fmla="*/ 2147483646 w 5771"/>
              <a:gd name="T9" fmla="*/ 2147483646 h 634"/>
              <a:gd name="T10" fmla="*/ 2147483646 w 5771"/>
              <a:gd name="T11" fmla="*/ 2147483646 h 634"/>
              <a:gd name="T12" fmla="*/ 2147483646 w 5771"/>
              <a:gd name="T13" fmla="*/ 2147483646 h 634"/>
              <a:gd name="T14" fmla="*/ 2147483646 w 5771"/>
              <a:gd name="T15" fmla="*/ 2147483646 h 634"/>
              <a:gd name="T16" fmla="*/ 2147483646 w 5771"/>
              <a:gd name="T17" fmla="*/ 2147483646 h 6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71" h="634">
                <a:moveTo>
                  <a:pt x="20" y="109"/>
                </a:moveTo>
                <a:cubicBezTo>
                  <a:pt x="26" y="109"/>
                  <a:pt x="645" y="0"/>
                  <a:pt x="1442" y="3"/>
                </a:cubicBezTo>
                <a:cubicBezTo>
                  <a:pt x="2239" y="6"/>
                  <a:pt x="3443" y="123"/>
                  <a:pt x="4150" y="148"/>
                </a:cubicBezTo>
                <a:cubicBezTo>
                  <a:pt x="4858" y="173"/>
                  <a:pt x="5633" y="63"/>
                  <a:pt x="5771" y="37"/>
                </a:cubicBezTo>
                <a:lnTo>
                  <a:pt x="5771" y="557"/>
                </a:lnTo>
                <a:cubicBezTo>
                  <a:pt x="4926" y="634"/>
                  <a:pt x="4422" y="612"/>
                  <a:pt x="3942" y="592"/>
                </a:cubicBezTo>
                <a:cubicBezTo>
                  <a:pt x="3463" y="572"/>
                  <a:pt x="2588" y="450"/>
                  <a:pt x="1839" y="456"/>
                </a:cubicBezTo>
                <a:cubicBezTo>
                  <a:pt x="1182" y="455"/>
                  <a:pt x="0" y="618"/>
                  <a:pt x="6" y="620"/>
                </a:cubicBezTo>
                <a:cubicBezTo>
                  <a:pt x="12" y="621"/>
                  <a:pt x="14" y="109"/>
                  <a:pt x="20" y="109"/>
                </a:cubicBez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 name="Group 5">
            <a:extLst>
              <a:ext uri="{FF2B5EF4-FFF2-40B4-BE49-F238E27FC236}">
                <a16:creationId xmlns:a16="http://schemas.microsoft.com/office/drawing/2014/main" id="{9281EB7F-DDA8-4196-84FB-CBEDD9D0F870}"/>
              </a:ext>
            </a:extLst>
          </p:cNvPr>
          <p:cNvGrpSpPr>
            <a:grpSpLocks/>
          </p:cNvGrpSpPr>
          <p:nvPr/>
        </p:nvGrpSpPr>
        <p:grpSpPr bwMode="auto">
          <a:xfrm>
            <a:off x="7740650" y="347663"/>
            <a:ext cx="387350" cy="366712"/>
            <a:chOff x="4752" y="1200"/>
            <a:chExt cx="288" cy="288"/>
          </a:xfrm>
        </p:grpSpPr>
        <p:sp>
          <p:nvSpPr>
            <p:cNvPr id="8" name="Oval 6">
              <a:extLst>
                <a:ext uri="{FF2B5EF4-FFF2-40B4-BE49-F238E27FC236}">
                  <a16:creationId xmlns:a16="http://schemas.microsoft.com/office/drawing/2014/main" id="{69350FC1-D6EB-4F9B-9842-A4C386AD2FFC}"/>
                </a:ext>
              </a:extLst>
            </p:cNvPr>
            <p:cNvSpPr>
              <a:spLocks noChangeArrowheads="1"/>
            </p:cNvSpPr>
            <p:nvPr/>
          </p:nvSpPr>
          <p:spPr bwMode="gray">
            <a:xfrm>
              <a:off x="4752" y="1200"/>
              <a:ext cx="288" cy="288"/>
            </a:xfrm>
            <a:prstGeom prst="ellipse">
              <a:avLst/>
            </a:prstGeom>
            <a:gradFill rotWithShape="1">
              <a:gsLst>
                <a:gs pos="0">
                  <a:schemeClr val="tx2">
                    <a:gamma/>
                    <a:tint val="25490"/>
                    <a:invGamma/>
                  </a:schemeClr>
                </a:gs>
                <a:gs pos="100000">
                  <a:schemeClr val="tx2">
                    <a:alpha val="3100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sp>
          <p:nvSpPr>
            <p:cNvPr id="9" name="Oval 7">
              <a:extLst>
                <a:ext uri="{FF2B5EF4-FFF2-40B4-BE49-F238E27FC236}">
                  <a16:creationId xmlns:a16="http://schemas.microsoft.com/office/drawing/2014/main" id="{550B2EFA-9803-4A9C-B8D0-BCF64267A0FC}"/>
                </a:ext>
              </a:extLst>
            </p:cNvPr>
            <p:cNvSpPr>
              <a:spLocks noChangeArrowheads="1"/>
            </p:cNvSpPr>
            <p:nvPr/>
          </p:nvSpPr>
          <p:spPr bwMode="gray">
            <a:xfrm>
              <a:off x="4752" y="1200"/>
              <a:ext cx="192" cy="192"/>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grpSp>
      <p:grpSp>
        <p:nvGrpSpPr>
          <p:cNvPr id="10" name="Group 8">
            <a:extLst>
              <a:ext uri="{FF2B5EF4-FFF2-40B4-BE49-F238E27FC236}">
                <a16:creationId xmlns:a16="http://schemas.microsoft.com/office/drawing/2014/main" id="{88A63103-42A2-4384-9439-C357B1390223}"/>
              </a:ext>
            </a:extLst>
          </p:cNvPr>
          <p:cNvGrpSpPr>
            <a:grpSpLocks/>
          </p:cNvGrpSpPr>
          <p:nvPr/>
        </p:nvGrpSpPr>
        <p:grpSpPr bwMode="auto">
          <a:xfrm>
            <a:off x="8153400" y="53975"/>
            <a:ext cx="609600" cy="592138"/>
            <a:chOff x="4992" y="816"/>
            <a:chExt cx="576" cy="576"/>
          </a:xfrm>
        </p:grpSpPr>
        <p:sp>
          <p:nvSpPr>
            <p:cNvPr id="11" name="Oval 9">
              <a:extLst>
                <a:ext uri="{FF2B5EF4-FFF2-40B4-BE49-F238E27FC236}">
                  <a16:creationId xmlns:a16="http://schemas.microsoft.com/office/drawing/2014/main" id="{88CA1974-5945-4281-9B27-38D189079F7C}"/>
                </a:ext>
              </a:extLst>
            </p:cNvPr>
            <p:cNvSpPr>
              <a:spLocks noChangeArrowheads="1"/>
            </p:cNvSpPr>
            <p:nvPr/>
          </p:nvSpPr>
          <p:spPr bwMode="gray">
            <a:xfrm>
              <a:off x="4992" y="816"/>
              <a:ext cx="576" cy="576"/>
            </a:xfrm>
            <a:prstGeom prst="ellipse">
              <a:avLst/>
            </a:prstGeom>
            <a:solidFill>
              <a:schemeClr val="accent1">
                <a:alpha val="5294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9pP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p>
          </p:txBody>
        </p:sp>
        <p:sp>
          <p:nvSpPr>
            <p:cNvPr id="12" name="Oval 10">
              <a:extLst>
                <a:ext uri="{FF2B5EF4-FFF2-40B4-BE49-F238E27FC236}">
                  <a16:creationId xmlns:a16="http://schemas.microsoft.com/office/drawing/2014/main" id="{03CD4FE3-0105-4980-B7A1-6C82FB365739}"/>
                </a:ext>
              </a:extLst>
            </p:cNvPr>
            <p:cNvSpPr>
              <a:spLocks noChangeArrowheads="1"/>
            </p:cNvSpPr>
            <p:nvPr/>
          </p:nvSpPr>
          <p:spPr bwMode="gray">
            <a:xfrm>
              <a:off x="4992" y="912"/>
              <a:ext cx="480" cy="385"/>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grpSp>
      <p:grpSp>
        <p:nvGrpSpPr>
          <p:cNvPr id="13" name="Group 11">
            <a:extLst>
              <a:ext uri="{FF2B5EF4-FFF2-40B4-BE49-F238E27FC236}">
                <a16:creationId xmlns:a16="http://schemas.microsoft.com/office/drawing/2014/main" id="{7E649C0A-7C63-4339-9C23-EBC0A49C8536}"/>
              </a:ext>
            </a:extLst>
          </p:cNvPr>
          <p:cNvGrpSpPr>
            <a:grpSpLocks/>
          </p:cNvGrpSpPr>
          <p:nvPr/>
        </p:nvGrpSpPr>
        <p:grpSpPr bwMode="auto">
          <a:xfrm>
            <a:off x="171450" y="819150"/>
            <a:ext cx="720725" cy="762000"/>
            <a:chOff x="4992" y="816"/>
            <a:chExt cx="576" cy="576"/>
          </a:xfrm>
        </p:grpSpPr>
        <p:sp>
          <p:nvSpPr>
            <p:cNvPr id="14" name="Oval 12">
              <a:extLst>
                <a:ext uri="{FF2B5EF4-FFF2-40B4-BE49-F238E27FC236}">
                  <a16:creationId xmlns:a16="http://schemas.microsoft.com/office/drawing/2014/main" id="{732D9756-52D6-4D1B-8CC8-96E1B7C97AC6}"/>
                </a:ext>
              </a:extLst>
            </p:cNvPr>
            <p:cNvSpPr>
              <a:spLocks noChangeArrowheads="1"/>
            </p:cNvSpPr>
            <p:nvPr/>
          </p:nvSpPr>
          <p:spPr bwMode="gray">
            <a:xfrm>
              <a:off x="4992" y="816"/>
              <a:ext cx="576" cy="576"/>
            </a:xfrm>
            <a:prstGeom prst="ellipse">
              <a:avLst/>
            </a:prstGeom>
            <a:solidFill>
              <a:schemeClr val="tx2">
                <a:alpha val="5294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9pP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p>
          </p:txBody>
        </p:sp>
        <p:sp>
          <p:nvSpPr>
            <p:cNvPr id="15" name="Oval 13">
              <a:extLst>
                <a:ext uri="{FF2B5EF4-FFF2-40B4-BE49-F238E27FC236}">
                  <a16:creationId xmlns:a16="http://schemas.microsoft.com/office/drawing/2014/main" id="{AA25C711-EE8C-467D-8F73-531DDBA9628B}"/>
                </a:ext>
              </a:extLst>
            </p:cNvPr>
            <p:cNvSpPr>
              <a:spLocks noChangeArrowheads="1"/>
            </p:cNvSpPr>
            <p:nvPr/>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grpSp>
      <p:grpSp>
        <p:nvGrpSpPr>
          <p:cNvPr id="16" name="组合 17">
            <a:extLst>
              <a:ext uri="{FF2B5EF4-FFF2-40B4-BE49-F238E27FC236}">
                <a16:creationId xmlns:a16="http://schemas.microsoft.com/office/drawing/2014/main" id="{74FD23C8-8816-4E4C-8BD4-F3F223438185}"/>
              </a:ext>
            </a:extLst>
          </p:cNvPr>
          <p:cNvGrpSpPr>
            <a:grpSpLocks noChangeAspect="1"/>
          </p:cNvGrpSpPr>
          <p:nvPr/>
        </p:nvGrpSpPr>
        <p:grpSpPr bwMode="auto">
          <a:xfrm>
            <a:off x="6372225" y="6237288"/>
            <a:ext cx="2663825" cy="557212"/>
            <a:chOff x="3275968" y="4953000"/>
            <a:chExt cx="4818000" cy="1008000"/>
          </a:xfrm>
        </p:grpSpPr>
        <p:pic>
          <p:nvPicPr>
            <p:cNvPr id="17" name="Picture 2" descr="http://www.ccnu.edu.cn/__local/7/B7/24/0EA1E510D6F171BBEA51CFF88E8_A12ECAAB_5EDF.jpg">
              <a:extLst>
                <a:ext uri="{FF2B5EF4-FFF2-40B4-BE49-F238E27FC236}">
                  <a16:creationId xmlns:a16="http://schemas.microsoft.com/office/drawing/2014/main" id="{18FFBC79-6CB8-477E-ACA5-585888BDF174}"/>
                </a:ext>
              </a:extLst>
            </p:cNvPr>
            <p:cNvPicPr>
              <a:picLocks noChangeAspect="1" noChangeArrowheads="1"/>
            </p:cNvPicPr>
            <p:nvPr/>
          </p:nvPicPr>
          <p:blipFill>
            <a:blip r:embed="rId5">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3275968" y="4953000"/>
              <a:ext cx="1008000" cy="10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4" descr="http://www.ccnu.edu.cn/__local/D/BF/7F/E13D2FCC39EC7FDF12582E3298E_B54B2C8C_3F8F5.png">
              <a:extLst>
                <a:ext uri="{FF2B5EF4-FFF2-40B4-BE49-F238E27FC236}">
                  <a16:creationId xmlns:a16="http://schemas.microsoft.com/office/drawing/2014/main" id="{20CC4E12-EF13-41A6-BB71-C8F67EB5B46E}"/>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83968" y="4953000"/>
              <a:ext cx="381000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9" name="组合 20">
            <a:extLst>
              <a:ext uri="{FF2B5EF4-FFF2-40B4-BE49-F238E27FC236}">
                <a16:creationId xmlns:a16="http://schemas.microsoft.com/office/drawing/2014/main" id="{28E3E986-72BD-43FB-B62B-BCF54A1C4D7C}"/>
              </a:ext>
            </a:extLst>
          </p:cNvPr>
          <p:cNvGrpSpPr>
            <a:grpSpLocks noChangeAspect="1"/>
          </p:cNvGrpSpPr>
          <p:nvPr/>
        </p:nvGrpSpPr>
        <p:grpSpPr bwMode="auto">
          <a:xfrm>
            <a:off x="6372225" y="6237288"/>
            <a:ext cx="2663825" cy="557212"/>
            <a:chOff x="3275968" y="4953000"/>
            <a:chExt cx="4818000" cy="1008000"/>
          </a:xfrm>
        </p:grpSpPr>
        <p:pic>
          <p:nvPicPr>
            <p:cNvPr id="20" name="Picture 2" descr="http://www.ccnu.edu.cn/__local/7/B7/24/0EA1E510D6F171BBEA51CFF88E8_A12ECAAB_5EDF.jpg">
              <a:extLst>
                <a:ext uri="{FF2B5EF4-FFF2-40B4-BE49-F238E27FC236}">
                  <a16:creationId xmlns:a16="http://schemas.microsoft.com/office/drawing/2014/main" id="{6AA38E10-F0C9-49F9-90B6-A22B11044F3D}"/>
                </a:ext>
              </a:extLst>
            </p:cNvPr>
            <p:cNvPicPr>
              <a:picLocks noChangeAspect="1" noChangeArrowheads="1"/>
            </p:cNvPicPr>
            <p:nvPr/>
          </p:nvPicPr>
          <p:blipFill>
            <a:blip r:embed="rId5">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3275968" y="4953000"/>
              <a:ext cx="1008000" cy="10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4" descr="http://www.ccnu.edu.cn/__local/D/BF/7F/E13D2FCC39EC7FDF12582E3298E_B54B2C8C_3F8F5.png">
              <a:extLst>
                <a:ext uri="{FF2B5EF4-FFF2-40B4-BE49-F238E27FC236}">
                  <a16:creationId xmlns:a16="http://schemas.microsoft.com/office/drawing/2014/main" id="{0C98D2AF-2AE5-4593-A952-CF37D6A5B46B}"/>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83968" y="4953000"/>
              <a:ext cx="381000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竖排标题 1"/>
          <p:cNvSpPr>
            <a:spLocks noGrp="1"/>
          </p:cNvSpPr>
          <p:nvPr>
            <p:ph type="title" orient="vert"/>
          </p:nvPr>
        </p:nvSpPr>
        <p:spPr>
          <a:xfrm>
            <a:off x="6629400" y="685800"/>
            <a:ext cx="2057400" cy="5638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685800"/>
            <a:ext cx="6019800" cy="5638800"/>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2" name="Rectangle 15">
            <a:extLst>
              <a:ext uri="{FF2B5EF4-FFF2-40B4-BE49-F238E27FC236}">
                <a16:creationId xmlns:a16="http://schemas.microsoft.com/office/drawing/2014/main" id="{E0E77485-FF18-479A-AB99-9E3F31257673}"/>
              </a:ext>
            </a:extLst>
          </p:cNvPr>
          <p:cNvSpPr>
            <a:spLocks noGrp="1" noChangeArrowheads="1"/>
          </p:cNvSpPr>
          <p:nvPr>
            <p:ph type="dt" sz="half" idx="10"/>
          </p:nvPr>
        </p:nvSpPr>
        <p:spPr/>
        <p:txBody>
          <a:bodyPr/>
          <a:lstStyle>
            <a:lvl1pPr>
              <a:defRPr/>
            </a:lvl1pPr>
          </a:lstStyle>
          <a:p>
            <a:endParaRPr lang="en-US" altLang="zh-CN"/>
          </a:p>
        </p:txBody>
      </p:sp>
    </p:spTree>
    <p:extLst>
      <p:ext uri="{BB962C8B-B14F-4D97-AF65-F5344CB8AC3E}">
        <p14:creationId xmlns:p14="http://schemas.microsoft.com/office/powerpoint/2010/main" val="10110481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fourObj" preserve="1">
  <p:cSld name="标题和四项内容">
    <p:spTree>
      <p:nvGrpSpPr>
        <p:cNvPr id="1" name=""/>
        <p:cNvGrpSpPr/>
        <p:nvPr/>
      </p:nvGrpSpPr>
      <p:grpSpPr>
        <a:xfrm>
          <a:off x="0" y="0"/>
          <a:ext cx="0" cy="0"/>
          <a:chOff x="0" y="0"/>
          <a:chExt cx="0" cy="0"/>
        </a:xfrm>
      </p:grpSpPr>
      <p:graphicFrame>
        <p:nvGraphicFramePr>
          <p:cNvPr id="7" name="Object 2">
            <a:extLst>
              <a:ext uri="{FF2B5EF4-FFF2-40B4-BE49-F238E27FC236}">
                <a16:creationId xmlns:a16="http://schemas.microsoft.com/office/drawing/2014/main" id="{07634C93-0012-49D9-874B-1860EE8F1937}"/>
              </a:ext>
            </a:extLst>
          </p:cNvPr>
          <p:cNvGraphicFramePr>
            <a:graphicFrameLocks noChangeAspect="1"/>
          </p:cNvGraphicFramePr>
          <p:nvPr/>
        </p:nvGraphicFramePr>
        <p:xfrm>
          <a:off x="0" y="0"/>
          <a:ext cx="9144000" cy="1200150"/>
        </p:xfrm>
        <a:graphic>
          <a:graphicData uri="http://schemas.openxmlformats.org/presentationml/2006/ole">
            <mc:AlternateContent xmlns:mc="http://schemas.openxmlformats.org/markup-compatibility/2006">
              <mc:Choice xmlns:v="urn:schemas-microsoft-com:vml" Requires="v">
                <p:oleObj spid="_x0000_s105478" name="Image" r:id="rId3" imgW="9561905" imgH="1600000" progId="Photoshop.Image.6">
                  <p:embed/>
                </p:oleObj>
              </mc:Choice>
              <mc:Fallback>
                <p:oleObj name="Image" r:id="rId3" imgW="9561905" imgH="1600000" progId="Photoshop.Image.6">
                  <p:embed/>
                  <p:pic>
                    <p:nvPicPr>
                      <p:cNvPr id="7" name="Object 2">
                        <a:extLst>
                          <a:ext uri="{FF2B5EF4-FFF2-40B4-BE49-F238E27FC236}">
                            <a16:creationId xmlns:a16="http://schemas.microsoft.com/office/drawing/2014/main" id="{07634C93-0012-49D9-874B-1860EE8F19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white">
                      <a:xfrm>
                        <a:off x="0" y="0"/>
                        <a:ext cx="91440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Freeform 3">
            <a:extLst>
              <a:ext uri="{FF2B5EF4-FFF2-40B4-BE49-F238E27FC236}">
                <a16:creationId xmlns:a16="http://schemas.microsoft.com/office/drawing/2014/main" id="{4DF910BF-CEA8-4C18-95E8-3E75DBE82059}"/>
              </a:ext>
            </a:extLst>
          </p:cNvPr>
          <p:cNvSpPr>
            <a:spLocks/>
          </p:cNvSpPr>
          <p:nvPr/>
        </p:nvSpPr>
        <p:spPr bwMode="gray">
          <a:xfrm>
            <a:off x="-11113" y="280988"/>
            <a:ext cx="9155113" cy="1620837"/>
          </a:xfrm>
          <a:custGeom>
            <a:avLst/>
            <a:gdLst>
              <a:gd name="T0" fmla="*/ 2147483646 w 5767"/>
              <a:gd name="T1" fmla="*/ 2147483646 h 1021"/>
              <a:gd name="T2" fmla="*/ 2147483646 w 5767"/>
              <a:gd name="T3" fmla="*/ 2147483646 h 1021"/>
              <a:gd name="T4" fmla="*/ 2147483646 w 5767"/>
              <a:gd name="T5" fmla="*/ 2147483646 h 1021"/>
              <a:gd name="T6" fmla="*/ 2147483646 w 5767"/>
              <a:gd name="T7" fmla="*/ 0 h 1021"/>
              <a:gd name="T8" fmla="*/ 2147483646 w 5767"/>
              <a:gd name="T9" fmla="*/ 2147483646 h 1021"/>
              <a:gd name="T10" fmla="*/ 2147483646 w 5767"/>
              <a:gd name="T11" fmla="*/ 2147483646 h 1021"/>
              <a:gd name="T12" fmla="*/ 2147483646 w 5767"/>
              <a:gd name="T13" fmla="*/ 2147483646 h 1021"/>
              <a:gd name="T14" fmla="*/ 2147483646 w 5767"/>
              <a:gd name="T15" fmla="*/ 2147483646 h 1021"/>
              <a:gd name="T16" fmla="*/ 2147483646 w 5767"/>
              <a:gd name="T17" fmla="*/ 2147483646 h 10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7" h="1021">
                <a:moveTo>
                  <a:pt x="6" y="109"/>
                </a:moveTo>
                <a:cubicBezTo>
                  <a:pt x="144" y="93"/>
                  <a:pt x="626" y="42"/>
                  <a:pt x="1427" y="46"/>
                </a:cubicBezTo>
                <a:cubicBezTo>
                  <a:pt x="2228" y="50"/>
                  <a:pt x="3321" y="224"/>
                  <a:pt x="4032" y="255"/>
                </a:cubicBezTo>
                <a:cubicBezTo>
                  <a:pt x="4742" y="286"/>
                  <a:pt x="5649" y="91"/>
                  <a:pt x="5767" y="0"/>
                </a:cubicBezTo>
                <a:lnTo>
                  <a:pt x="5767" y="776"/>
                </a:lnTo>
                <a:cubicBezTo>
                  <a:pt x="4948" y="879"/>
                  <a:pt x="4543" y="844"/>
                  <a:pt x="4065" y="831"/>
                </a:cubicBezTo>
                <a:cubicBezTo>
                  <a:pt x="3587" y="818"/>
                  <a:pt x="2973" y="694"/>
                  <a:pt x="1984" y="674"/>
                </a:cubicBezTo>
                <a:cubicBezTo>
                  <a:pt x="995" y="654"/>
                  <a:pt x="28" y="969"/>
                  <a:pt x="14" y="995"/>
                </a:cubicBezTo>
                <a:cubicBezTo>
                  <a:pt x="0" y="1021"/>
                  <a:pt x="6" y="255"/>
                  <a:pt x="6" y="109"/>
                </a:cubicBezTo>
                <a:close/>
              </a:path>
            </a:pathLst>
          </a:custGeom>
          <a:solidFill>
            <a:schemeClr val="accent1">
              <a:alpha val="41176"/>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 name="Freeform 4">
            <a:extLst>
              <a:ext uri="{FF2B5EF4-FFF2-40B4-BE49-F238E27FC236}">
                <a16:creationId xmlns:a16="http://schemas.microsoft.com/office/drawing/2014/main" id="{C443E109-7A06-4FF3-8F9C-9D83D767ABED}"/>
              </a:ext>
            </a:extLst>
          </p:cNvPr>
          <p:cNvSpPr>
            <a:spLocks/>
          </p:cNvSpPr>
          <p:nvPr/>
        </p:nvSpPr>
        <p:spPr bwMode="gray">
          <a:xfrm>
            <a:off x="-20638" y="533400"/>
            <a:ext cx="9161463" cy="1006475"/>
          </a:xfrm>
          <a:custGeom>
            <a:avLst/>
            <a:gdLst>
              <a:gd name="T0" fmla="*/ 2147483646 w 5771"/>
              <a:gd name="T1" fmla="*/ 2147483646 h 634"/>
              <a:gd name="T2" fmla="*/ 2147483646 w 5771"/>
              <a:gd name="T3" fmla="*/ 2147483646 h 634"/>
              <a:gd name="T4" fmla="*/ 2147483646 w 5771"/>
              <a:gd name="T5" fmla="*/ 2147483646 h 634"/>
              <a:gd name="T6" fmla="*/ 2147483646 w 5771"/>
              <a:gd name="T7" fmla="*/ 2147483646 h 634"/>
              <a:gd name="T8" fmla="*/ 2147483646 w 5771"/>
              <a:gd name="T9" fmla="*/ 2147483646 h 634"/>
              <a:gd name="T10" fmla="*/ 2147483646 w 5771"/>
              <a:gd name="T11" fmla="*/ 2147483646 h 634"/>
              <a:gd name="T12" fmla="*/ 2147483646 w 5771"/>
              <a:gd name="T13" fmla="*/ 2147483646 h 634"/>
              <a:gd name="T14" fmla="*/ 2147483646 w 5771"/>
              <a:gd name="T15" fmla="*/ 2147483646 h 634"/>
              <a:gd name="T16" fmla="*/ 2147483646 w 5771"/>
              <a:gd name="T17" fmla="*/ 2147483646 h 6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71" h="634">
                <a:moveTo>
                  <a:pt x="20" y="109"/>
                </a:moveTo>
                <a:cubicBezTo>
                  <a:pt x="26" y="109"/>
                  <a:pt x="645" y="0"/>
                  <a:pt x="1442" y="3"/>
                </a:cubicBezTo>
                <a:cubicBezTo>
                  <a:pt x="2239" y="6"/>
                  <a:pt x="3443" y="123"/>
                  <a:pt x="4150" y="148"/>
                </a:cubicBezTo>
                <a:cubicBezTo>
                  <a:pt x="4858" y="173"/>
                  <a:pt x="5633" y="63"/>
                  <a:pt x="5771" y="37"/>
                </a:cubicBezTo>
                <a:lnTo>
                  <a:pt x="5771" y="557"/>
                </a:lnTo>
                <a:cubicBezTo>
                  <a:pt x="4926" y="634"/>
                  <a:pt x="4422" y="612"/>
                  <a:pt x="3942" y="592"/>
                </a:cubicBezTo>
                <a:cubicBezTo>
                  <a:pt x="3463" y="572"/>
                  <a:pt x="2588" y="450"/>
                  <a:pt x="1839" y="456"/>
                </a:cubicBezTo>
                <a:cubicBezTo>
                  <a:pt x="1182" y="455"/>
                  <a:pt x="0" y="618"/>
                  <a:pt x="6" y="620"/>
                </a:cubicBezTo>
                <a:cubicBezTo>
                  <a:pt x="12" y="621"/>
                  <a:pt x="14" y="109"/>
                  <a:pt x="20" y="109"/>
                </a:cubicBez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 name="Group 5">
            <a:extLst>
              <a:ext uri="{FF2B5EF4-FFF2-40B4-BE49-F238E27FC236}">
                <a16:creationId xmlns:a16="http://schemas.microsoft.com/office/drawing/2014/main" id="{6BC7AC22-969A-43DB-9A55-DEBF1319033C}"/>
              </a:ext>
            </a:extLst>
          </p:cNvPr>
          <p:cNvGrpSpPr>
            <a:grpSpLocks/>
          </p:cNvGrpSpPr>
          <p:nvPr/>
        </p:nvGrpSpPr>
        <p:grpSpPr bwMode="auto">
          <a:xfrm>
            <a:off x="7740650" y="347663"/>
            <a:ext cx="387350" cy="366712"/>
            <a:chOff x="4752" y="1200"/>
            <a:chExt cx="288" cy="288"/>
          </a:xfrm>
        </p:grpSpPr>
        <p:sp>
          <p:nvSpPr>
            <p:cNvPr id="11" name="Oval 6">
              <a:extLst>
                <a:ext uri="{FF2B5EF4-FFF2-40B4-BE49-F238E27FC236}">
                  <a16:creationId xmlns:a16="http://schemas.microsoft.com/office/drawing/2014/main" id="{36691C61-B35E-4B8E-8449-6967E8DBCC20}"/>
                </a:ext>
              </a:extLst>
            </p:cNvPr>
            <p:cNvSpPr>
              <a:spLocks noChangeArrowheads="1"/>
            </p:cNvSpPr>
            <p:nvPr/>
          </p:nvSpPr>
          <p:spPr bwMode="gray">
            <a:xfrm>
              <a:off x="4752" y="1200"/>
              <a:ext cx="288" cy="288"/>
            </a:xfrm>
            <a:prstGeom prst="ellipse">
              <a:avLst/>
            </a:prstGeom>
            <a:gradFill rotWithShape="1">
              <a:gsLst>
                <a:gs pos="0">
                  <a:schemeClr val="tx2">
                    <a:gamma/>
                    <a:tint val="25490"/>
                    <a:invGamma/>
                  </a:schemeClr>
                </a:gs>
                <a:gs pos="100000">
                  <a:schemeClr val="tx2">
                    <a:alpha val="3100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sp>
          <p:nvSpPr>
            <p:cNvPr id="12" name="Oval 7">
              <a:extLst>
                <a:ext uri="{FF2B5EF4-FFF2-40B4-BE49-F238E27FC236}">
                  <a16:creationId xmlns:a16="http://schemas.microsoft.com/office/drawing/2014/main" id="{AA63E4EC-6584-4697-A11E-671A90A8CAC7}"/>
                </a:ext>
              </a:extLst>
            </p:cNvPr>
            <p:cNvSpPr>
              <a:spLocks noChangeArrowheads="1"/>
            </p:cNvSpPr>
            <p:nvPr/>
          </p:nvSpPr>
          <p:spPr bwMode="gray">
            <a:xfrm>
              <a:off x="4752" y="1200"/>
              <a:ext cx="192" cy="192"/>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grpSp>
      <p:grpSp>
        <p:nvGrpSpPr>
          <p:cNvPr id="13" name="Group 8">
            <a:extLst>
              <a:ext uri="{FF2B5EF4-FFF2-40B4-BE49-F238E27FC236}">
                <a16:creationId xmlns:a16="http://schemas.microsoft.com/office/drawing/2014/main" id="{F2367F66-9AF7-4922-AF4C-8F3943FD1B16}"/>
              </a:ext>
            </a:extLst>
          </p:cNvPr>
          <p:cNvGrpSpPr>
            <a:grpSpLocks/>
          </p:cNvGrpSpPr>
          <p:nvPr/>
        </p:nvGrpSpPr>
        <p:grpSpPr bwMode="auto">
          <a:xfrm>
            <a:off x="8153400" y="53975"/>
            <a:ext cx="609600" cy="592138"/>
            <a:chOff x="4992" y="816"/>
            <a:chExt cx="576" cy="576"/>
          </a:xfrm>
        </p:grpSpPr>
        <p:sp>
          <p:nvSpPr>
            <p:cNvPr id="14" name="Oval 9">
              <a:extLst>
                <a:ext uri="{FF2B5EF4-FFF2-40B4-BE49-F238E27FC236}">
                  <a16:creationId xmlns:a16="http://schemas.microsoft.com/office/drawing/2014/main" id="{2799E6C1-EC23-4818-A95A-5FA0923D356C}"/>
                </a:ext>
              </a:extLst>
            </p:cNvPr>
            <p:cNvSpPr>
              <a:spLocks noChangeArrowheads="1"/>
            </p:cNvSpPr>
            <p:nvPr/>
          </p:nvSpPr>
          <p:spPr bwMode="gray">
            <a:xfrm>
              <a:off x="4992" y="816"/>
              <a:ext cx="576" cy="576"/>
            </a:xfrm>
            <a:prstGeom prst="ellipse">
              <a:avLst/>
            </a:prstGeom>
            <a:solidFill>
              <a:schemeClr val="accent1">
                <a:alpha val="5294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9pP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p>
          </p:txBody>
        </p:sp>
        <p:sp>
          <p:nvSpPr>
            <p:cNvPr id="15" name="Oval 10">
              <a:extLst>
                <a:ext uri="{FF2B5EF4-FFF2-40B4-BE49-F238E27FC236}">
                  <a16:creationId xmlns:a16="http://schemas.microsoft.com/office/drawing/2014/main" id="{D2C1AE51-7E44-4A2D-B525-33285E39D414}"/>
                </a:ext>
              </a:extLst>
            </p:cNvPr>
            <p:cNvSpPr>
              <a:spLocks noChangeArrowheads="1"/>
            </p:cNvSpPr>
            <p:nvPr/>
          </p:nvSpPr>
          <p:spPr bwMode="gray">
            <a:xfrm>
              <a:off x="4992" y="912"/>
              <a:ext cx="480" cy="385"/>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grpSp>
      <p:grpSp>
        <p:nvGrpSpPr>
          <p:cNvPr id="16" name="Group 11">
            <a:extLst>
              <a:ext uri="{FF2B5EF4-FFF2-40B4-BE49-F238E27FC236}">
                <a16:creationId xmlns:a16="http://schemas.microsoft.com/office/drawing/2014/main" id="{EC761649-40D2-48A8-A190-38FCB741E551}"/>
              </a:ext>
            </a:extLst>
          </p:cNvPr>
          <p:cNvGrpSpPr>
            <a:grpSpLocks/>
          </p:cNvGrpSpPr>
          <p:nvPr/>
        </p:nvGrpSpPr>
        <p:grpSpPr bwMode="auto">
          <a:xfrm>
            <a:off x="171450" y="819150"/>
            <a:ext cx="720725" cy="762000"/>
            <a:chOff x="4992" y="816"/>
            <a:chExt cx="576" cy="576"/>
          </a:xfrm>
        </p:grpSpPr>
        <p:sp>
          <p:nvSpPr>
            <p:cNvPr id="17" name="Oval 12">
              <a:extLst>
                <a:ext uri="{FF2B5EF4-FFF2-40B4-BE49-F238E27FC236}">
                  <a16:creationId xmlns:a16="http://schemas.microsoft.com/office/drawing/2014/main" id="{DE5986DB-1B87-4182-B4C0-B3351B0EE231}"/>
                </a:ext>
              </a:extLst>
            </p:cNvPr>
            <p:cNvSpPr>
              <a:spLocks noChangeArrowheads="1"/>
            </p:cNvSpPr>
            <p:nvPr/>
          </p:nvSpPr>
          <p:spPr bwMode="gray">
            <a:xfrm>
              <a:off x="4992" y="816"/>
              <a:ext cx="576" cy="576"/>
            </a:xfrm>
            <a:prstGeom prst="ellipse">
              <a:avLst/>
            </a:prstGeom>
            <a:solidFill>
              <a:schemeClr val="tx2">
                <a:alpha val="5294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9pP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p>
          </p:txBody>
        </p:sp>
        <p:sp>
          <p:nvSpPr>
            <p:cNvPr id="18" name="Oval 13">
              <a:extLst>
                <a:ext uri="{FF2B5EF4-FFF2-40B4-BE49-F238E27FC236}">
                  <a16:creationId xmlns:a16="http://schemas.microsoft.com/office/drawing/2014/main" id="{1AA5B84A-4AA0-4520-ADED-CFA141FE2604}"/>
                </a:ext>
              </a:extLst>
            </p:cNvPr>
            <p:cNvSpPr>
              <a:spLocks noChangeArrowheads="1"/>
            </p:cNvSpPr>
            <p:nvPr/>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grpSp>
      <p:grpSp>
        <p:nvGrpSpPr>
          <p:cNvPr id="19" name="组合 17">
            <a:extLst>
              <a:ext uri="{FF2B5EF4-FFF2-40B4-BE49-F238E27FC236}">
                <a16:creationId xmlns:a16="http://schemas.microsoft.com/office/drawing/2014/main" id="{7CEE9921-9468-4E62-8559-20530CBC4404}"/>
              </a:ext>
            </a:extLst>
          </p:cNvPr>
          <p:cNvGrpSpPr>
            <a:grpSpLocks noChangeAspect="1"/>
          </p:cNvGrpSpPr>
          <p:nvPr/>
        </p:nvGrpSpPr>
        <p:grpSpPr bwMode="auto">
          <a:xfrm>
            <a:off x="6372225" y="6237288"/>
            <a:ext cx="2663825" cy="557212"/>
            <a:chOff x="3275968" y="4953000"/>
            <a:chExt cx="4818000" cy="1008000"/>
          </a:xfrm>
        </p:grpSpPr>
        <p:pic>
          <p:nvPicPr>
            <p:cNvPr id="20" name="Picture 2" descr="http://www.ccnu.edu.cn/__local/7/B7/24/0EA1E510D6F171BBEA51CFF88E8_A12ECAAB_5EDF.jpg">
              <a:extLst>
                <a:ext uri="{FF2B5EF4-FFF2-40B4-BE49-F238E27FC236}">
                  <a16:creationId xmlns:a16="http://schemas.microsoft.com/office/drawing/2014/main" id="{F1BBAFDE-3261-4B3D-8B74-FD0A4F76A785}"/>
                </a:ext>
              </a:extLst>
            </p:cNvPr>
            <p:cNvPicPr>
              <a:picLocks noChangeAspect="1" noChangeArrowheads="1"/>
            </p:cNvPicPr>
            <p:nvPr/>
          </p:nvPicPr>
          <p:blipFill>
            <a:blip r:embed="rId5">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3275968" y="4953000"/>
              <a:ext cx="1008000" cy="10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4" descr="http://www.ccnu.edu.cn/__local/D/BF/7F/E13D2FCC39EC7FDF12582E3298E_B54B2C8C_3F8F5.png">
              <a:extLst>
                <a:ext uri="{FF2B5EF4-FFF2-40B4-BE49-F238E27FC236}">
                  <a16:creationId xmlns:a16="http://schemas.microsoft.com/office/drawing/2014/main" id="{C5345A30-7802-444A-870F-41BED826E418}"/>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83968" y="4953000"/>
              <a:ext cx="381000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2" name="组合 20">
            <a:extLst>
              <a:ext uri="{FF2B5EF4-FFF2-40B4-BE49-F238E27FC236}">
                <a16:creationId xmlns:a16="http://schemas.microsoft.com/office/drawing/2014/main" id="{4AB79498-22F1-4121-B1FA-6D94D3A33DDC}"/>
              </a:ext>
            </a:extLst>
          </p:cNvPr>
          <p:cNvGrpSpPr>
            <a:grpSpLocks noChangeAspect="1"/>
          </p:cNvGrpSpPr>
          <p:nvPr/>
        </p:nvGrpSpPr>
        <p:grpSpPr bwMode="auto">
          <a:xfrm>
            <a:off x="6372225" y="6237288"/>
            <a:ext cx="2663825" cy="557212"/>
            <a:chOff x="3275968" y="4953000"/>
            <a:chExt cx="4818000" cy="1008000"/>
          </a:xfrm>
        </p:grpSpPr>
        <p:pic>
          <p:nvPicPr>
            <p:cNvPr id="23" name="Picture 2" descr="http://www.ccnu.edu.cn/__local/7/B7/24/0EA1E510D6F171BBEA51CFF88E8_A12ECAAB_5EDF.jpg">
              <a:extLst>
                <a:ext uri="{FF2B5EF4-FFF2-40B4-BE49-F238E27FC236}">
                  <a16:creationId xmlns:a16="http://schemas.microsoft.com/office/drawing/2014/main" id="{DF48B400-B854-406F-B361-21D84D5F2A22}"/>
                </a:ext>
              </a:extLst>
            </p:cNvPr>
            <p:cNvPicPr>
              <a:picLocks noChangeAspect="1" noChangeArrowheads="1"/>
            </p:cNvPicPr>
            <p:nvPr/>
          </p:nvPicPr>
          <p:blipFill>
            <a:blip r:embed="rId5">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3275968" y="4953000"/>
              <a:ext cx="1008000" cy="10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4" descr="http://www.ccnu.edu.cn/__local/D/BF/7F/E13D2FCC39EC7FDF12582E3298E_B54B2C8C_3F8F5.png">
              <a:extLst>
                <a:ext uri="{FF2B5EF4-FFF2-40B4-BE49-F238E27FC236}">
                  <a16:creationId xmlns:a16="http://schemas.microsoft.com/office/drawing/2014/main" id="{8312E3A1-7090-4ECC-B697-9B8F02A875B5}"/>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83968" y="4953000"/>
              <a:ext cx="381000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标题 1"/>
          <p:cNvSpPr>
            <a:spLocks noGrp="1"/>
          </p:cNvSpPr>
          <p:nvPr>
            <p:ph type="title" sz="quarter"/>
          </p:nvPr>
        </p:nvSpPr>
        <p:spPr>
          <a:xfrm>
            <a:off x="914400" y="685800"/>
            <a:ext cx="7391400" cy="563563"/>
          </a:xfrm>
        </p:spPr>
        <p:txBody>
          <a:bodyPr/>
          <a:lstStyle/>
          <a:p>
            <a:r>
              <a:rPr lang="zh-CN" altLang="en-US"/>
              <a:t>单击此处编辑母版标题样式</a:t>
            </a:r>
          </a:p>
        </p:txBody>
      </p:sp>
      <p:sp>
        <p:nvSpPr>
          <p:cNvPr id="3" name="内容占位符 2"/>
          <p:cNvSpPr>
            <a:spLocks noGrp="1"/>
          </p:cNvSpPr>
          <p:nvPr>
            <p:ph sz="quarter" idx="1"/>
          </p:nvPr>
        </p:nvSpPr>
        <p:spPr>
          <a:xfrm>
            <a:off x="457200" y="1828800"/>
            <a:ext cx="4038600" cy="21717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828800"/>
            <a:ext cx="4038600" cy="21717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57200" y="4152900"/>
            <a:ext cx="4038600" cy="21717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48200" y="4152900"/>
            <a:ext cx="4038600" cy="21717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5" name="Rectangle 15">
            <a:extLst>
              <a:ext uri="{FF2B5EF4-FFF2-40B4-BE49-F238E27FC236}">
                <a16:creationId xmlns:a16="http://schemas.microsoft.com/office/drawing/2014/main" id="{A92BEC34-F371-4068-BAAB-E923149D8815}"/>
              </a:ext>
            </a:extLst>
          </p:cNvPr>
          <p:cNvSpPr>
            <a:spLocks noGrp="1" noChangeArrowheads="1"/>
          </p:cNvSpPr>
          <p:nvPr>
            <p:ph type="dt" sz="half" idx="10"/>
          </p:nvPr>
        </p:nvSpPr>
        <p:spPr/>
        <p:txBody>
          <a:bodyPr/>
          <a:lstStyle>
            <a:lvl1pPr>
              <a:defRPr/>
            </a:lvl1pPr>
          </a:lstStyle>
          <a:p>
            <a:endParaRPr lang="en-US" altLang="zh-CN"/>
          </a:p>
        </p:txBody>
      </p:sp>
    </p:spTree>
    <p:extLst>
      <p:ext uri="{BB962C8B-B14F-4D97-AF65-F5344CB8AC3E}">
        <p14:creationId xmlns:p14="http://schemas.microsoft.com/office/powerpoint/2010/main" val="3742604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vmlDrawing" Target="../drawings/vmlDrawing1.v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026" name="Object 2">
            <a:extLst>
              <a:ext uri="{FF2B5EF4-FFF2-40B4-BE49-F238E27FC236}">
                <a16:creationId xmlns:a16="http://schemas.microsoft.com/office/drawing/2014/main" id="{5204C60D-BCD3-419B-8A08-04B15977E9FB}"/>
              </a:ext>
            </a:extLst>
          </p:cNvPr>
          <p:cNvGraphicFramePr>
            <a:graphicFrameLocks noChangeAspect="1"/>
          </p:cNvGraphicFramePr>
          <p:nvPr/>
        </p:nvGraphicFramePr>
        <p:xfrm>
          <a:off x="0" y="0"/>
          <a:ext cx="9144000" cy="1200150"/>
        </p:xfrm>
        <a:graphic>
          <a:graphicData uri="http://schemas.openxmlformats.org/presentationml/2006/ole">
            <mc:AlternateContent xmlns:mc="http://schemas.openxmlformats.org/markup-compatibility/2006">
              <mc:Choice xmlns:v="urn:schemas-microsoft-com:vml" Requires="v">
                <p:oleObj spid="_x0000_s99334" name="Image" r:id="rId15" imgW="9561905" imgH="1600000" progId="Photoshop.Image.6">
                  <p:embed/>
                </p:oleObj>
              </mc:Choice>
              <mc:Fallback>
                <p:oleObj name="Image" r:id="rId15" imgW="9561905" imgH="1600000" progId="Photoshop.Image.6">
                  <p:embed/>
                  <p:pic>
                    <p:nvPicPr>
                      <p:cNvPr id="1026" name="Object 2">
                        <a:extLst>
                          <a:ext uri="{FF2B5EF4-FFF2-40B4-BE49-F238E27FC236}">
                            <a16:creationId xmlns:a16="http://schemas.microsoft.com/office/drawing/2014/main" id="{5204C60D-BCD3-419B-8A08-04B15977E9FB}"/>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white">
                      <a:xfrm>
                        <a:off x="0" y="0"/>
                        <a:ext cx="91440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7" name="Freeform 3">
            <a:extLst>
              <a:ext uri="{FF2B5EF4-FFF2-40B4-BE49-F238E27FC236}">
                <a16:creationId xmlns:a16="http://schemas.microsoft.com/office/drawing/2014/main" id="{D2D7ACBA-1F27-4771-83F4-4201FF877296}"/>
              </a:ext>
            </a:extLst>
          </p:cNvPr>
          <p:cNvSpPr>
            <a:spLocks/>
          </p:cNvSpPr>
          <p:nvPr/>
        </p:nvSpPr>
        <p:spPr bwMode="gray">
          <a:xfrm>
            <a:off x="-11113" y="280988"/>
            <a:ext cx="9155113" cy="1620837"/>
          </a:xfrm>
          <a:custGeom>
            <a:avLst/>
            <a:gdLst>
              <a:gd name="T0" fmla="*/ 2147483646 w 5767"/>
              <a:gd name="T1" fmla="*/ 2147483646 h 1021"/>
              <a:gd name="T2" fmla="*/ 2147483646 w 5767"/>
              <a:gd name="T3" fmla="*/ 2147483646 h 1021"/>
              <a:gd name="T4" fmla="*/ 2147483646 w 5767"/>
              <a:gd name="T5" fmla="*/ 2147483646 h 1021"/>
              <a:gd name="T6" fmla="*/ 2147483646 w 5767"/>
              <a:gd name="T7" fmla="*/ 0 h 1021"/>
              <a:gd name="T8" fmla="*/ 2147483646 w 5767"/>
              <a:gd name="T9" fmla="*/ 2147483646 h 1021"/>
              <a:gd name="T10" fmla="*/ 2147483646 w 5767"/>
              <a:gd name="T11" fmla="*/ 2147483646 h 1021"/>
              <a:gd name="T12" fmla="*/ 2147483646 w 5767"/>
              <a:gd name="T13" fmla="*/ 2147483646 h 1021"/>
              <a:gd name="T14" fmla="*/ 2147483646 w 5767"/>
              <a:gd name="T15" fmla="*/ 2147483646 h 1021"/>
              <a:gd name="T16" fmla="*/ 2147483646 w 5767"/>
              <a:gd name="T17" fmla="*/ 2147483646 h 10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7" h="1021">
                <a:moveTo>
                  <a:pt x="6" y="109"/>
                </a:moveTo>
                <a:cubicBezTo>
                  <a:pt x="144" y="93"/>
                  <a:pt x="626" y="42"/>
                  <a:pt x="1427" y="46"/>
                </a:cubicBezTo>
                <a:cubicBezTo>
                  <a:pt x="2228" y="50"/>
                  <a:pt x="3321" y="224"/>
                  <a:pt x="4032" y="255"/>
                </a:cubicBezTo>
                <a:cubicBezTo>
                  <a:pt x="4742" y="286"/>
                  <a:pt x="5649" y="91"/>
                  <a:pt x="5767" y="0"/>
                </a:cubicBezTo>
                <a:lnTo>
                  <a:pt x="5767" y="776"/>
                </a:lnTo>
                <a:cubicBezTo>
                  <a:pt x="4948" y="879"/>
                  <a:pt x="4543" y="844"/>
                  <a:pt x="4065" y="831"/>
                </a:cubicBezTo>
                <a:cubicBezTo>
                  <a:pt x="3587" y="818"/>
                  <a:pt x="2973" y="694"/>
                  <a:pt x="1984" y="674"/>
                </a:cubicBezTo>
                <a:cubicBezTo>
                  <a:pt x="995" y="654"/>
                  <a:pt x="28" y="969"/>
                  <a:pt x="14" y="995"/>
                </a:cubicBezTo>
                <a:cubicBezTo>
                  <a:pt x="0" y="1021"/>
                  <a:pt x="6" y="255"/>
                  <a:pt x="6" y="109"/>
                </a:cubicBezTo>
                <a:close/>
              </a:path>
            </a:pathLst>
          </a:custGeom>
          <a:solidFill>
            <a:schemeClr val="accent1">
              <a:alpha val="41176"/>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8" name="Freeform 4">
            <a:extLst>
              <a:ext uri="{FF2B5EF4-FFF2-40B4-BE49-F238E27FC236}">
                <a16:creationId xmlns:a16="http://schemas.microsoft.com/office/drawing/2014/main" id="{D9A015F6-1098-4396-A7D7-466527AA2AD7}"/>
              </a:ext>
            </a:extLst>
          </p:cNvPr>
          <p:cNvSpPr>
            <a:spLocks/>
          </p:cNvSpPr>
          <p:nvPr/>
        </p:nvSpPr>
        <p:spPr bwMode="gray">
          <a:xfrm>
            <a:off x="-20638" y="533400"/>
            <a:ext cx="9161463" cy="1006475"/>
          </a:xfrm>
          <a:custGeom>
            <a:avLst/>
            <a:gdLst>
              <a:gd name="T0" fmla="*/ 2147483646 w 5771"/>
              <a:gd name="T1" fmla="*/ 2147483646 h 634"/>
              <a:gd name="T2" fmla="*/ 2147483646 w 5771"/>
              <a:gd name="T3" fmla="*/ 2147483646 h 634"/>
              <a:gd name="T4" fmla="*/ 2147483646 w 5771"/>
              <a:gd name="T5" fmla="*/ 2147483646 h 634"/>
              <a:gd name="T6" fmla="*/ 2147483646 w 5771"/>
              <a:gd name="T7" fmla="*/ 2147483646 h 634"/>
              <a:gd name="T8" fmla="*/ 2147483646 w 5771"/>
              <a:gd name="T9" fmla="*/ 2147483646 h 634"/>
              <a:gd name="T10" fmla="*/ 2147483646 w 5771"/>
              <a:gd name="T11" fmla="*/ 2147483646 h 634"/>
              <a:gd name="T12" fmla="*/ 2147483646 w 5771"/>
              <a:gd name="T13" fmla="*/ 2147483646 h 634"/>
              <a:gd name="T14" fmla="*/ 2147483646 w 5771"/>
              <a:gd name="T15" fmla="*/ 2147483646 h 634"/>
              <a:gd name="T16" fmla="*/ 2147483646 w 5771"/>
              <a:gd name="T17" fmla="*/ 2147483646 h 6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71" h="634">
                <a:moveTo>
                  <a:pt x="20" y="109"/>
                </a:moveTo>
                <a:cubicBezTo>
                  <a:pt x="26" y="109"/>
                  <a:pt x="645" y="0"/>
                  <a:pt x="1442" y="3"/>
                </a:cubicBezTo>
                <a:cubicBezTo>
                  <a:pt x="2239" y="6"/>
                  <a:pt x="3443" y="123"/>
                  <a:pt x="4150" y="148"/>
                </a:cubicBezTo>
                <a:cubicBezTo>
                  <a:pt x="4858" y="173"/>
                  <a:pt x="5633" y="63"/>
                  <a:pt x="5771" y="37"/>
                </a:cubicBezTo>
                <a:lnTo>
                  <a:pt x="5771" y="557"/>
                </a:lnTo>
                <a:cubicBezTo>
                  <a:pt x="4926" y="634"/>
                  <a:pt x="4422" y="612"/>
                  <a:pt x="3942" y="592"/>
                </a:cubicBezTo>
                <a:cubicBezTo>
                  <a:pt x="3463" y="572"/>
                  <a:pt x="2588" y="450"/>
                  <a:pt x="1839" y="456"/>
                </a:cubicBezTo>
                <a:cubicBezTo>
                  <a:pt x="1182" y="455"/>
                  <a:pt x="0" y="618"/>
                  <a:pt x="6" y="620"/>
                </a:cubicBezTo>
                <a:cubicBezTo>
                  <a:pt x="12" y="621"/>
                  <a:pt x="14" y="109"/>
                  <a:pt x="20" y="109"/>
                </a:cubicBez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29" name="Group 5">
            <a:extLst>
              <a:ext uri="{FF2B5EF4-FFF2-40B4-BE49-F238E27FC236}">
                <a16:creationId xmlns:a16="http://schemas.microsoft.com/office/drawing/2014/main" id="{7EFBCCBD-74C6-4114-A673-E5B4ADE21890}"/>
              </a:ext>
            </a:extLst>
          </p:cNvPr>
          <p:cNvGrpSpPr>
            <a:grpSpLocks/>
          </p:cNvGrpSpPr>
          <p:nvPr/>
        </p:nvGrpSpPr>
        <p:grpSpPr bwMode="auto">
          <a:xfrm>
            <a:off x="7740650" y="347663"/>
            <a:ext cx="387350" cy="366712"/>
            <a:chOff x="4752" y="1200"/>
            <a:chExt cx="288" cy="288"/>
          </a:xfrm>
        </p:grpSpPr>
        <p:sp>
          <p:nvSpPr>
            <p:cNvPr id="539654" name="Oval 6">
              <a:extLst>
                <a:ext uri="{FF2B5EF4-FFF2-40B4-BE49-F238E27FC236}">
                  <a16:creationId xmlns:a16="http://schemas.microsoft.com/office/drawing/2014/main" id="{0C0DDC07-B86D-4B02-8E65-0BCC064F5987}"/>
                </a:ext>
              </a:extLst>
            </p:cNvPr>
            <p:cNvSpPr>
              <a:spLocks noChangeArrowheads="1"/>
            </p:cNvSpPr>
            <p:nvPr/>
          </p:nvSpPr>
          <p:spPr bwMode="gray">
            <a:xfrm>
              <a:off x="4752" y="1200"/>
              <a:ext cx="288" cy="288"/>
            </a:xfrm>
            <a:prstGeom prst="ellipse">
              <a:avLst/>
            </a:prstGeom>
            <a:gradFill rotWithShape="1">
              <a:gsLst>
                <a:gs pos="0">
                  <a:schemeClr val="tx2">
                    <a:gamma/>
                    <a:tint val="25490"/>
                    <a:invGamma/>
                  </a:schemeClr>
                </a:gs>
                <a:gs pos="100000">
                  <a:schemeClr val="tx2">
                    <a:alpha val="3100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sp>
          <p:nvSpPr>
            <p:cNvPr id="539655" name="Oval 7">
              <a:extLst>
                <a:ext uri="{FF2B5EF4-FFF2-40B4-BE49-F238E27FC236}">
                  <a16:creationId xmlns:a16="http://schemas.microsoft.com/office/drawing/2014/main" id="{6122968C-E3E2-4DB2-9605-5542411A4538}"/>
                </a:ext>
              </a:extLst>
            </p:cNvPr>
            <p:cNvSpPr>
              <a:spLocks noChangeArrowheads="1"/>
            </p:cNvSpPr>
            <p:nvPr/>
          </p:nvSpPr>
          <p:spPr bwMode="gray">
            <a:xfrm>
              <a:off x="4752" y="1200"/>
              <a:ext cx="192" cy="192"/>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grpSp>
      <p:grpSp>
        <p:nvGrpSpPr>
          <p:cNvPr id="1030" name="Group 8">
            <a:extLst>
              <a:ext uri="{FF2B5EF4-FFF2-40B4-BE49-F238E27FC236}">
                <a16:creationId xmlns:a16="http://schemas.microsoft.com/office/drawing/2014/main" id="{ECA217FE-8EE7-4C1D-93B5-4DC3119384F3}"/>
              </a:ext>
            </a:extLst>
          </p:cNvPr>
          <p:cNvGrpSpPr>
            <a:grpSpLocks/>
          </p:cNvGrpSpPr>
          <p:nvPr/>
        </p:nvGrpSpPr>
        <p:grpSpPr bwMode="auto">
          <a:xfrm>
            <a:off x="8153400" y="53975"/>
            <a:ext cx="609600" cy="592138"/>
            <a:chOff x="4992" y="816"/>
            <a:chExt cx="576" cy="576"/>
          </a:xfrm>
        </p:grpSpPr>
        <p:sp>
          <p:nvSpPr>
            <p:cNvPr id="1038" name="Oval 9">
              <a:extLst>
                <a:ext uri="{FF2B5EF4-FFF2-40B4-BE49-F238E27FC236}">
                  <a16:creationId xmlns:a16="http://schemas.microsoft.com/office/drawing/2014/main" id="{17B685FE-B3E2-4195-B072-EF3B6883E17D}"/>
                </a:ext>
              </a:extLst>
            </p:cNvPr>
            <p:cNvSpPr>
              <a:spLocks noChangeArrowheads="1"/>
            </p:cNvSpPr>
            <p:nvPr/>
          </p:nvSpPr>
          <p:spPr bwMode="gray">
            <a:xfrm>
              <a:off x="4992" y="816"/>
              <a:ext cx="576" cy="576"/>
            </a:xfrm>
            <a:prstGeom prst="ellipse">
              <a:avLst/>
            </a:prstGeom>
            <a:solidFill>
              <a:schemeClr val="accent1">
                <a:alpha val="5294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9pP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p>
          </p:txBody>
        </p:sp>
        <p:sp>
          <p:nvSpPr>
            <p:cNvPr id="539658" name="Oval 10">
              <a:extLst>
                <a:ext uri="{FF2B5EF4-FFF2-40B4-BE49-F238E27FC236}">
                  <a16:creationId xmlns:a16="http://schemas.microsoft.com/office/drawing/2014/main" id="{38AE7686-7CC8-4863-B21F-C162480C09BB}"/>
                </a:ext>
              </a:extLst>
            </p:cNvPr>
            <p:cNvSpPr>
              <a:spLocks noChangeArrowheads="1"/>
            </p:cNvSpPr>
            <p:nvPr/>
          </p:nvSpPr>
          <p:spPr bwMode="gray">
            <a:xfrm>
              <a:off x="4992" y="912"/>
              <a:ext cx="480" cy="385"/>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grpSp>
      <p:grpSp>
        <p:nvGrpSpPr>
          <p:cNvPr id="1031" name="Group 11">
            <a:extLst>
              <a:ext uri="{FF2B5EF4-FFF2-40B4-BE49-F238E27FC236}">
                <a16:creationId xmlns:a16="http://schemas.microsoft.com/office/drawing/2014/main" id="{3E35795F-805C-4212-9B2F-65F7B032AC1E}"/>
              </a:ext>
            </a:extLst>
          </p:cNvPr>
          <p:cNvGrpSpPr>
            <a:grpSpLocks/>
          </p:cNvGrpSpPr>
          <p:nvPr/>
        </p:nvGrpSpPr>
        <p:grpSpPr bwMode="auto">
          <a:xfrm>
            <a:off x="171450" y="819150"/>
            <a:ext cx="720725" cy="762000"/>
            <a:chOff x="4992" y="816"/>
            <a:chExt cx="576" cy="576"/>
          </a:xfrm>
        </p:grpSpPr>
        <p:sp>
          <p:nvSpPr>
            <p:cNvPr id="2" name="Oval 12">
              <a:extLst>
                <a:ext uri="{FF2B5EF4-FFF2-40B4-BE49-F238E27FC236}">
                  <a16:creationId xmlns:a16="http://schemas.microsoft.com/office/drawing/2014/main" id="{FAB2F770-863C-4CF1-93E6-A86408F78F9B}"/>
                </a:ext>
              </a:extLst>
            </p:cNvPr>
            <p:cNvSpPr>
              <a:spLocks noChangeArrowheads="1"/>
            </p:cNvSpPr>
            <p:nvPr/>
          </p:nvSpPr>
          <p:spPr bwMode="gray">
            <a:xfrm>
              <a:off x="4992" y="816"/>
              <a:ext cx="576" cy="576"/>
            </a:xfrm>
            <a:prstGeom prst="ellipse">
              <a:avLst/>
            </a:prstGeom>
            <a:solidFill>
              <a:schemeClr val="tx2">
                <a:alpha val="5294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pitchFamily="34" charset="0"/>
                  <a:ea typeface="宋体" pitchFamily="2" charset="-122"/>
                </a:defRPr>
              </a:lvl9pP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p>
          </p:txBody>
        </p:sp>
        <p:sp>
          <p:nvSpPr>
            <p:cNvPr id="539661" name="Oval 13">
              <a:extLst>
                <a:ext uri="{FF2B5EF4-FFF2-40B4-BE49-F238E27FC236}">
                  <a16:creationId xmlns:a16="http://schemas.microsoft.com/office/drawing/2014/main" id="{8153BC8A-8963-4333-98E4-AD840C32510E}"/>
                </a:ext>
              </a:extLst>
            </p:cNvPr>
            <p:cNvSpPr>
              <a:spLocks noChangeArrowheads="1"/>
            </p:cNvSpPr>
            <p:nvPr/>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just" eaLnBrk="1" hangingPunct="1">
                <a:lnSpc>
                  <a:spcPct val="90000"/>
                </a:lnSpc>
                <a:spcBef>
                  <a:spcPct val="20000"/>
                </a:spcBef>
                <a:buClr>
                  <a:schemeClr val="hlink"/>
                </a:buClr>
                <a:buFont typeface="Wingdings" panose="05000000000000000000" pitchFamily="2" charset="2"/>
                <a:buNone/>
                <a:defRPr/>
              </a:pPr>
              <a:endParaRPr lang="zh-CN" altLang="en-US">
                <a:latin typeface="Arial" charset="0"/>
              </a:endParaRPr>
            </a:p>
          </p:txBody>
        </p:sp>
      </p:grpSp>
      <p:sp>
        <p:nvSpPr>
          <p:cNvPr id="1032" name="Rectangle 14">
            <a:extLst>
              <a:ext uri="{FF2B5EF4-FFF2-40B4-BE49-F238E27FC236}">
                <a16:creationId xmlns:a16="http://schemas.microsoft.com/office/drawing/2014/main" id="{05B02D21-314D-477A-BAE2-2627B92EEF06}"/>
              </a:ext>
            </a:extLst>
          </p:cNvPr>
          <p:cNvSpPr>
            <a:spLocks noGrp="1" noChangeArrowheads="1"/>
          </p:cNvSpPr>
          <p:nvPr>
            <p:ph type="body" idx="1"/>
          </p:nvPr>
        </p:nvSpPr>
        <p:spPr bwMode="auto">
          <a:xfrm>
            <a:off x="457200" y="1828800"/>
            <a:ext cx="82296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39663" name="Rectangle 15">
            <a:extLst>
              <a:ext uri="{FF2B5EF4-FFF2-40B4-BE49-F238E27FC236}">
                <a16:creationId xmlns:a16="http://schemas.microsoft.com/office/drawing/2014/main" id="{80129A39-01A0-44F7-A538-411F4F2ADB41}"/>
              </a:ext>
            </a:extLst>
          </p:cNvPr>
          <p:cNvSpPr>
            <a:spLocks noGrp="1" noChangeArrowheads="1"/>
          </p:cNvSpPr>
          <p:nvPr>
            <p:ph type="dt" sz="half" idx="2"/>
          </p:nvPr>
        </p:nvSpPr>
        <p:spPr bwMode="auto">
          <a:xfrm>
            <a:off x="457200" y="6400800"/>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lnSpc>
                <a:spcPct val="100000"/>
              </a:lnSpc>
              <a:spcBef>
                <a:spcPct val="0"/>
              </a:spcBef>
              <a:buClrTx/>
              <a:buFontTx/>
              <a:buNone/>
              <a:defRPr sz="1400">
                <a:latin typeface="Arial" charset="0"/>
              </a:defRPr>
            </a:lvl1pPr>
          </a:lstStyle>
          <a:p>
            <a:endParaRPr lang="en-US" altLang="zh-CN"/>
          </a:p>
        </p:txBody>
      </p:sp>
      <p:sp>
        <p:nvSpPr>
          <p:cNvPr id="1034" name="Rectangle 17">
            <a:extLst>
              <a:ext uri="{FF2B5EF4-FFF2-40B4-BE49-F238E27FC236}">
                <a16:creationId xmlns:a16="http://schemas.microsoft.com/office/drawing/2014/main" id="{AF58AD63-8E3E-4387-90BA-8275BA5BCC8C}"/>
              </a:ext>
            </a:extLst>
          </p:cNvPr>
          <p:cNvSpPr>
            <a:spLocks noGrp="1" noChangeArrowheads="1"/>
          </p:cNvSpPr>
          <p:nvPr>
            <p:ph type="title"/>
          </p:nvPr>
        </p:nvSpPr>
        <p:spPr bwMode="white">
          <a:xfrm>
            <a:off x="914400" y="685800"/>
            <a:ext cx="73914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45791" dir="2021404" algn="ctr" rotWithShape="0">
                    <a:schemeClr val="tx1"/>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grpSp>
        <p:nvGrpSpPr>
          <p:cNvPr id="1035" name="组合 17">
            <a:extLst>
              <a:ext uri="{FF2B5EF4-FFF2-40B4-BE49-F238E27FC236}">
                <a16:creationId xmlns:a16="http://schemas.microsoft.com/office/drawing/2014/main" id="{9B03A327-6908-43B6-9F8E-0A2B36D091B5}"/>
              </a:ext>
            </a:extLst>
          </p:cNvPr>
          <p:cNvGrpSpPr>
            <a:grpSpLocks noChangeAspect="1"/>
          </p:cNvGrpSpPr>
          <p:nvPr/>
        </p:nvGrpSpPr>
        <p:grpSpPr bwMode="auto">
          <a:xfrm>
            <a:off x="6372225" y="6237288"/>
            <a:ext cx="2663825" cy="557212"/>
            <a:chOff x="3275968" y="4953000"/>
            <a:chExt cx="4818000" cy="1008000"/>
          </a:xfrm>
        </p:grpSpPr>
        <p:pic>
          <p:nvPicPr>
            <p:cNvPr id="1036" name="Picture 2" descr="http://www.ccnu.edu.cn/__local/7/B7/24/0EA1E510D6F171BBEA51CFF88E8_A12ECAAB_5EDF.jpg">
              <a:extLst>
                <a:ext uri="{FF2B5EF4-FFF2-40B4-BE49-F238E27FC236}">
                  <a16:creationId xmlns:a16="http://schemas.microsoft.com/office/drawing/2014/main" id="{8FB7DC22-892C-4629-9238-7113B26901CB}"/>
                </a:ext>
              </a:extLst>
            </p:cNvPr>
            <p:cNvPicPr>
              <a:picLocks noChangeAspect="1" noChangeArrowheads="1"/>
            </p:cNvPicPr>
            <p:nvPr/>
          </p:nvPicPr>
          <p:blipFill>
            <a:blip r:embed="rId17">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3275968" y="4953000"/>
              <a:ext cx="1008000" cy="10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7" name="Picture 4" descr="http://www.ccnu.edu.cn/__local/D/BF/7F/E13D2FCC39EC7FDF12582E3298E_B54B2C8C_3F8F5.png">
              <a:extLst>
                <a:ext uri="{FF2B5EF4-FFF2-40B4-BE49-F238E27FC236}">
                  <a16:creationId xmlns:a16="http://schemas.microsoft.com/office/drawing/2014/main" id="{609B1DDC-A163-46D9-A07C-8FDDF406EE6E}"/>
                </a:ext>
              </a:extLst>
            </p:cNvPr>
            <p:cNvPicPr>
              <a:picLocks noChangeAspect="1" noChangeArrowheads="1"/>
            </p:cNvPicPr>
            <p:nvPr/>
          </p:nvPicPr>
          <p:blipFill>
            <a:blip r:embed="rId1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83968" y="4953000"/>
              <a:ext cx="381000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9727564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rtl="0" eaLnBrk="1" fontAlgn="base" hangingPunct="1">
        <a:spcBef>
          <a:spcPct val="0"/>
        </a:spcBef>
        <a:spcAft>
          <a:spcPct val="0"/>
        </a:spcAft>
        <a:defRPr sz="3600" b="1">
          <a:solidFill>
            <a:schemeClr val="bg1"/>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p:titleStyle>
    <p:body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400">
          <a:solidFill>
            <a:schemeClr val="tx1"/>
          </a:solidFill>
          <a:latin typeface="+mn-lt"/>
        </a:defRPr>
      </a:lvl2pPr>
      <a:lvl3pPr marL="1143000" indent="-228600" algn="l" rtl="0" eaLnBrk="1" fontAlgn="base" hangingPunct="1">
        <a:spcBef>
          <a:spcPct val="20000"/>
        </a:spcBef>
        <a:spcAft>
          <a:spcPct val="0"/>
        </a:spcAft>
        <a:buClr>
          <a:schemeClr val="tx1"/>
        </a:buClr>
        <a:buChar char="•"/>
        <a:defRPr sz="22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64936621-154E-45E1-87E8-659CBA5ACA19}"/>
              </a:ext>
            </a:extLst>
          </p:cNvPr>
          <p:cNvSpPr>
            <a:spLocks noGrp="1" noChangeArrowheads="1"/>
          </p:cNvSpPr>
          <p:nvPr>
            <p:ph type="ctrTitle"/>
          </p:nvPr>
        </p:nvSpPr>
        <p:spPr>
          <a:xfrm>
            <a:off x="1691680" y="2420888"/>
            <a:ext cx="5970588" cy="1143000"/>
          </a:xfrm>
        </p:spPr>
        <p:txBody>
          <a:bodyPr anchor="ctr"/>
          <a:lstStyle/>
          <a:p>
            <a:r>
              <a:rPr lang="zh-CN" altLang="en-US" sz="4800" dirty="0">
                <a:ln w="6600">
                  <a:solidFill>
                    <a:schemeClr val="accent2"/>
                  </a:solidFill>
                  <a:prstDash val="solid"/>
                </a:ln>
                <a:solidFill>
                  <a:srgbClr val="FFFFFF"/>
                </a:solidFill>
                <a:effectLst>
                  <a:outerShdw dist="38100" dir="2700000" algn="tl" rotWithShape="0">
                    <a:schemeClr val="accent2"/>
                  </a:outerShdw>
                </a:effectLst>
                <a:latin typeface="宋体" panose="02010600030101010101" pitchFamily="2" charset="-122"/>
              </a:rPr>
              <a:t>（一）数据流程图</a:t>
            </a:r>
            <a:br>
              <a:rPr lang="zh-CN" altLang="en-US" sz="4800" dirty="0">
                <a:ln w="6600">
                  <a:solidFill>
                    <a:schemeClr val="accent2"/>
                  </a:solidFill>
                  <a:prstDash val="solid"/>
                </a:ln>
                <a:solidFill>
                  <a:srgbClr val="FFFFFF"/>
                </a:solidFill>
                <a:effectLst>
                  <a:outerShdw dist="38100" dir="2700000" algn="tl" rotWithShape="0">
                    <a:schemeClr val="accent2"/>
                  </a:outerShdw>
                </a:effectLst>
                <a:latin typeface="宋体" panose="02010600030101010101" pitchFamily="2" charset="-122"/>
              </a:rPr>
            </a:br>
            <a:r>
              <a:rPr lang="en-US" altLang="zh-CN" sz="4800" dirty="0">
                <a:ln w="6600">
                  <a:solidFill>
                    <a:schemeClr val="accent2"/>
                  </a:solidFill>
                  <a:prstDash val="solid"/>
                </a:ln>
                <a:solidFill>
                  <a:srgbClr val="FFFFFF"/>
                </a:solidFill>
                <a:effectLst>
                  <a:outerShdw dist="38100" dir="2700000" algn="tl" rotWithShape="0">
                    <a:schemeClr val="accent2"/>
                  </a:outerShdw>
                </a:effectLst>
                <a:latin typeface="宋体" panose="02010600030101010101" pitchFamily="2" charset="-122"/>
              </a:rPr>
              <a:t>Data Flow Diagram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813930A-3994-47CF-8208-311DE8ED7585}"/>
              </a:ext>
            </a:extLst>
          </p:cNvPr>
          <p:cNvSpPr>
            <a:spLocks noGrp="1" noChangeArrowheads="1"/>
          </p:cNvSpPr>
          <p:nvPr>
            <p:ph type="title"/>
          </p:nvPr>
        </p:nvSpPr>
        <p:spPr>
          <a:xfrm>
            <a:off x="1482725" y="457200"/>
            <a:ext cx="7772400" cy="1143000"/>
          </a:xfrm>
        </p:spPr>
        <p:txBody>
          <a:bodyPr/>
          <a:lstStyle/>
          <a:p>
            <a:r>
              <a:rPr lang="en-US" altLang="zh-CN" sz="4000"/>
              <a:t>1. </a:t>
            </a:r>
            <a:r>
              <a:rPr lang="zh-CN" altLang="en-US" sz="4000"/>
              <a:t>数据流程图的四个基本成分</a:t>
            </a:r>
          </a:p>
        </p:txBody>
      </p:sp>
      <p:sp>
        <p:nvSpPr>
          <p:cNvPr id="5123" name="Rectangle 3">
            <a:extLst>
              <a:ext uri="{FF2B5EF4-FFF2-40B4-BE49-F238E27FC236}">
                <a16:creationId xmlns:a16="http://schemas.microsoft.com/office/drawing/2014/main" id="{9337869D-D7B7-4516-BD9E-1BBD8FC6E3EB}"/>
              </a:ext>
            </a:extLst>
          </p:cNvPr>
          <p:cNvSpPr>
            <a:spLocks noChangeArrowheads="1"/>
          </p:cNvSpPr>
          <p:nvPr/>
        </p:nvSpPr>
        <p:spPr bwMode="auto">
          <a:xfrm>
            <a:off x="5334000" y="3771900"/>
            <a:ext cx="2286000" cy="5794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solidFill>
                  <a:srgbClr val="081D58"/>
                </a:solidFill>
                <a:miter lim="800000"/>
                <a:headEnd type="none" w="sm" len="sm"/>
                <a:tailEnd type="none" w="sm" len="sm"/>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a:spAutoFit/>
          </a:bodyPr>
          <a:lstStyle/>
          <a:p>
            <a:pPr eaLnBrk="0" hangingPunct="0">
              <a:buClr>
                <a:schemeClr val="tx1"/>
              </a:buClr>
              <a:buSzPct val="75000"/>
              <a:buFont typeface="Monotype Sorts" pitchFamily="2" charset="2"/>
              <a:buNone/>
            </a:pPr>
            <a:r>
              <a:rPr lang="zh-CN" altLang="en-US" sz="3200">
                <a:solidFill>
                  <a:srgbClr val="081D58"/>
                </a:solidFill>
                <a:latin typeface="Arial" panose="020B0604020202020204" pitchFamily="34" charset="0"/>
              </a:rPr>
              <a:t>数据存储 </a:t>
            </a:r>
          </a:p>
        </p:txBody>
      </p:sp>
      <p:sp>
        <p:nvSpPr>
          <p:cNvPr id="5124" name="Oval 4">
            <a:extLst>
              <a:ext uri="{FF2B5EF4-FFF2-40B4-BE49-F238E27FC236}">
                <a16:creationId xmlns:a16="http://schemas.microsoft.com/office/drawing/2014/main" id="{C7FA3AFC-A4A9-4C91-9F35-86F9F106FBFA}"/>
              </a:ext>
            </a:extLst>
          </p:cNvPr>
          <p:cNvSpPr>
            <a:spLocks noChangeArrowheads="1"/>
          </p:cNvSpPr>
          <p:nvPr/>
        </p:nvSpPr>
        <p:spPr bwMode="auto">
          <a:xfrm>
            <a:off x="1720850" y="2622550"/>
            <a:ext cx="1041400" cy="958850"/>
          </a:xfrm>
          <a:prstGeom prst="ellipse">
            <a:avLst/>
          </a:prstGeom>
          <a:noFill/>
          <a:ln w="28575">
            <a:solidFill>
              <a:srgbClr val="4B4FF5"/>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5" name="Line 5">
            <a:extLst>
              <a:ext uri="{FF2B5EF4-FFF2-40B4-BE49-F238E27FC236}">
                <a16:creationId xmlns:a16="http://schemas.microsoft.com/office/drawing/2014/main" id="{9FA57243-21A6-45BF-8D74-343DAB924B69}"/>
              </a:ext>
            </a:extLst>
          </p:cNvPr>
          <p:cNvSpPr>
            <a:spLocks noChangeShapeType="1"/>
          </p:cNvSpPr>
          <p:nvPr/>
        </p:nvSpPr>
        <p:spPr bwMode="auto">
          <a:xfrm>
            <a:off x="2559050" y="2165350"/>
            <a:ext cx="1600200" cy="0"/>
          </a:xfrm>
          <a:prstGeom prst="line">
            <a:avLst/>
          </a:prstGeom>
          <a:noFill/>
          <a:ln w="28575">
            <a:solidFill>
              <a:srgbClr val="4B4FF5"/>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6" name="Line 6">
            <a:extLst>
              <a:ext uri="{FF2B5EF4-FFF2-40B4-BE49-F238E27FC236}">
                <a16:creationId xmlns:a16="http://schemas.microsoft.com/office/drawing/2014/main" id="{3C1D6BE9-DA1E-49ED-BFDB-29E306F058AD}"/>
              </a:ext>
            </a:extLst>
          </p:cNvPr>
          <p:cNvSpPr>
            <a:spLocks noChangeShapeType="1"/>
          </p:cNvSpPr>
          <p:nvPr/>
        </p:nvSpPr>
        <p:spPr bwMode="auto">
          <a:xfrm>
            <a:off x="1949450" y="4240213"/>
            <a:ext cx="838200" cy="0"/>
          </a:xfrm>
          <a:prstGeom prst="line">
            <a:avLst/>
          </a:prstGeom>
          <a:noFill/>
          <a:ln w="28575">
            <a:solidFill>
              <a:srgbClr val="4B4FF5"/>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7" name="Rectangle 7">
            <a:extLst>
              <a:ext uri="{FF2B5EF4-FFF2-40B4-BE49-F238E27FC236}">
                <a16:creationId xmlns:a16="http://schemas.microsoft.com/office/drawing/2014/main" id="{02488C4E-E846-47B6-9191-25F138846D9A}"/>
              </a:ext>
            </a:extLst>
          </p:cNvPr>
          <p:cNvSpPr>
            <a:spLocks noChangeArrowheads="1"/>
          </p:cNvSpPr>
          <p:nvPr/>
        </p:nvSpPr>
        <p:spPr bwMode="auto">
          <a:xfrm>
            <a:off x="1797050" y="5078413"/>
            <a:ext cx="965200" cy="512762"/>
          </a:xfrm>
          <a:prstGeom prst="rect">
            <a:avLst/>
          </a:prstGeom>
          <a:noFill/>
          <a:ln w="28575">
            <a:solidFill>
              <a:srgbClr val="4B4FF5"/>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8" name="Line 8">
            <a:extLst>
              <a:ext uri="{FF2B5EF4-FFF2-40B4-BE49-F238E27FC236}">
                <a16:creationId xmlns:a16="http://schemas.microsoft.com/office/drawing/2014/main" id="{5510F17F-761A-4F24-AEC3-9342E3217A27}"/>
              </a:ext>
            </a:extLst>
          </p:cNvPr>
          <p:cNvSpPr>
            <a:spLocks noChangeShapeType="1"/>
          </p:cNvSpPr>
          <p:nvPr/>
        </p:nvSpPr>
        <p:spPr bwMode="auto">
          <a:xfrm>
            <a:off x="3778250" y="3778250"/>
            <a:ext cx="1295400" cy="0"/>
          </a:xfrm>
          <a:prstGeom prst="line">
            <a:avLst/>
          </a:prstGeom>
          <a:noFill/>
          <a:ln w="28575">
            <a:solidFill>
              <a:srgbClr val="4B4FF5"/>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9" name="Line 9">
            <a:extLst>
              <a:ext uri="{FF2B5EF4-FFF2-40B4-BE49-F238E27FC236}">
                <a16:creationId xmlns:a16="http://schemas.microsoft.com/office/drawing/2014/main" id="{C93C36DA-88F5-4F92-9538-80CB83F059D0}"/>
              </a:ext>
            </a:extLst>
          </p:cNvPr>
          <p:cNvSpPr>
            <a:spLocks noChangeShapeType="1"/>
          </p:cNvSpPr>
          <p:nvPr/>
        </p:nvSpPr>
        <p:spPr bwMode="auto">
          <a:xfrm>
            <a:off x="3778250" y="4370388"/>
            <a:ext cx="1295400" cy="0"/>
          </a:xfrm>
          <a:prstGeom prst="line">
            <a:avLst/>
          </a:prstGeom>
          <a:noFill/>
          <a:ln w="28575">
            <a:solidFill>
              <a:srgbClr val="4B4FF5"/>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0" name="Line 10">
            <a:extLst>
              <a:ext uri="{FF2B5EF4-FFF2-40B4-BE49-F238E27FC236}">
                <a16:creationId xmlns:a16="http://schemas.microsoft.com/office/drawing/2014/main" id="{8312F40C-D007-44D3-8E83-78C1C1481068}"/>
              </a:ext>
            </a:extLst>
          </p:cNvPr>
          <p:cNvSpPr>
            <a:spLocks noChangeShapeType="1"/>
          </p:cNvSpPr>
          <p:nvPr/>
        </p:nvSpPr>
        <p:spPr bwMode="auto">
          <a:xfrm>
            <a:off x="3778250" y="3778250"/>
            <a:ext cx="0" cy="592138"/>
          </a:xfrm>
          <a:prstGeom prst="line">
            <a:avLst/>
          </a:prstGeom>
          <a:noFill/>
          <a:ln w="28575">
            <a:solidFill>
              <a:srgbClr val="4B4FF5"/>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1" name="Line 11">
            <a:extLst>
              <a:ext uri="{FF2B5EF4-FFF2-40B4-BE49-F238E27FC236}">
                <a16:creationId xmlns:a16="http://schemas.microsoft.com/office/drawing/2014/main" id="{350F1378-EEEE-4977-99F3-C16739920C8B}"/>
              </a:ext>
            </a:extLst>
          </p:cNvPr>
          <p:cNvSpPr>
            <a:spLocks noChangeShapeType="1"/>
          </p:cNvSpPr>
          <p:nvPr/>
        </p:nvSpPr>
        <p:spPr bwMode="auto">
          <a:xfrm flipH="1">
            <a:off x="4540250" y="3800475"/>
            <a:ext cx="0" cy="592138"/>
          </a:xfrm>
          <a:prstGeom prst="line">
            <a:avLst/>
          </a:prstGeom>
          <a:noFill/>
          <a:ln w="28575">
            <a:solidFill>
              <a:srgbClr val="4B4FF5"/>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2" name="Rectangle 12">
            <a:extLst>
              <a:ext uri="{FF2B5EF4-FFF2-40B4-BE49-F238E27FC236}">
                <a16:creationId xmlns:a16="http://schemas.microsoft.com/office/drawing/2014/main" id="{1F60EF89-E682-40B1-8DBA-8B05CD22CA1B}"/>
              </a:ext>
            </a:extLst>
          </p:cNvPr>
          <p:cNvSpPr>
            <a:spLocks noChangeArrowheads="1"/>
          </p:cNvSpPr>
          <p:nvPr/>
        </p:nvSpPr>
        <p:spPr bwMode="auto">
          <a:xfrm>
            <a:off x="3625850" y="5103813"/>
            <a:ext cx="965200" cy="514350"/>
          </a:xfrm>
          <a:prstGeom prst="rect">
            <a:avLst/>
          </a:prstGeom>
          <a:noFill/>
          <a:ln w="28575">
            <a:solidFill>
              <a:srgbClr val="4B4FF5"/>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3" name="Line 13">
            <a:extLst>
              <a:ext uri="{FF2B5EF4-FFF2-40B4-BE49-F238E27FC236}">
                <a16:creationId xmlns:a16="http://schemas.microsoft.com/office/drawing/2014/main" id="{3B6D2B28-766C-4D1D-8879-48996EBC4B58}"/>
              </a:ext>
            </a:extLst>
          </p:cNvPr>
          <p:cNvSpPr>
            <a:spLocks noChangeShapeType="1"/>
          </p:cNvSpPr>
          <p:nvPr/>
        </p:nvSpPr>
        <p:spPr bwMode="auto">
          <a:xfrm>
            <a:off x="3549650" y="5695950"/>
            <a:ext cx="914400" cy="0"/>
          </a:xfrm>
          <a:prstGeom prst="line">
            <a:avLst/>
          </a:prstGeom>
          <a:noFill/>
          <a:ln w="28575">
            <a:solidFill>
              <a:srgbClr val="4B4FF5"/>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4" name="AutoShape 14">
            <a:extLst>
              <a:ext uri="{FF2B5EF4-FFF2-40B4-BE49-F238E27FC236}">
                <a16:creationId xmlns:a16="http://schemas.microsoft.com/office/drawing/2014/main" id="{E5C47A59-7B0F-453B-850E-35B9E722E19B}"/>
              </a:ext>
            </a:extLst>
          </p:cNvPr>
          <p:cNvSpPr>
            <a:spLocks noChangeArrowheads="1"/>
          </p:cNvSpPr>
          <p:nvPr/>
        </p:nvSpPr>
        <p:spPr bwMode="auto">
          <a:xfrm>
            <a:off x="3810000" y="2451100"/>
            <a:ext cx="1066800" cy="1008063"/>
          </a:xfrm>
          <a:prstGeom prst="roundRect">
            <a:avLst>
              <a:gd name="adj" fmla="val 16667"/>
            </a:avLst>
          </a:prstGeom>
          <a:noFill/>
          <a:ln w="28575">
            <a:solidFill>
              <a:srgbClr val="4B4FF5"/>
            </a:solidFill>
            <a:round/>
            <a:headEnd type="none" w="sm" len="sm"/>
            <a:tailEnd type="none" w="sm" len="sm"/>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5135" name="Line 15">
            <a:extLst>
              <a:ext uri="{FF2B5EF4-FFF2-40B4-BE49-F238E27FC236}">
                <a16:creationId xmlns:a16="http://schemas.microsoft.com/office/drawing/2014/main" id="{078E7B9F-5E2A-4621-B01C-5306106B267A}"/>
              </a:ext>
            </a:extLst>
          </p:cNvPr>
          <p:cNvSpPr>
            <a:spLocks noChangeShapeType="1"/>
          </p:cNvSpPr>
          <p:nvPr/>
        </p:nvSpPr>
        <p:spPr bwMode="auto">
          <a:xfrm>
            <a:off x="1752600" y="2895600"/>
            <a:ext cx="914400" cy="0"/>
          </a:xfrm>
          <a:prstGeom prst="line">
            <a:avLst/>
          </a:prstGeom>
          <a:noFill/>
          <a:ln w="28575">
            <a:solidFill>
              <a:srgbClr val="4B4FF5"/>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5136" name="Text Box 16">
            <a:extLst>
              <a:ext uri="{FF2B5EF4-FFF2-40B4-BE49-F238E27FC236}">
                <a16:creationId xmlns:a16="http://schemas.microsoft.com/office/drawing/2014/main" id="{58527F66-BBE9-4998-A4BF-614A6EE86610}"/>
              </a:ext>
            </a:extLst>
          </p:cNvPr>
          <p:cNvSpPr txBox="1">
            <a:spLocks noChangeArrowheads="1"/>
          </p:cNvSpPr>
          <p:nvPr/>
        </p:nvSpPr>
        <p:spPr bwMode="auto">
          <a:xfrm>
            <a:off x="2940050" y="2720975"/>
            <a:ext cx="609600" cy="6413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28575">
                <a:solidFill>
                  <a:srgbClr val="4B4FF5"/>
                </a:solidFill>
                <a:miter lim="800000"/>
                <a:headEnd type="none" w="sm" len="sm"/>
                <a:tailEnd type="none" w="sm" len="sm"/>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a:spAutoFit/>
          </a:bodyPr>
          <a:lstStyle/>
          <a:p>
            <a:pPr eaLnBrk="0" hangingPunct="0"/>
            <a:r>
              <a:rPr lang="zh-CN" altLang="en-US" sz="3600" b="1">
                <a:solidFill>
                  <a:srgbClr val="081D58"/>
                </a:solidFill>
                <a:effectLst>
                  <a:outerShdw blurRad="38100" dist="38100" dir="2700000" algn="tl">
                    <a:srgbClr val="C0C0C0"/>
                  </a:outerShdw>
                </a:effectLst>
                <a:latin typeface="宋体" panose="02010600030101010101" pitchFamily="2" charset="-122"/>
              </a:rPr>
              <a:t>或</a:t>
            </a:r>
            <a:endParaRPr lang="zh-CN" altLang="en-US" sz="3600" b="1">
              <a:solidFill>
                <a:schemeClr val="bg2"/>
              </a:solidFill>
              <a:effectLst>
                <a:outerShdw blurRad="38100" dist="38100" dir="2700000" algn="tl">
                  <a:srgbClr val="C0C0C0"/>
                </a:outerShdw>
              </a:effectLst>
              <a:latin typeface="宋体" panose="02010600030101010101" pitchFamily="2" charset="-122"/>
            </a:endParaRPr>
          </a:p>
        </p:txBody>
      </p:sp>
      <p:sp>
        <p:nvSpPr>
          <p:cNvPr id="5137" name="Rectangle 17">
            <a:extLst>
              <a:ext uri="{FF2B5EF4-FFF2-40B4-BE49-F238E27FC236}">
                <a16:creationId xmlns:a16="http://schemas.microsoft.com/office/drawing/2014/main" id="{48BF1618-9A0D-4428-8320-BF883D9A3A14}"/>
              </a:ext>
            </a:extLst>
          </p:cNvPr>
          <p:cNvSpPr>
            <a:spLocks noChangeArrowheads="1"/>
          </p:cNvSpPr>
          <p:nvPr/>
        </p:nvSpPr>
        <p:spPr bwMode="auto">
          <a:xfrm>
            <a:off x="5356225" y="1892300"/>
            <a:ext cx="1803400" cy="5794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solidFill>
                  <a:srgbClr val="081D58"/>
                </a:solidFill>
                <a:miter lim="800000"/>
                <a:headEnd type="none" w="sm" len="sm"/>
                <a:tailEnd type="none" w="sm" len="sm"/>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a:spAutoFit/>
          </a:bodyPr>
          <a:lstStyle/>
          <a:p>
            <a:pPr eaLnBrk="0" hangingPunct="0"/>
            <a:r>
              <a:rPr lang="zh-CN" altLang="en-US" sz="3200">
                <a:solidFill>
                  <a:srgbClr val="081D58"/>
                </a:solidFill>
                <a:latin typeface="宋体" panose="02010600030101010101" pitchFamily="2" charset="-122"/>
              </a:rPr>
              <a:t>数据流</a:t>
            </a:r>
            <a:endParaRPr lang="zh-CN" altLang="en-US" sz="3200">
              <a:solidFill>
                <a:schemeClr val="bg2"/>
              </a:solidFill>
              <a:latin typeface="宋体" panose="02010600030101010101" pitchFamily="2" charset="-122"/>
            </a:endParaRPr>
          </a:p>
        </p:txBody>
      </p:sp>
      <p:sp>
        <p:nvSpPr>
          <p:cNvPr id="5138" name="Text Box 18">
            <a:extLst>
              <a:ext uri="{FF2B5EF4-FFF2-40B4-BE49-F238E27FC236}">
                <a16:creationId xmlns:a16="http://schemas.microsoft.com/office/drawing/2014/main" id="{8ADE4BA4-16C8-40E4-8D14-48E0A4932D71}"/>
              </a:ext>
            </a:extLst>
          </p:cNvPr>
          <p:cNvSpPr txBox="1">
            <a:spLocks noChangeArrowheads="1"/>
          </p:cNvSpPr>
          <p:nvPr/>
        </p:nvSpPr>
        <p:spPr bwMode="auto">
          <a:xfrm>
            <a:off x="3016250" y="3836988"/>
            <a:ext cx="609600" cy="6413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28575">
                <a:solidFill>
                  <a:srgbClr val="4B4FF5"/>
                </a:solidFill>
                <a:miter lim="800000"/>
                <a:headEnd type="none" w="sm" len="sm"/>
                <a:tailEnd type="none" w="sm" len="sm"/>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a:spAutoFit/>
          </a:bodyPr>
          <a:lstStyle/>
          <a:p>
            <a:pPr eaLnBrk="0" hangingPunct="0"/>
            <a:r>
              <a:rPr lang="zh-CN" altLang="en-US" sz="3600" b="1">
                <a:solidFill>
                  <a:srgbClr val="081D58"/>
                </a:solidFill>
                <a:effectLst>
                  <a:outerShdw blurRad="38100" dist="38100" dir="2700000" algn="tl">
                    <a:srgbClr val="C0C0C0"/>
                  </a:outerShdw>
                </a:effectLst>
                <a:latin typeface="宋体" panose="02010600030101010101" pitchFamily="2" charset="-122"/>
              </a:rPr>
              <a:t>或</a:t>
            </a:r>
            <a:endParaRPr lang="zh-CN" altLang="en-US" sz="3600" b="1">
              <a:solidFill>
                <a:schemeClr val="bg2"/>
              </a:solidFill>
              <a:effectLst>
                <a:outerShdw blurRad="38100" dist="38100" dir="2700000" algn="tl">
                  <a:srgbClr val="C0C0C0"/>
                </a:outerShdw>
              </a:effectLst>
              <a:latin typeface="宋体" panose="02010600030101010101" pitchFamily="2" charset="-122"/>
            </a:endParaRPr>
          </a:p>
        </p:txBody>
      </p:sp>
      <p:sp>
        <p:nvSpPr>
          <p:cNvPr id="5139" name="Rectangle 19" descr="羊皮纸">
            <a:extLst>
              <a:ext uri="{FF2B5EF4-FFF2-40B4-BE49-F238E27FC236}">
                <a16:creationId xmlns:a16="http://schemas.microsoft.com/office/drawing/2014/main" id="{4B9ED580-A562-4965-86FD-0AB9CD8BC363}"/>
              </a:ext>
            </a:extLst>
          </p:cNvPr>
          <p:cNvSpPr>
            <a:spLocks noChangeArrowheads="1"/>
          </p:cNvSpPr>
          <p:nvPr/>
        </p:nvSpPr>
        <p:spPr bwMode="auto">
          <a:xfrm>
            <a:off x="4724400" y="5181600"/>
            <a:ext cx="2816225" cy="579438"/>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cap="rnd">
                <a:solidFill>
                  <a:srgbClr val="081D58"/>
                </a:solidFill>
                <a:prstDash val="sysDot"/>
                <a:miter lim="800000"/>
                <a:headEnd type="none" w="sm" len="sm"/>
                <a:tailEnd type="none" w="sm" len="sm"/>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anchor="ctr">
            <a:spAutoFit/>
          </a:bodyPr>
          <a:lstStyle/>
          <a:p>
            <a:pPr eaLnBrk="0" hangingPunct="0">
              <a:spcBef>
                <a:spcPct val="50000"/>
              </a:spcBef>
              <a:buClr>
                <a:schemeClr val="tx1"/>
              </a:buClr>
              <a:buSzPct val="75000"/>
              <a:buFont typeface="Monotype Sorts" pitchFamily="2" charset="2"/>
              <a:buNone/>
            </a:pPr>
            <a:r>
              <a:rPr lang="en-US" altLang="zh-CN" sz="3200">
                <a:solidFill>
                  <a:srgbClr val="081D58"/>
                </a:solidFill>
                <a:latin typeface="宋体" panose="02010600030101010101" pitchFamily="2" charset="-122"/>
              </a:rPr>
              <a:t>   </a:t>
            </a:r>
            <a:r>
              <a:rPr lang="zh-CN" altLang="en-US" sz="3200">
                <a:solidFill>
                  <a:srgbClr val="081D58"/>
                </a:solidFill>
                <a:latin typeface="宋体" panose="02010600030101010101" pitchFamily="2" charset="-122"/>
              </a:rPr>
              <a:t>外部项</a:t>
            </a:r>
          </a:p>
        </p:txBody>
      </p:sp>
      <p:sp>
        <p:nvSpPr>
          <p:cNvPr id="5140" name="Line 20">
            <a:extLst>
              <a:ext uri="{FF2B5EF4-FFF2-40B4-BE49-F238E27FC236}">
                <a16:creationId xmlns:a16="http://schemas.microsoft.com/office/drawing/2014/main" id="{6C626A93-F48E-44FE-8821-866F5B57214A}"/>
              </a:ext>
            </a:extLst>
          </p:cNvPr>
          <p:cNvSpPr>
            <a:spLocks noChangeShapeType="1"/>
          </p:cNvSpPr>
          <p:nvPr/>
        </p:nvSpPr>
        <p:spPr bwMode="auto">
          <a:xfrm>
            <a:off x="3549650" y="5103813"/>
            <a:ext cx="0" cy="592137"/>
          </a:xfrm>
          <a:prstGeom prst="line">
            <a:avLst/>
          </a:prstGeom>
          <a:noFill/>
          <a:ln w="28575">
            <a:solidFill>
              <a:srgbClr val="4B4FF5"/>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41" name="Text Box 21">
            <a:extLst>
              <a:ext uri="{FF2B5EF4-FFF2-40B4-BE49-F238E27FC236}">
                <a16:creationId xmlns:a16="http://schemas.microsoft.com/office/drawing/2014/main" id="{99B45FE3-AA09-4E0B-83A0-DF8BB993F656}"/>
              </a:ext>
            </a:extLst>
          </p:cNvPr>
          <p:cNvSpPr txBox="1">
            <a:spLocks noChangeArrowheads="1"/>
          </p:cNvSpPr>
          <p:nvPr/>
        </p:nvSpPr>
        <p:spPr bwMode="auto">
          <a:xfrm>
            <a:off x="2863850" y="5103813"/>
            <a:ext cx="533400" cy="6413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28575">
                <a:solidFill>
                  <a:srgbClr val="4B4FF5"/>
                </a:solidFill>
                <a:miter lim="800000"/>
                <a:headEnd type="none" w="sm" len="sm"/>
                <a:tailEnd type="none" w="sm" len="sm"/>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a:spAutoFit/>
          </a:bodyPr>
          <a:lstStyle/>
          <a:p>
            <a:pPr eaLnBrk="0" hangingPunct="0"/>
            <a:r>
              <a:rPr lang="zh-CN" altLang="en-US" sz="3600" b="1">
                <a:solidFill>
                  <a:srgbClr val="081D58"/>
                </a:solidFill>
                <a:effectLst>
                  <a:outerShdw blurRad="38100" dist="38100" dir="2700000" algn="tl">
                    <a:srgbClr val="C0C0C0"/>
                  </a:outerShdw>
                </a:effectLst>
                <a:latin typeface="宋体" panose="02010600030101010101" pitchFamily="2" charset="-122"/>
              </a:rPr>
              <a:t>或</a:t>
            </a:r>
            <a:endParaRPr lang="zh-CN" altLang="en-US" sz="3600" b="1">
              <a:solidFill>
                <a:schemeClr val="bg2"/>
              </a:solidFill>
              <a:effectLst>
                <a:outerShdw blurRad="38100" dist="38100" dir="2700000" algn="tl">
                  <a:srgbClr val="C0C0C0"/>
                </a:outerShdw>
              </a:effectLst>
              <a:latin typeface="宋体" panose="02010600030101010101" pitchFamily="2" charset="-122"/>
            </a:endParaRPr>
          </a:p>
        </p:txBody>
      </p:sp>
      <p:sp>
        <p:nvSpPr>
          <p:cNvPr id="5142" name="Line 22">
            <a:extLst>
              <a:ext uri="{FF2B5EF4-FFF2-40B4-BE49-F238E27FC236}">
                <a16:creationId xmlns:a16="http://schemas.microsoft.com/office/drawing/2014/main" id="{560B514D-35F5-4095-AD54-61D429D4EA1E}"/>
              </a:ext>
            </a:extLst>
          </p:cNvPr>
          <p:cNvSpPr>
            <a:spLocks noChangeShapeType="1"/>
          </p:cNvSpPr>
          <p:nvPr/>
        </p:nvSpPr>
        <p:spPr bwMode="auto">
          <a:xfrm>
            <a:off x="3810000" y="2806700"/>
            <a:ext cx="1066800" cy="0"/>
          </a:xfrm>
          <a:prstGeom prst="line">
            <a:avLst/>
          </a:prstGeom>
          <a:noFill/>
          <a:ln w="28575">
            <a:solidFill>
              <a:srgbClr val="4B4FF5"/>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5143" name="Text Box 23">
            <a:extLst>
              <a:ext uri="{FF2B5EF4-FFF2-40B4-BE49-F238E27FC236}">
                <a16:creationId xmlns:a16="http://schemas.microsoft.com/office/drawing/2014/main" id="{2F059CA2-5A96-4102-90D3-A5DF0E3EC497}"/>
              </a:ext>
            </a:extLst>
          </p:cNvPr>
          <p:cNvSpPr txBox="1">
            <a:spLocks noChangeArrowheads="1"/>
          </p:cNvSpPr>
          <p:nvPr/>
        </p:nvSpPr>
        <p:spPr bwMode="auto">
          <a:xfrm>
            <a:off x="5337175" y="2889250"/>
            <a:ext cx="3352800" cy="4826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solidFill>
                  <a:srgbClr val="081D58"/>
                </a:solidFill>
                <a:miter lim="800000"/>
                <a:headEnd type="none" w="sm" len="sm"/>
                <a:tailEnd type="none" w="sm" len="sm"/>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a:spAutoFit/>
          </a:bodyPr>
          <a:lstStyle/>
          <a:p>
            <a:pPr eaLnBrk="0" hangingPunct="0">
              <a:lnSpc>
                <a:spcPct val="80000"/>
              </a:lnSpc>
              <a:spcBef>
                <a:spcPct val="10000"/>
              </a:spcBef>
              <a:buClr>
                <a:schemeClr val="tx1"/>
              </a:buClr>
              <a:buSzPct val="75000"/>
              <a:buFont typeface="Monotype Sorts" pitchFamily="2" charset="2"/>
              <a:buNone/>
            </a:pPr>
            <a:r>
              <a:rPr lang="zh-CN" altLang="en-US" sz="3200">
                <a:solidFill>
                  <a:srgbClr val="081D58"/>
                </a:solidFill>
                <a:latin typeface="宋体" panose="02010600030101010101" pitchFamily="2" charset="-122"/>
              </a:rPr>
              <a:t>数据处理</a:t>
            </a:r>
            <a:r>
              <a:rPr lang="en-US" altLang="zh-CN" sz="3200">
                <a:solidFill>
                  <a:srgbClr val="081D58"/>
                </a:solidFill>
                <a:latin typeface="宋体" panose="02010600030101010101" pitchFamily="2" charset="-122"/>
              </a:rPr>
              <a:t>(</a:t>
            </a:r>
            <a:r>
              <a:rPr lang="zh-CN" altLang="en-US" sz="3200">
                <a:solidFill>
                  <a:srgbClr val="081D58"/>
                </a:solidFill>
                <a:latin typeface="宋体" panose="02010600030101010101" pitchFamily="2" charset="-122"/>
              </a:rPr>
              <a:t>加工</a:t>
            </a:r>
            <a:r>
              <a:rPr lang="en-US" altLang="zh-CN" sz="3200">
                <a:solidFill>
                  <a:srgbClr val="081D58"/>
                </a:solidFill>
                <a:latin typeface="宋体" panose="02010600030101010101" pitchFamily="2" charset="-122"/>
              </a:rPr>
              <a:t>)</a:t>
            </a:r>
            <a:endParaRPr lang="en-US" altLang="zh-CN">
              <a:solidFill>
                <a:srgbClr val="081D58"/>
              </a:solidFill>
              <a:latin typeface="黑体" panose="02010609060101010101" pitchFamily="49" charset="-122"/>
              <a:ea typeface="黑体" panose="02010609060101010101"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CA325203-81B8-4DE9-BEE4-C1058F6C94A1}"/>
              </a:ext>
            </a:extLst>
          </p:cNvPr>
          <p:cNvSpPr>
            <a:spLocks noGrp="1" noChangeArrowheads="1"/>
          </p:cNvSpPr>
          <p:nvPr>
            <p:ph type="title"/>
          </p:nvPr>
        </p:nvSpPr>
        <p:spPr>
          <a:xfrm>
            <a:off x="1208088" y="609600"/>
            <a:ext cx="7227887" cy="1143000"/>
          </a:xfrm>
        </p:spPr>
        <p:txBody>
          <a:bodyPr/>
          <a:lstStyle/>
          <a:p>
            <a:r>
              <a:rPr lang="en-US" altLang="zh-CN" sz="4000">
                <a:latin typeface="宋体" panose="02010600030101010101" pitchFamily="2" charset="-122"/>
              </a:rPr>
              <a:t>1) </a:t>
            </a:r>
            <a:r>
              <a:rPr lang="zh-CN" altLang="en-US" sz="4000">
                <a:latin typeface="宋体" panose="02010600030101010101" pitchFamily="2" charset="-122"/>
              </a:rPr>
              <a:t>数据流</a:t>
            </a:r>
          </a:p>
        </p:txBody>
      </p:sp>
      <p:sp>
        <p:nvSpPr>
          <p:cNvPr id="6147" name="Rectangle 3">
            <a:extLst>
              <a:ext uri="{FF2B5EF4-FFF2-40B4-BE49-F238E27FC236}">
                <a16:creationId xmlns:a16="http://schemas.microsoft.com/office/drawing/2014/main" id="{B9EF13F9-0F7C-498E-A2E6-8987A488F7E0}"/>
              </a:ext>
            </a:extLst>
          </p:cNvPr>
          <p:cNvSpPr>
            <a:spLocks noGrp="1" noChangeArrowheads="1"/>
          </p:cNvSpPr>
          <p:nvPr>
            <p:ph idx="1"/>
          </p:nvPr>
        </p:nvSpPr>
        <p:spPr>
          <a:xfrm>
            <a:off x="838200" y="1905000"/>
            <a:ext cx="8001000" cy="4724400"/>
          </a:xfrm>
        </p:spPr>
        <p:txBody>
          <a:bodyPr/>
          <a:lstStyle/>
          <a:p>
            <a:pPr algn="just"/>
            <a:r>
              <a:rPr lang="zh-CN" altLang="en-US">
                <a:latin typeface="宋体" panose="02010600030101010101" pitchFamily="2" charset="-122"/>
              </a:rPr>
              <a:t>表示数据和数据流向</a:t>
            </a:r>
            <a:r>
              <a:rPr lang="en-US" altLang="zh-CN">
                <a:latin typeface="宋体" panose="02010600030101010101" pitchFamily="2" charset="-122"/>
              </a:rPr>
              <a:t>, </a:t>
            </a:r>
            <a:r>
              <a:rPr lang="zh-CN" altLang="en-US">
                <a:latin typeface="宋体" panose="02010600030101010101" pitchFamily="2" charset="-122"/>
              </a:rPr>
              <a:t>由一组固定成分的数据组成  如</a:t>
            </a:r>
            <a:r>
              <a:rPr lang="zh-CN" altLang="en-US"/>
              <a:t>“</a:t>
            </a:r>
            <a:r>
              <a:rPr lang="zh-CN" altLang="en-US">
                <a:latin typeface="宋体" panose="02010600030101010101" pitchFamily="2" charset="-122"/>
              </a:rPr>
              <a:t>选课单</a:t>
            </a:r>
            <a:r>
              <a:rPr lang="zh-CN" altLang="en-US"/>
              <a:t>”</a:t>
            </a:r>
            <a:r>
              <a:rPr lang="zh-CN" altLang="en-US">
                <a:latin typeface="宋体" panose="02010600030101010101" pitchFamily="2" charset="-122"/>
              </a:rPr>
              <a:t>由</a:t>
            </a:r>
            <a:r>
              <a:rPr lang="zh-CN" altLang="en-US"/>
              <a:t>“</a:t>
            </a:r>
            <a:r>
              <a:rPr lang="zh-CN" altLang="en-US">
                <a:latin typeface="宋体" panose="02010600030101010101" pitchFamily="2" charset="-122"/>
              </a:rPr>
              <a:t>学号、姓名、课程编号、课程名</a:t>
            </a:r>
            <a:r>
              <a:rPr lang="zh-CN" altLang="en-US"/>
              <a:t>”</a:t>
            </a:r>
            <a:r>
              <a:rPr lang="zh-CN" altLang="en-US">
                <a:latin typeface="宋体" panose="02010600030101010101" pitchFamily="2" charset="-122"/>
              </a:rPr>
              <a:t>等成分组成</a:t>
            </a:r>
          </a:p>
          <a:p>
            <a:pPr algn="just"/>
            <a:r>
              <a:rPr lang="zh-CN" altLang="en-US">
                <a:latin typeface="宋体" panose="02010600030101010101" pitchFamily="2" charset="-122"/>
              </a:rPr>
              <a:t>数据流可从加工流向加工，也可在加工与数据存储或外部项之间流动；两个加工之间可有多股数据流</a:t>
            </a:r>
          </a:p>
          <a:p>
            <a:pPr algn="just"/>
            <a:r>
              <a:rPr lang="zh-CN" altLang="en-US">
                <a:latin typeface="宋体" panose="02010600030101010101" pitchFamily="2" charset="-122"/>
              </a:rPr>
              <a:t>数据流的命名</a:t>
            </a:r>
          </a:p>
          <a:p>
            <a:pPr lvl="1" algn="just">
              <a:buClr>
                <a:schemeClr val="accent2"/>
              </a:buClr>
              <a:buFont typeface="Wingdings" panose="05000000000000000000" pitchFamily="2" charset="2"/>
              <a:buChar char="§"/>
            </a:pPr>
            <a:r>
              <a:rPr lang="zh-CN" altLang="en-US">
                <a:latin typeface="楷体_GB2312"/>
                <a:ea typeface="楷体_GB2312"/>
                <a:cs typeface="楷体_GB2312"/>
              </a:rPr>
              <a:t>用名词</a:t>
            </a:r>
            <a:r>
              <a:rPr lang="en-US" altLang="zh-CN">
                <a:latin typeface="楷体_GB2312"/>
                <a:ea typeface="楷体_GB2312"/>
                <a:cs typeface="楷体_GB2312"/>
              </a:rPr>
              <a:t>,</a:t>
            </a:r>
            <a:r>
              <a:rPr lang="zh-CN" altLang="en-US">
                <a:latin typeface="楷体_GB2312"/>
                <a:ea typeface="楷体_GB2312"/>
                <a:cs typeface="楷体_GB2312"/>
              </a:rPr>
              <a:t>不要使用意义空洞的名词</a:t>
            </a:r>
          </a:p>
          <a:p>
            <a:pPr lvl="1" algn="just">
              <a:buClr>
                <a:schemeClr val="accent2"/>
              </a:buClr>
              <a:buFont typeface="Wingdings" panose="05000000000000000000" pitchFamily="2" charset="2"/>
              <a:buChar char="§"/>
            </a:pPr>
            <a:r>
              <a:rPr lang="zh-CN" altLang="en-US">
                <a:latin typeface="楷体_GB2312"/>
                <a:ea typeface="楷体_GB2312"/>
                <a:cs typeface="楷体_GB2312"/>
              </a:rPr>
              <a:t>尽量使用现实系统已有名字</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D4BD231D-A8D8-4B74-81FA-F596D3F2187E}"/>
              </a:ext>
            </a:extLst>
          </p:cNvPr>
          <p:cNvSpPr>
            <a:spLocks noGrp="1" noChangeArrowheads="1"/>
          </p:cNvSpPr>
          <p:nvPr>
            <p:ph type="title"/>
          </p:nvPr>
        </p:nvSpPr>
        <p:spPr>
          <a:xfrm>
            <a:off x="1208088" y="609600"/>
            <a:ext cx="7227887" cy="1143000"/>
          </a:xfrm>
        </p:spPr>
        <p:txBody>
          <a:bodyPr/>
          <a:lstStyle/>
          <a:p>
            <a:r>
              <a:rPr lang="zh-CN" altLang="en-US" sz="4000">
                <a:latin typeface="宋体" panose="02010600030101010101" pitchFamily="2" charset="-122"/>
              </a:rPr>
              <a:t>数据流（图示）</a:t>
            </a:r>
          </a:p>
        </p:txBody>
      </p:sp>
      <p:grpSp>
        <p:nvGrpSpPr>
          <p:cNvPr id="7171" name="Group 3">
            <a:extLst>
              <a:ext uri="{FF2B5EF4-FFF2-40B4-BE49-F238E27FC236}">
                <a16:creationId xmlns:a16="http://schemas.microsoft.com/office/drawing/2014/main" id="{01FD1B96-C7B8-4694-AA9A-303EFC0795BC}"/>
              </a:ext>
            </a:extLst>
          </p:cNvPr>
          <p:cNvGrpSpPr>
            <a:grpSpLocks/>
          </p:cNvGrpSpPr>
          <p:nvPr/>
        </p:nvGrpSpPr>
        <p:grpSpPr bwMode="auto">
          <a:xfrm>
            <a:off x="1801080" y="3241675"/>
            <a:ext cx="5065415" cy="2897189"/>
            <a:chOff x="1248" y="2271"/>
            <a:chExt cx="2587" cy="1563"/>
          </a:xfrm>
        </p:grpSpPr>
        <p:sp>
          <p:nvSpPr>
            <p:cNvPr id="7172" name="Oval 4">
              <a:extLst>
                <a:ext uri="{FF2B5EF4-FFF2-40B4-BE49-F238E27FC236}">
                  <a16:creationId xmlns:a16="http://schemas.microsoft.com/office/drawing/2014/main" id="{16607FF4-4015-42FF-90EB-B62E484926B3}"/>
                </a:ext>
              </a:extLst>
            </p:cNvPr>
            <p:cNvSpPr>
              <a:spLocks noChangeArrowheads="1"/>
            </p:cNvSpPr>
            <p:nvPr/>
          </p:nvSpPr>
          <p:spPr bwMode="auto">
            <a:xfrm>
              <a:off x="1765" y="2521"/>
              <a:ext cx="363" cy="375"/>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7173" name="Line 5">
              <a:extLst>
                <a:ext uri="{FF2B5EF4-FFF2-40B4-BE49-F238E27FC236}">
                  <a16:creationId xmlns:a16="http://schemas.microsoft.com/office/drawing/2014/main" id="{55938837-6573-4DA9-9F8E-2AC6E1A28574}"/>
                </a:ext>
              </a:extLst>
            </p:cNvPr>
            <p:cNvSpPr>
              <a:spLocks noChangeShapeType="1"/>
            </p:cNvSpPr>
            <p:nvPr/>
          </p:nvSpPr>
          <p:spPr bwMode="auto">
            <a:xfrm>
              <a:off x="1351" y="2458"/>
              <a:ext cx="414" cy="188"/>
            </a:xfrm>
            <a:prstGeom prst="line">
              <a:avLst/>
            </a:prstGeom>
            <a:noFill/>
            <a:ln w="127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7174" name="Line 6">
              <a:extLst>
                <a:ext uri="{FF2B5EF4-FFF2-40B4-BE49-F238E27FC236}">
                  <a16:creationId xmlns:a16="http://schemas.microsoft.com/office/drawing/2014/main" id="{E6FDCE2D-BA37-48A7-B8E3-7383DC59FB80}"/>
                </a:ext>
              </a:extLst>
            </p:cNvPr>
            <p:cNvSpPr>
              <a:spLocks noChangeShapeType="1"/>
            </p:cNvSpPr>
            <p:nvPr/>
          </p:nvSpPr>
          <p:spPr bwMode="auto">
            <a:xfrm flipV="1">
              <a:off x="1351" y="2708"/>
              <a:ext cx="414" cy="188"/>
            </a:xfrm>
            <a:prstGeom prst="line">
              <a:avLst/>
            </a:prstGeom>
            <a:noFill/>
            <a:ln w="127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7175" name="Line 7">
              <a:extLst>
                <a:ext uri="{FF2B5EF4-FFF2-40B4-BE49-F238E27FC236}">
                  <a16:creationId xmlns:a16="http://schemas.microsoft.com/office/drawing/2014/main" id="{23CE89E5-3815-46A4-90B5-6CECFD827A65}"/>
                </a:ext>
              </a:extLst>
            </p:cNvPr>
            <p:cNvSpPr>
              <a:spLocks noChangeShapeType="1"/>
            </p:cNvSpPr>
            <p:nvPr/>
          </p:nvSpPr>
          <p:spPr bwMode="auto">
            <a:xfrm>
              <a:off x="2128" y="2708"/>
              <a:ext cx="310" cy="0"/>
            </a:xfrm>
            <a:prstGeom prst="line">
              <a:avLst/>
            </a:prstGeom>
            <a:noFill/>
            <a:ln w="127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7176" name="Oval 8">
              <a:extLst>
                <a:ext uri="{FF2B5EF4-FFF2-40B4-BE49-F238E27FC236}">
                  <a16:creationId xmlns:a16="http://schemas.microsoft.com/office/drawing/2014/main" id="{F14504C5-CCCB-4428-A062-CFB60B99A555}"/>
                </a:ext>
              </a:extLst>
            </p:cNvPr>
            <p:cNvSpPr>
              <a:spLocks noChangeArrowheads="1"/>
            </p:cNvSpPr>
            <p:nvPr/>
          </p:nvSpPr>
          <p:spPr bwMode="auto">
            <a:xfrm>
              <a:off x="3111" y="2521"/>
              <a:ext cx="362" cy="375"/>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7177" name="Line 9">
              <a:extLst>
                <a:ext uri="{FF2B5EF4-FFF2-40B4-BE49-F238E27FC236}">
                  <a16:creationId xmlns:a16="http://schemas.microsoft.com/office/drawing/2014/main" id="{1435C976-5F98-4BDF-A3D7-468DB6F3B5EF}"/>
                </a:ext>
              </a:extLst>
            </p:cNvPr>
            <p:cNvSpPr>
              <a:spLocks noChangeShapeType="1"/>
            </p:cNvSpPr>
            <p:nvPr/>
          </p:nvSpPr>
          <p:spPr bwMode="auto">
            <a:xfrm>
              <a:off x="2697" y="2458"/>
              <a:ext cx="414" cy="188"/>
            </a:xfrm>
            <a:prstGeom prst="line">
              <a:avLst/>
            </a:prstGeom>
            <a:noFill/>
            <a:ln w="127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7178" name="Line 10">
              <a:extLst>
                <a:ext uri="{FF2B5EF4-FFF2-40B4-BE49-F238E27FC236}">
                  <a16:creationId xmlns:a16="http://schemas.microsoft.com/office/drawing/2014/main" id="{A91A401F-1872-49BB-A5A5-2EC66E45252C}"/>
                </a:ext>
              </a:extLst>
            </p:cNvPr>
            <p:cNvSpPr>
              <a:spLocks noChangeShapeType="1"/>
            </p:cNvSpPr>
            <p:nvPr/>
          </p:nvSpPr>
          <p:spPr bwMode="auto">
            <a:xfrm flipV="1">
              <a:off x="2697" y="2708"/>
              <a:ext cx="414" cy="188"/>
            </a:xfrm>
            <a:prstGeom prst="line">
              <a:avLst/>
            </a:prstGeom>
            <a:noFill/>
            <a:ln w="127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7179" name="Line 11">
              <a:extLst>
                <a:ext uri="{FF2B5EF4-FFF2-40B4-BE49-F238E27FC236}">
                  <a16:creationId xmlns:a16="http://schemas.microsoft.com/office/drawing/2014/main" id="{6DEA62BF-8D56-4B8C-A56B-643B24AF2B1A}"/>
                </a:ext>
              </a:extLst>
            </p:cNvPr>
            <p:cNvSpPr>
              <a:spLocks noChangeShapeType="1"/>
            </p:cNvSpPr>
            <p:nvPr/>
          </p:nvSpPr>
          <p:spPr bwMode="auto">
            <a:xfrm>
              <a:off x="3473" y="2708"/>
              <a:ext cx="310" cy="0"/>
            </a:xfrm>
            <a:prstGeom prst="line">
              <a:avLst/>
            </a:prstGeom>
            <a:noFill/>
            <a:ln w="127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7180" name="Oval 12">
              <a:extLst>
                <a:ext uri="{FF2B5EF4-FFF2-40B4-BE49-F238E27FC236}">
                  <a16:creationId xmlns:a16="http://schemas.microsoft.com/office/drawing/2014/main" id="{29757F6F-A45D-4E9C-B0E3-55F1AFBFA782}"/>
                </a:ext>
              </a:extLst>
            </p:cNvPr>
            <p:cNvSpPr>
              <a:spLocks noChangeArrowheads="1"/>
            </p:cNvSpPr>
            <p:nvPr/>
          </p:nvSpPr>
          <p:spPr bwMode="auto">
            <a:xfrm>
              <a:off x="1662" y="3271"/>
              <a:ext cx="362" cy="376"/>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7181" name="Line 13">
              <a:extLst>
                <a:ext uri="{FF2B5EF4-FFF2-40B4-BE49-F238E27FC236}">
                  <a16:creationId xmlns:a16="http://schemas.microsoft.com/office/drawing/2014/main" id="{E3DF0C5B-1D74-400D-88F3-2DEB6D15B051}"/>
                </a:ext>
              </a:extLst>
            </p:cNvPr>
            <p:cNvSpPr>
              <a:spLocks noChangeShapeType="1"/>
            </p:cNvSpPr>
            <p:nvPr/>
          </p:nvSpPr>
          <p:spPr bwMode="auto">
            <a:xfrm flipV="1">
              <a:off x="2024" y="3209"/>
              <a:ext cx="414" cy="187"/>
            </a:xfrm>
            <a:prstGeom prst="line">
              <a:avLst/>
            </a:prstGeom>
            <a:noFill/>
            <a:ln w="127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7182" name="Line 14">
              <a:extLst>
                <a:ext uri="{FF2B5EF4-FFF2-40B4-BE49-F238E27FC236}">
                  <a16:creationId xmlns:a16="http://schemas.microsoft.com/office/drawing/2014/main" id="{CDE6E069-E42B-4002-B58D-3F57DCFBB972}"/>
                </a:ext>
              </a:extLst>
            </p:cNvPr>
            <p:cNvSpPr>
              <a:spLocks noChangeShapeType="1"/>
            </p:cNvSpPr>
            <p:nvPr/>
          </p:nvSpPr>
          <p:spPr bwMode="auto">
            <a:xfrm>
              <a:off x="2024" y="3459"/>
              <a:ext cx="466" cy="250"/>
            </a:xfrm>
            <a:prstGeom prst="line">
              <a:avLst/>
            </a:prstGeom>
            <a:noFill/>
            <a:ln w="127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7183" name="Line 15">
              <a:extLst>
                <a:ext uri="{FF2B5EF4-FFF2-40B4-BE49-F238E27FC236}">
                  <a16:creationId xmlns:a16="http://schemas.microsoft.com/office/drawing/2014/main" id="{10D910B0-31C9-450D-AF3F-D245CDE3A0A4}"/>
                </a:ext>
              </a:extLst>
            </p:cNvPr>
            <p:cNvSpPr>
              <a:spLocks noChangeShapeType="1"/>
            </p:cNvSpPr>
            <p:nvPr/>
          </p:nvSpPr>
          <p:spPr bwMode="auto">
            <a:xfrm>
              <a:off x="1351" y="3459"/>
              <a:ext cx="311" cy="0"/>
            </a:xfrm>
            <a:prstGeom prst="line">
              <a:avLst/>
            </a:prstGeom>
            <a:noFill/>
            <a:ln w="127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7184" name="AutoShape 16">
              <a:extLst>
                <a:ext uri="{FF2B5EF4-FFF2-40B4-BE49-F238E27FC236}">
                  <a16:creationId xmlns:a16="http://schemas.microsoft.com/office/drawing/2014/main" id="{87346D59-CADF-4C11-BA22-D9F9BD2A1EA4}"/>
                </a:ext>
              </a:extLst>
            </p:cNvPr>
            <p:cNvSpPr>
              <a:spLocks noChangeArrowheads="1"/>
            </p:cNvSpPr>
            <p:nvPr/>
          </p:nvSpPr>
          <p:spPr bwMode="auto">
            <a:xfrm>
              <a:off x="1300" y="2521"/>
              <a:ext cx="465" cy="375"/>
            </a:xfrm>
            <a:prstGeom prst="flowChartProcess">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t>*</a:t>
              </a:r>
            </a:p>
          </p:txBody>
        </p:sp>
        <p:sp>
          <p:nvSpPr>
            <p:cNvPr id="7185" name="AutoShape 17">
              <a:extLst>
                <a:ext uri="{FF2B5EF4-FFF2-40B4-BE49-F238E27FC236}">
                  <a16:creationId xmlns:a16="http://schemas.microsoft.com/office/drawing/2014/main" id="{04496C50-DDAE-46BB-99CD-F28B787749C7}"/>
                </a:ext>
              </a:extLst>
            </p:cNvPr>
            <p:cNvSpPr>
              <a:spLocks noChangeArrowheads="1"/>
            </p:cNvSpPr>
            <p:nvPr/>
          </p:nvSpPr>
          <p:spPr bwMode="auto">
            <a:xfrm>
              <a:off x="1972" y="3271"/>
              <a:ext cx="466" cy="376"/>
            </a:xfrm>
            <a:prstGeom prst="flowChartProcess">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t>*</a:t>
              </a:r>
            </a:p>
          </p:txBody>
        </p:sp>
        <p:sp>
          <p:nvSpPr>
            <p:cNvPr id="7186" name="Oval 18">
              <a:extLst>
                <a:ext uri="{FF2B5EF4-FFF2-40B4-BE49-F238E27FC236}">
                  <a16:creationId xmlns:a16="http://schemas.microsoft.com/office/drawing/2014/main" id="{C9C998E8-D44F-495D-B9B5-A6ACFD5B8A28}"/>
                </a:ext>
              </a:extLst>
            </p:cNvPr>
            <p:cNvSpPr>
              <a:spLocks noChangeArrowheads="1"/>
            </p:cNvSpPr>
            <p:nvPr/>
          </p:nvSpPr>
          <p:spPr bwMode="auto">
            <a:xfrm>
              <a:off x="3369" y="3334"/>
              <a:ext cx="104" cy="125"/>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a:t>
              </a:r>
            </a:p>
          </p:txBody>
        </p:sp>
        <p:sp>
          <p:nvSpPr>
            <p:cNvPr id="7187" name="Oval 19">
              <a:extLst>
                <a:ext uri="{FF2B5EF4-FFF2-40B4-BE49-F238E27FC236}">
                  <a16:creationId xmlns:a16="http://schemas.microsoft.com/office/drawing/2014/main" id="{239928AD-78E0-4032-A221-8CE39B1CC7D3}"/>
                </a:ext>
              </a:extLst>
            </p:cNvPr>
            <p:cNvSpPr>
              <a:spLocks noChangeArrowheads="1"/>
            </p:cNvSpPr>
            <p:nvPr/>
          </p:nvSpPr>
          <p:spPr bwMode="auto">
            <a:xfrm>
              <a:off x="2852" y="3209"/>
              <a:ext cx="362" cy="375"/>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7188" name="Line 20">
              <a:extLst>
                <a:ext uri="{FF2B5EF4-FFF2-40B4-BE49-F238E27FC236}">
                  <a16:creationId xmlns:a16="http://schemas.microsoft.com/office/drawing/2014/main" id="{995EEC2E-ACFB-4A14-864E-101D54CF3730}"/>
                </a:ext>
              </a:extLst>
            </p:cNvPr>
            <p:cNvSpPr>
              <a:spLocks noChangeShapeType="1"/>
            </p:cNvSpPr>
            <p:nvPr/>
          </p:nvSpPr>
          <p:spPr bwMode="auto">
            <a:xfrm flipV="1">
              <a:off x="3214" y="3146"/>
              <a:ext cx="414" cy="188"/>
            </a:xfrm>
            <a:prstGeom prst="line">
              <a:avLst/>
            </a:prstGeom>
            <a:noFill/>
            <a:ln w="127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7189" name="Line 21">
              <a:extLst>
                <a:ext uri="{FF2B5EF4-FFF2-40B4-BE49-F238E27FC236}">
                  <a16:creationId xmlns:a16="http://schemas.microsoft.com/office/drawing/2014/main" id="{C88CA169-8746-4AAB-AD93-E47CB8B7F96F}"/>
                </a:ext>
              </a:extLst>
            </p:cNvPr>
            <p:cNvSpPr>
              <a:spLocks noChangeShapeType="1"/>
            </p:cNvSpPr>
            <p:nvPr/>
          </p:nvSpPr>
          <p:spPr bwMode="auto">
            <a:xfrm>
              <a:off x="3214" y="3396"/>
              <a:ext cx="466" cy="251"/>
            </a:xfrm>
            <a:prstGeom prst="line">
              <a:avLst/>
            </a:prstGeom>
            <a:noFill/>
            <a:ln w="127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7190" name="Line 22">
              <a:extLst>
                <a:ext uri="{FF2B5EF4-FFF2-40B4-BE49-F238E27FC236}">
                  <a16:creationId xmlns:a16="http://schemas.microsoft.com/office/drawing/2014/main" id="{F5D980ED-1F37-407D-98CC-F90532B3A08A}"/>
                </a:ext>
              </a:extLst>
            </p:cNvPr>
            <p:cNvSpPr>
              <a:spLocks noChangeShapeType="1"/>
            </p:cNvSpPr>
            <p:nvPr/>
          </p:nvSpPr>
          <p:spPr bwMode="auto">
            <a:xfrm>
              <a:off x="2542" y="3396"/>
              <a:ext cx="310" cy="0"/>
            </a:xfrm>
            <a:prstGeom prst="line">
              <a:avLst/>
            </a:prstGeom>
            <a:noFill/>
            <a:ln w="127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7191" name="Oval 23">
              <a:extLst>
                <a:ext uri="{FF2B5EF4-FFF2-40B4-BE49-F238E27FC236}">
                  <a16:creationId xmlns:a16="http://schemas.microsoft.com/office/drawing/2014/main" id="{FE49D909-1791-4586-8156-506223A0D5D6}"/>
                </a:ext>
              </a:extLst>
            </p:cNvPr>
            <p:cNvSpPr>
              <a:spLocks noChangeArrowheads="1"/>
            </p:cNvSpPr>
            <p:nvPr/>
          </p:nvSpPr>
          <p:spPr bwMode="auto">
            <a:xfrm>
              <a:off x="2852" y="2583"/>
              <a:ext cx="103" cy="125"/>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a:t>
              </a:r>
            </a:p>
          </p:txBody>
        </p:sp>
        <p:sp>
          <p:nvSpPr>
            <p:cNvPr id="7192" name="AutoShape 24">
              <a:extLst>
                <a:ext uri="{FF2B5EF4-FFF2-40B4-BE49-F238E27FC236}">
                  <a16:creationId xmlns:a16="http://schemas.microsoft.com/office/drawing/2014/main" id="{B356609F-B1A7-4FE7-9979-A5D0BF0BF288}"/>
                </a:ext>
              </a:extLst>
            </p:cNvPr>
            <p:cNvSpPr>
              <a:spLocks noChangeArrowheads="1"/>
            </p:cNvSpPr>
            <p:nvPr/>
          </p:nvSpPr>
          <p:spPr bwMode="auto">
            <a:xfrm>
              <a:off x="1300" y="2271"/>
              <a:ext cx="465" cy="375"/>
            </a:xfrm>
            <a:prstGeom prst="flowChartProcess">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t>A</a:t>
              </a:r>
            </a:p>
          </p:txBody>
        </p:sp>
        <p:sp>
          <p:nvSpPr>
            <p:cNvPr id="7193" name="AutoShape 25">
              <a:extLst>
                <a:ext uri="{FF2B5EF4-FFF2-40B4-BE49-F238E27FC236}">
                  <a16:creationId xmlns:a16="http://schemas.microsoft.com/office/drawing/2014/main" id="{909C4276-C3B1-4825-B6CA-3BD48563D304}"/>
                </a:ext>
              </a:extLst>
            </p:cNvPr>
            <p:cNvSpPr>
              <a:spLocks noChangeArrowheads="1"/>
            </p:cNvSpPr>
            <p:nvPr/>
          </p:nvSpPr>
          <p:spPr bwMode="auto">
            <a:xfrm>
              <a:off x="1300" y="2708"/>
              <a:ext cx="465" cy="376"/>
            </a:xfrm>
            <a:prstGeom prst="flowChartProcess">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t>B</a:t>
              </a:r>
            </a:p>
          </p:txBody>
        </p:sp>
        <p:sp>
          <p:nvSpPr>
            <p:cNvPr id="7194" name="AutoShape 26">
              <a:extLst>
                <a:ext uri="{FF2B5EF4-FFF2-40B4-BE49-F238E27FC236}">
                  <a16:creationId xmlns:a16="http://schemas.microsoft.com/office/drawing/2014/main" id="{8BA0CA9C-5DD6-4BC4-BFD4-7D5FC0D1C520}"/>
                </a:ext>
              </a:extLst>
            </p:cNvPr>
            <p:cNvSpPr>
              <a:spLocks noChangeArrowheads="1"/>
            </p:cNvSpPr>
            <p:nvPr/>
          </p:nvSpPr>
          <p:spPr bwMode="auto">
            <a:xfrm>
              <a:off x="2024" y="2458"/>
              <a:ext cx="466" cy="375"/>
            </a:xfrm>
            <a:prstGeom prst="flowChartProcess">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t>C</a:t>
              </a:r>
            </a:p>
          </p:txBody>
        </p:sp>
        <p:sp>
          <p:nvSpPr>
            <p:cNvPr id="7195" name="AutoShape 27">
              <a:extLst>
                <a:ext uri="{FF2B5EF4-FFF2-40B4-BE49-F238E27FC236}">
                  <a16:creationId xmlns:a16="http://schemas.microsoft.com/office/drawing/2014/main" id="{31C28A40-2BDA-4EED-861B-69074DA7F5B5}"/>
                </a:ext>
              </a:extLst>
            </p:cNvPr>
            <p:cNvSpPr>
              <a:spLocks noChangeArrowheads="1"/>
            </p:cNvSpPr>
            <p:nvPr/>
          </p:nvSpPr>
          <p:spPr bwMode="auto">
            <a:xfrm>
              <a:off x="2697" y="2271"/>
              <a:ext cx="465" cy="375"/>
            </a:xfrm>
            <a:prstGeom prst="flowChartProcess">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t>A</a:t>
              </a:r>
            </a:p>
          </p:txBody>
        </p:sp>
        <p:sp>
          <p:nvSpPr>
            <p:cNvPr id="7196" name="AutoShape 28">
              <a:extLst>
                <a:ext uri="{FF2B5EF4-FFF2-40B4-BE49-F238E27FC236}">
                  <a16:creationId xmlns:a16="http://schemas.microsoft.com/office/drawing/2014/main" id="{DAE08CB0-93A5-463D-9A1B-F741424D3E47}"/>
                </a:ext>
              </a:extLst>
            </p:cNvPr>
            <p:cNvSpPr>
              <a:spLocks noChangeArrowheads="1"/>
            </p:cNvSpPr>
            <p:nvPr/>
          </p:nvSpPr>
          <p:spPr bwMode="auto">
            <a:xfrm>
              <a:off x="1248" y="3146"/>
              <a:ext cx="466" cy="375"/>
            </a:xfrm>
            <a:prstGeom prst="flowChartProcess">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t>A</a:t>
              </a:r>
            </a:p>
          </p:txBody>
        </p:sp>
        <p:sp>
          <p:nvSpPr>
            <p:cNvPr id="7197" name="AutoShape 29">
              <a:extLst>
                <a:ext uri="{FF2B5EF4-FFF2-40B4-BE49-F238E27FC236}">
                  <a16:creationId xmlns:a16="http://schemas.microsoft.com/office/drawing/2014/main" id="{D602B7DF-C7F1-4709-A402-7C10A0BC53F0}"/>
                </a:ext>
              </a:extLst>
            </p:cNvPr>
            <p:cNvSpPr>
              <a:spLocks noChangeArrowheads="1"/>
            </p:cNvSpPr>
            <p:nvPr/>
          </p:nvSpPr>
          <p:spPr bwMode="auto">
            <a:xfrm>
              <a:off x="2438" y="3146"/>
              <a:ext cx="466" cy="375"/>
            </a:xfrm>
            <a:prstGeom prst="flowChartProcess">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t>A</a:t>
              </a:r>
            </a:p>
          </p:txBody>
        </p:sp>
        <p:sp>
          <p:nvSpPr>
            <p:cNvPr id="7198" name="AutoShape 30">
              <a:extLst>
                <a:ext uri="{FF2B5EF4-FFF2-40B4-BE49-F238E27FC236}">
                  <a16:creationId xmlns:a16="http://schemas.microsoft.com/office/drawing/2014/main" id="{9FAD6EFF-410E-45D3-8591-FC24E93BAC65}"/>
                </a:ext>
              </a:extLst>
            </p:cNvPr>
            <p:cNvSpPr>
              <a:spLocks noChangeArrowheads="1"/>
            </p:cNvSpPr>
            <p:nvPr/>
          </p:nvSpPr>
          <p:spPr bwMode="auto">
            <a:xfrm>
              <a:off x="2645" y="2708"/>
              <a:ext cx="466" cy="376"/>
            </a:xfrm>
            <a:prstGeom prst="flowChartProcess">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t>B</a:t>
              </a:r>
            </a:p>
          </p:txBody>
        </p:sp>
        <p:sp>
          <p:nvSpPr>
            <p:cNvPr id="7199" name="AutoShape 31">
              <a:extLst>
                <a:ext uri="{FF2B5EF4-FFF2-40B4-BE49-F238E27FC236}">
                  <a16:creationId xmlns:a16="http://schemas.microsoft.com/office/drawing/2014/main" id="{796F9AC6-6AE4-4653-BA7E-DED5AFBB63FB}"/>
                </a:ext>
              </a:extLst>
            </p:cNvPr>
            <p:cNvSpPr>
              <a:spLocks noChangeArrowheads="1"/>
            </p:cNvSpPr>
            <p:nvPr/>
          </p:nvSpPr>
          <p:spPr bwMode="auto">
            <a:xfrm>
              <a:off x="1972" y="3084"/>
              <a:ext cx="466" cy="375"/>
            </a:xfrm>
            <a:prstGeom prst="flowChartProcess">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t>B</a:t>
              </a:r>
            </a:p>
          </p:txBody>
        </p:sp>
        <p:sp>
          <p:nvSpPr>
            <p:cNvPr id="7200" name="AutoShape 32">
              <a:extLst>
                <a:ext uri="{FF2B5EF4-FFF2-40B4-BE49-F238E27FC236}">
                  <a16:creationId xmlns:a16="http://schemas.microsoft.com/office/drawing/2014/main" id="{1B464CBE-2A04-4198-8C22-CF06658E8346}"/>
                </a:ext>
              </a:extLst>
            </p:cNvPr>
            <p:cNvSpPr>
              <a:spLocks noChangeArrowheads="1"/>
            </p:cNvSpPr>
            <p:nvPr/>
          </p:nvSpPr>
          <p:spPr bwMode="auto">
            <a:xfrm>
              <a:off x="3111" y="3021"/>
              <a:ext cx="465" cy="375"/>
            </a:xfrm>
            <a:prstGeom prst="flowChartProcess">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t>B</a:t>
              </a:r>
            </a:p>
          </p:txBody>
        </p:sp>
        <p:sp>
          <p:nvSpPr>
            <p:cNvPr id="7201" name="AutoShape 33">
              <a:extLst>
                <a:ext uri="{FF2B5EF4-FFF2-40B4-BE49-F238E27FC236}">
                  <a16:creationId xmlns:a16="http://schemas.microsoft.com/office/drawing/2014/main" id="{D61F50F1-AFEA-4673-950F-BFBB01606CDA}"/>
                </a:ext>
              </a:extLst>
            </p:cNvPr>
            <p:cNvSpPr>
              <a:spLocks noChangeArrowheads="1"/>
            </p:cNvSpPr>
            <p:nvPr/>
          </p:nvSpPr>
          <p:spPr bwMode="auto">
            <a:xfrm>
              <a:off x="1972" y="3459"/>
              <a:ext cx="466" cy="375"/>
            </a:xfrm>
            <a:prstGeom prst="flowChartProcess">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t>C</a:t>
              </a:r>
            </a:p>
          </p:txBody>
        </p:sp>
        <p:sp>
          <p:nvSpPr>
            <p:cNvPr id="7202" name="AutoShape 34">
              <a:extLst>
                <a:ext uri="{FF2B5EF4-FFF2-40B4-BE49-F238E27FC236}">
                  <a16:creationId xmlns:a16="http://schemas.microsoft.com/office/drawing/2014/main" id="{950A7021-DBBF-4532-BF67-6047E52DE7C6}"/>
                </a:ext>
              </a:extLst>
            </p:cNvPr>
            <p:cNvSpPr>
              <a:spLocks noChangeArrowheads="1"/>
            </p:cNvSpPr>
            <p:nvPr/>
          </p:nvSpPr>
          <p:spPr bwMode="auto">
            <a:xfrm>
              <a:off x="3369" y="2458"/>
              <a:ext cx="466" cy="375"/>
            </a:xfrm>
            <a:prstGeom prst="flowChartProcess">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dirty="0"/>
                <a:t>C</a:t>
              </a:r>
            </a:p>
          </p:txBody>
        </p:sp>
        <p:sp>
          <p:nvSpPr>
            <p:cNvPr id="7203" name="AutoShape 35">
              <a:extLst>
                <a:ext uri="{FF2B5EF4-FFF2-40B4-BE49-F238E27FC236}">
                  <a16:creationId xmlns:a16="http://schemas.microsoft.com/office/drawing/2014/main" id="{1672C7AF-7E05-4C66-9147-B0F1A85D9180}"/>
                </a:ext>
              </a:extLst>
            </p:cNvPr>
            <p:cNvSpPr>
              <a:spLocks noChangeArrowheads="1"/>
            </p:cNvSpPr>
            <p:nvPr/>
          </p:nvSpPr>
          <p:spPr bwMode="auto">
            <a:xfrm>
              <a:off x="3132" y="3397"/>
              <a:ext cx="465" cy="375"/>
            </a:xfrm>
            <a:prstGeom prst="flowChartProcess">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dirty="0"/>
                <a:t>C</a:t>
              </a:r>
            </a:p>
          </p:txBody>
        </p:sp>
      </p:grpSp>
      <p:grpSp>
        <p:nvGrpSpPr>
          <p:cNvPr id="7204" name="Group 36">
            <a:extLst>
              <a:ext uri="{FF2B5EF4-FFF2-40B4-BE49-F238E27FC236}">
                <a16:creationId xmlns:a16="http://schemas.microsoft.com/office/drawing/2014/main" id="{0BD9896D-8934-4362-8A37-FCF68D36921E}"/>
              </a:ext>
            </a:extLst>
          </p:cNvPr>
          <p:cNvGrpSpPr>
            <a:grpSpLocks/>
          </p:cNvGrpSpPr>
          <p:nvPr/>
        </p:nvGrpSpPr>
        <p:grpSpPr bwMode="auto">
          <a:xfrm>
            <a:off x="1979712" y="1981201"/>
            <a:ext cx="4967188" cy="1528763"/>
            <a:chOff x="1548" y="1248"/>
            <a:chExt cx="2828" cy="963"/>
          </a:xfrm>
        </p:grpSpPr>
        <p:sp>
          <p:nvSpPr>
            <p:cNvPr id="7205" name="AutoShape 37">
              <a:extLst>
                <a:ext uri="{FF2B5EF4-FFF2-40B4-BE49-F238E27FC236}">
                  <a16:creationId xmlns:a16="http://schemas.microsoft.com/office/drawing/2014/main" id="{98DFA754-E8C7-4F66-BBF4-94AB43041462}"/>
                </a:ext>
              </a:extLst>
            </p:cNvPr>
            <p:cNvSpPr>
              <a:spLocks noChangeArrowheads="1"/>
            </p:cNvSpPr>
            <p:nvPr/>
          </p:nvSpPr>
          <p:spPr bwMode="auto">
            <a:xfrm>
              <a:off x="1548" y="1400"/>
              <a:ext cx="432" cy="432"/>
            </a:xfrm>
            <a:prstGeom prst="flowChart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a:t>储户</a:t>
              </a:r>
            </a:p>
          </p:txBody>
        </p:sp>
        <p:sp>
          <p:nvSpPr>
            <p:cNvPr id="7206" name="AutoShape 38">
              <a:extLst>
                <a:ext uri="{FF2B5EF4-FFF2-40B4-BE49-F238E27FC236}">
                  <a16:creationId xmlns:a16="http://schemas.microsoft.com/office/drawing/2014/main" id="{2E3ECCAC-D1BD-4CAD-ACDE-58978CE6BAAB}"/>
                </a:ext>
              </a:extLst>
            </p:cNvPr>
            <p:cNvSpPr>
              <a:spLocks noChangeArrowheads="1"/>
            </p:cNvSpPr>
            <p:nvPr/>
          </p:nvSpPr>
          <p:spPr bwMode="auto">
            <a:xfrm>
              <a:off x="2744" y="1248"/>
              <a:ext cx="672" cy="712"/>
            </a:xfrm>
            <a:prstGeom prst="flowChartConnector">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a:t>检查</a:t>
              </a:r>
            </a:p>
            <a:p>
              <a:pPr algn="ctr"/>
              <a:r>
                <a:rPr lang="zh-CN" altLang="en-US" sz="2400"/>
                <a:t>合理性</a:t>
              </a:r>
            </a:p>
          </p:txBody>
        </p:sp>
        <p:sp>
          <p:nvSpPr>
            <p:cNvPr id="7207" name="Line 39">
              <a:extLst>
                <a:ext uri="{FF2B5EF4-FFF2-40B4-BE49-F238E27FC236}">
                  <a16:creationId xmlns:a16="http://schemas.microsoft.com/office/drawing/2014/main" id="{6A9A7512-E34C-462C-AB42-F841C905BFFF}"/>
                </a:ext>
              </a:extLst>
            </p:cNvPr>
            <p:cNvSpPr>
              <a:spLocks noChangeShapeType="1"/>
            </p:cNvSpPr>
            <p:nvPr/>
          </p:nvSpPr>
          <p:spPr bwMode="auto">
            <a:xfrm>
              <a:off x="3464" y="2168"/>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7208" name="Text Box 40">
              <a:extLst>
                <a:ext uri="{FF2B5EF4-FFF2-40B4-BE49-F238E27FC236}">
                  <a16:creationId xmlns:a16="http://schemas.microsoft.com/office/drawing/2014/main" id="{9ECB21FC-BCE0-4943-A70F-92C98A9F6D88}"/>
                </a:ext>
              </a:extLst>
            </p:cNvPr>
            <p:cNvSpPr txBox="1">
              <a:spLocks noChangeArrowheads="1"/>
            </p:cNvSpPr>
            <p:nvPr/>
          </p:nvSpPr>
          <p:spPr bwMode="auto">
            <a:xfrm>
              <a:off x="3636" y="1920"/>
              <a:ext cx="55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帐户</a:t>
              </a:r>
            </a:p>
          </p:txBody>
        </p:sp>
        <p:sp>
          <p:nvSpPr>
            <p:cNvPr id="7209" name="Line 41">
              <a:extLst>
                <a:ext uri="{FF2B5EF4-FFF2-40B4-BE49-F238E27FC236}">
                  <a16:creationId xmlns:a16="http://schemas.microsoft.com/office/drawing/2014/main" id="{5C0BAED7-348E-471C-BC6B-1DF4B6CD5E8A}"/>
                </a:ext>
              </a:extLst>
            </p:cNvPr>
            <p:cNvSpPr>
              <a:spLocks noChangeShapeType="1"/>
            </p:cNvSpPr>
            <p:nvPr/>
          </p:nvSpPr>
          <p:spPr bwMode="auto">
            <a:xfrm>
              <a:off x="1976" y="1632"/>
              <a:ext cx="76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7210" name="Line 42">
              <a:extLst>
                <a:ext uri="{FF2B5EF4-FFF2-40B4-BE49-F238E27FC236}">
                  <a16:creationId xmlns:a16="http://schemas.microsoft.com/office/drawing/2014/main" id="{09F8BEF5-CB11-46E1-AD76-7602406F10C7}"/>
                </a:ext>
              </a:extLst>
            </p:cNvPr>
            <p:cNvSpPr>
              <a:spLocks noChangeShapeType="1"/>
            </p:cNvSpPr>
            <p:nvPr/>
          </p:nvSpPr>
          <p:spPr bwMode="auto">
            <a:xfrm>
              <a:off x="3436" y="1650"/>
              <a:ext cx="8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7211" name="Text Box 43">
              <a:extLst>
                <a:ext uri="{FF2B5EF4-FFF2-40B4-BE49-F238E27FC236}">
                  <a16:creationId xmlns:a16="http://schemas.microsoft.com/office/drawing/2014/main" id="{667DACD8-C9D8-4A7A-8C6C-050F4FB86FFD}"/>
                </a:ext>
              </a:extLst>
            </p:cNvPr>
            <p:cNvSpPr txBox="1">
              <a:spLocks noChangeArrowheads="1"/>
            </p:cNvSpPr>
            <p:nvPr/>
          </p:nvSpPr>
          <p:spPr bwMode="auto">
            <a:xfrm>
              <a:off x="2042" y="1374"/>
              <a:ext cx="632"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取款单</a:t>
              </a:r>
            </a:p>
          </p:txBody>
        </p:sp>
        <p:sp>
          <p:nvSpPr>
            <p:cNvPr id="7212" name="Text Box 44">
              <a:extLst>
                <a:ext uri="{FF2B5EF4-FFF2-40B4-BE49-F238E27FC236}">
                  <a16:creationId xmlns:a16="http://schemas.microsoft.com/office/drawing/2014/main" id="{0C903B48-77DF-4E48-8FF0-534CF9E2C9C7}"/>
                </a:ext>
              </a:extLst>
            </p:cNvPr>
            <p:cNvSpPr txBox="1">
              <a:spLocks noChangeArrowheads="1"/>
            </p:cNvSpPr>
            <p:nvPr/>
          </p:nvSpPr>
          <p:spPr bwMode="auto">
            <a:xfrm>
              <a:off x="3380" y="1362"/>
              <a:ext cx="996"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合理取款单</a:t>
              </a:r>
            </a:p>
          </p:txBody>
        </p:sp>
        <p:cxnSp>
          <p:nvCxnSpPr>
            <p:cNvPr id="7213" name="AutoShape 45">
              <a:extLst>
                <a:ext uri="{FF2B5EF4-FFF2-40B4-BE49-F238E27FC236}">
                  <a16:creationId xmlns:a16="http://schemas.microsoft.com/office/drawing/2014/main" id="{AC71132C-322D-4CCA-BE61-BB9245DE259E}"/>
                </a:ext>
              </a:extLst>
            </p:cNvPr>
            <p:cNvCxnSpPr>
              <a:cxnSpLocks noChangeShapeType="1"/>
            </p:cNvCxnSpPr>
            <p:nvPr/>
          </p:nvCxnSpPr>
          <p:spPr bwMode="auto">
            <a:xfrm rot="5400000" flipH="1">
              <a:off x="3304" y="1848"/>
              <a:ext cx="288" cy="312"/>
            </a:xfrm>
            <a:prstGeom prst="curvedConnector3">
              <a:avLst>
                <a:gd name="adj1" fmla="val 50000"/>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7214" name="Text Box 46">
            <a:extLst>
              <a:ext uri="{FF2B5EF4-FFF2-40B4-BE49-F238E27FC236}">
                <a16:creationId xmlns:a16="http://schemas.microsoft.com/office/drawing/2014/main" id="{46301BF3-984C-440A-B735-2D0D86DA01B4}"/>
              </a:ext>
            </a:extLst>
          </p:cNvPr>
          <p:cNvSpPr txBox="1">
            <a:spLocks noChangeArrowheads="1"/>
          </p:cNvSpPr>
          <p:nvPr/>
        </p:nvSpPr>
        <p:spPr bwMode="auto">
          <a:xfrm>
            <a:off x="7010400" y="4038600"/>
            <a:ext cx="11620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400" dirty="0"/>
              <a:t> *    </a:t>
            </a:r>
            <a:r>
              <a:rPr lang="zh-CN" altLang="en-US" sz="2400" dirty="0"/>
              <a:t>与</a:t>
            </a:r>
            <a:endParaRPr lang="en-US" altLang="zh-CN" sz="2400" dirty="0"/>
          </a:p>
          <a:p>
            <a:pPr>
              <a:spcBef>
                <a:spcPct val="50000"/>
              </a:spcBef>
            </a:pPr>
            <a:r>
              <a:rPr lang="zh-CN" altLang="en-US" sz="2400" dirty="0"/>
              <a:t> </a:t>
            </a:r>
            <a:r>
              <a:rPr lang="en-US" altLang="zh-CN" sz="2400" b="1" dirty="0"/>
              <a:t>+    </a:t>
            </a:r>
            <a:r>
              <a:rPr lang="zh-CN" altLang="en-US" sz="2400" dirty="0"/>
              <a:t>或</a:t>
            </a:r>
          </a:p>
          <a:p>
            <a:pPr>
              <a:spcBef>
                <a:spcPct val="50000"/>
              </a:spcBef>
            </a:pPr>
            <a:endParaRPr lang="en-US" altLang="zh-CN" sz="2400" dirty="0"/>
          </a:p>
        </p:txBody>
      </p:sp>
      <p:sp>
        <p:nvSpPr>
          <p:cNvPr id="7215" name="Oval 47">
            <a:extLst>
              <a:ext uri="{FF2B5EF4-FFF2-40B4-BE49-F238E27FC236}">
                <a16:creationId xmlns:a16="http://schemas.microsoft.com/office/drawing/2014/main" id="{18C38A34-1143-420A-B84E-D4B9C60001C5}"/>
              </a:ext>
            </a:extLst>
          </p:cNvPr>
          <p:cNvSpPr>
            <a:spLocks noChangeArrowheads="1"/>
          </p:cNvSpPr>
          <p:nvPr/>
        </p:nvSpPr>
        <p:spPr bwMode="auto">
          <a:xfrm>
            <a:off x="7164903" y="4709130"/>
            <a:ext cx="180000" cy="2286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A6E70354-CE48-40B6-BE7E-12365790BE70}"/>
              </a:ext>
            </a:extLst>
          </p:cNvPr>
          <p:cNvSpPr>
            <a:spLocks noGrp="1" noChangeArrowheads="1"/>
          </p:cNvSpPr>
          <p:nvPr>
            <p:ph type="title"/>
          </p:nvPr>
        </p:nvSpPr>
        <p:spPr>
          <a:xfrm>
            <a:off x="1208088" y="609600"/>
            <a:ext cx="7227887" cy="1143000"/>
          </a:xfrm>
        </p:spPr>
        <p:txBody>
          <a:bodyPr/>
          <a:lstStyle/>
          <a:p>
            <a:r>
              <a:rPr lang="zh-CN" altLang="en-US" sz="4000">
                <a:latin typeface="宋体" panose="02010600030101010101" pitchFamily="2" charset="-122"/>
              </a:rPr>
              <a:t>画数据流时需注意的问题</a:t>
            </a:r>
          </a:p>
        </p:txBody>
      </p:sp>
      <p:sp>
        <p:nvSpPr>
          <p:cNvPr id="8195" name="Rectangle 3">
            <a:extLst>
              <a:ext uri="{FF2B5EF4-FFF2-40B4-BE49-F238E27FC236}">
                <a16:creationId xmlns:a16="http://schemas.microsoft.com/office/drawing/2014/main" id="{7F30786A-E3D0-4FC5-A6E1-747F1B619105}"/>
              </a:ext>
            </a:extLst>
          </p:cNvPr>
          <p:cNvSpPr>
            <a:spLocks noGrp="1" noChangeArrowheads="1"/>
          </p:cNvSpPr>
          <p:nvPr>
            <p:ph idx="1"/>
          </p:nvPr>
        </p:nvSpPr>
        <p:spPr>
          <a:xfrm>
            <a:off x="1676400" y="1835150"/>
            <a:ext cx="6324600" cy="4724400"/>
          </a:xfrm>
        </p:spPr>
        <p:txBody>
          <a:bodyPr/>
          <a:lstStyle/>
          <a:p>
            <a:pPr>
              <a:buClr>
                <a:srgbClr val="1F4300"/>
              </a:buClr>
            </a:pPr>
            <a:r>
              <a:rPr lang="zh-CN" altLang="en-US">
                <a:latin typeface="宋体" panose="02010600030101010101" pitchFamily="2" charset="-122"/>
              </a:rPr>
              <a:t>不要把控制流作为数据流</a:t>
            </a:r>
            <a:endParaRPr lang="zh-CN" altLang="en-US"/>
          </a:p>
          <a:p>
            <a:pPr algn="just">
              <a:buFontTx/>
              <a:buNone/>
            </a:pPr>
            <a:r>
              <a:rPr lang="zh-CN" altLang="en-US" sz="1800"/>
              <a:t>       如：下图中读下张卡属于控制流，不应画出。</a:t>
            </a:r>
          </a:p>
          <a:p>
            <a:pPr algn="just">
              <a:buFontTx/>
              <a:buNone/>
            </a:pPr>
            <a:r>
              <a:rPr lang="zh-CN" altLang="en-US" sz="1800"/>
              <a:t>     </a:t>
            </a:r>
          </a:p>
          <a:p>
            <a:pPr algn="just">
              <a:buFontTx/>
              <a:buNone/>
            </a:pPr>
            <a:endParaRPr lang="zh-CN" altLang="en-US" sz="1800"/>
          </a:p>
          <a:p>
            <a:pPr algn="just"/>
            <a:endParaRPr lang="zh-CN" altLang="en-US"/>
          </a:p>
          <a:p>
            <a:pPr algn="just"/>
            <a:r>
              <a:rPr lang="zh-CN" altLang="en-US"/>
              <a:t>不要标出激发条件</a:t>
            </a:r>
          </a:p>
          <a:p>
            <a:pPr algn="just">
              <a:buFontTx/>
              <a:buNone/>
            </a:pPr>
            <a:endParaRPr lang="en-US" altLang="zh-CN"/>
          </a:p>
        </p:txBody>
      </p:sp>
      <p:sp>
        <p:nvSpPr>
          <p:cNvPr id="8196" name="Line 4">
            <a:extLst>
              <a:ext uri="{FF2B5EF4-FFF2-40B4-BE49-F238E27FC236}">
                <a16:creationId xmlns:a16="http://schemas.microsoft.com/office/drawing/2014/main" id="{E81AA1FB-C053-4E92-92DF-14C3FAB40FB4}"/>
              </a:ext>
            </a:extLst>
          </p:cNvPr>
          <p:cNvSpPr>
            <a:spLocks noChangeShapeType="1"/>
          </p:cNvSpPr>
          <p:nvPr/>
        </p:nvSpPr>
        <p:spPr bwMode="auto">
          <a:xfrm flipV="1">
            <a:off x="2219325" y="3289300"/>
            <a:ext cx="609600" cy="0"/>
          </a:xfrm>
          <a:prstGeom prst="line">
            <a:avLst/>
          </a:prstGeom>
          <a:noFill/>
          <a:ln w="127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7" name="Line 5">
            <a:extLst>
              <a:ext uri="{FF2B5EF4-FFF2-40B4-BE49-F238E27FC236}">
                <a16:creationId xmlns:a16="http://schemas.microsoft.com/office/drawing/2014/main" id="{C89BA294-01BC-4175-8B3D-7B564917FDB8}"/>
              </a:ext>
            </a:extLst>
          </p:cNvPr>
          <p:cNvSpPr>
            <a:spLocks noChangeShapeType="1"/>
          </p:cNvSpPr>
          <p:nvPr/>
        </p:nvSpPr>
        <p:spPr bwMode="auto">
          <a:xfrm>
            <a:off x="3819525" y="3289300"/>
            <a:ext cx="1066800" cy="0"/>
          </a:xfrm>
          <a:prstGeom prst="line">
            <a:avLst/>
          </a:prstGeom>
          <a:noFill/>
          <a:ln w="127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8" name="AutoShape 6">
            <a:extLst>
              <a:ext uri="{FF2B5EF4-FFF2-40B4-BE49-F238E27FC236}">
                <a16:creationId xmlns:a16="http://schemas.microsoft.com/office/drawing/2014/main" id="{C09F380A-6C51-4999-AE1B-C6F4AB7AC7C3}"/>
              </a:ext>
            </a:extLst>
          </p:cNvPr>
          <p:cNvSpPr>
            <a:spLocks noChangeArrowheads="1"/>
          </p:cNvSpPr>
          <p:nvPr/>
        </p:nvSpPr>
        <p:spPr bwMode="auto">
          <a:xfrm>
            <a:off x="5800725" y="2832100"/>
            <a:ext cx="914400" cy="457200"/>
          </a:xfrm>
          <a:prstGeom prst="flowChartProcess">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合法卡片</a:t>
            </a:r>
          </a:p>
        </p:txBody>
      </p:sp>
      <p:sp>
        <p:nvSpPr>
          <p:cNvPr id="8199" name="AutoShape 7">
            <a:extLst>
              <a:ext uri="{FF2B5EF4-FFF2-40B4-BE49-F238E27FC236}">
                <a16:creationId xmlns:a16="http://schemas.microsoft.com/office/drawing/2014/main" id="{92943C2C-048F-4CA1-B5DE-10B675CFF6CC}"/>
              </a:ext>
            </a:extLst>
          </p:cNvPr>
          <p:cNvSpPr>
            <a:spLocks noChangeArrowheads="1"/>
          </p:cNvSpPr>
          <p:nvPr/>
        </p:nvSpPr>
        <p:spPr bwMode="auto">
          <a:xfrm>
            <a:off x="3971925" y="2832100"/>
            <a:ext cx="685800" cy="457200"/>
          </a:xfrm>
          <a:prstGeom prst="flowChartProcess">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卡片信息</a:t>
            </a:r>
          </a:p>
        </p:txBody>
      </p:sp>
      <p:sp>
        <p:nvSpPr>
          <p:cNvPr id="8200" name="Oval 8">
            <a:extLst>
              <a:ext uri="{FF2B5EF4-FFF2-40B4-BE49-F238E27FC236}">
                <a16:creationId xmlns:a16="http://schemas.microsoft.com/office/drawing/2014/main" id="{208D69E2-E09C-4547-A0F0-770277F21A09}"/>
              </a:ext>
            </a:extLst>
          </p:cNvPr>
          <p:cNvSpPr>
            <a:spLocks noChangeArrowheads="1"/>
          </p:cNvSpPr>
          <p:nvPr/>
        </p:nvSpPr>
        <p:spPr bwMode="auto">
          <a:xfrm>
            <a:off x="2828925" y="2984500"/>
            <a:ext cx="990600" cy="6858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读入</a:t>
            </a:r>
          </a:p>
          <a:p>
            <a:pPr algn="ctr"/>
            <a:r>
              <a:rPr lang="zh-CN" altLang="en-US" sz="1600"/>
              <a:t>卡片</a:t>
            </a:r>
            <a:endParaRPr lang="zh-CN" altLang="en-US" b="1"/>
          </a:p>
        </p:txBody>
      </p:sp>
      <p:sp>
        <p:nvSpPr>
          <p:cNvPr id="8201" name="Oval 9">
            <a:extLst>
              <a:ext uri="{FF2B5EF4-FFF2-40B4-BE49-F238E27FC236}">
                <a16:creationId xmlns:a16="http://schemas.microsoft.com/office/drawing/2014/main" id="{D82419F5-99C1-40C9-899B-07CC4D5D75C7}"/>
              </a:ext>
            </a:extLst>
          </p:cNvPr>
          <p:cNvSpPr>
            <a:spLocks noChangeArrowheads="1"/>
          </p:cNvSpPr>
          <p:nvPr/>
        </p:nvSpPr>
        <p:spPr bwMode="auto">
          <a:xfrm>
            <a:off x="4886325" y="2984500"/>
            <a:ext cx="990600" cy="6858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卡片校验</a:t>
            </a:r>
            <a:endParaRPr lang="zh-CN" altLang="en-US" b="1"/>
          </a:p>
        </p:txBody>
      </p:sp>
      <p:sp>
        <p:nvSpPr>
          <p:cNvPr id="8202" name="Line 10">
            <a:extLst>
              <a:ext uri="{FF2B5EF4-FFF2-40B4-BE49-F238E27FC236}">
                <a16:creationId xmlns:a16="http://schemas.microsoft.com/office/drawing/2014/main" id="{2C520070-A318-400E-AD97-217521504DDC}"/>
              </a:ext>
            </a:extLst>
          </p:cNvPr>
          <p:cNvSpPr>
            <a:spLocks noChangeShapeType="1"/>
          </p:cNvSpPr>
          <p:nvPr/>
        </p:nvSpPr>
        <p:spPr bwMode="auto">
          <a:xfrm>
            <a:off x="5876925" y="3289300"/>
            <a:ext cx="838200" cy="0"/>
          </a:xfrm>
          <a:prstGeom prst="line">
            <a:avLst/>
          </a:prstGeom>
          <a:noFill/>
          <a:ln w="127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3" name="Freeform 11">
            <a:extLst>
              <a:ext uri="{FF2B5EF4-FFF2-40B4-BE49-F238E27FC236}">
                <a16:creationId xmlns:a16="http://schemas.microsoft.com/office/drawing/2014/main" id="{9FC776F6-8660-480A-86B1-B42BF3288C44}"/>
              </a:ext>
            </a:extLst>
          </p:cNvPr>
          <p:cNvSpPr>
            <a:spLocks/>
          </p:cNvSpPr>
          <p:nvPr/>
        </p:nvSpPr>
        <p:spPr bwMode="auto">
          <a:xfrm>
            <a:off x="3743325" y="3517900"/>
            <a:ext cx="1219200" cy="292100"/>
          </a:xfrm>
          <a:custGeom>
            <a:avLst/>
            <a:gdLst>
              <a:gd name="T0" fmla="*/ 0 w 888"/>
              <a:gd name="T1" fmla="*/ 88 h 336"/>
              <a:gd name="T2" fmla="*/ 336 w 888"/>
              <a:gd name="T3" fmla="*/ 328 h 336"/>
              <a:gd name="T4" fmla="*/ 816 w 888"/>
              <a:gd name="T5" fmla="*/ 40 h 336"/>
              <a:gd name="T6" fmla="*/ 768 w 888"/>
              <a:gd name="T7" fmla="*/ 88 h 336"/>
            </a:gdLst>
            <a:ahLst/>
            <a:cxnLst>
              <a:cxn ang="0">
                <a:pos x="T0" y="T1"/>
              </a:cxn>
              <a:cxn ang="0">
                <a:pos x="T2" y="T3"/>
              </a:cxn>
              <a:cxn ang="0">
                <a:pos x="T4" y="T5"/>
              </a:cxn>
              <a:cxn ang="0">
                <a:pos x="T6" y="T7"/>
              </a:cxn>
            </a:cxnLst>
            <a:rect l="0" t="0" r="r" b="b"/>
            <a:pathLst>
              <a:path w="888" h="336">
                <a:moveTo>
                  <a:pt x="0" y="88"/>
                </a:moveTo>
                <a:cubicBezTo>
                  <a:pt x="100" y="212"/>
                  <a:pt x="200" y="336"/>
                  <a:pt x="336" y="328"/>
                </a:cubicBezTo>
                <a:cubicBezTo>
                  <a:pt x="472" y="320"/>
                  <a:pt x="744" y="80"/>
                  <a:pt x="816" y="40"/>
                </a:cubicBezTo>
                <a:cubicBezTo>
                  <a:pt x="888" y="0"/>
                  <a:pt x="828" y="44"/>
                  <a:pt x="768" y="88"/>
                </a:cubicBezTo>
              </a:path>
            </a:pathLst>
          </a:custGeom>
          <a:noFill/>
          <a:ln w="12700" cap="sq"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4" name="AutoShape 12">
            <a:extLst>
              <a:ext uri="{FF2B5EF4-FFF2-40B4-BE49-F238E27FC236}">
                <a16:creationId xmlns:a16="http://schemas.microsoft.com/office/drawing/2014/main" id="{90F3C7D4-E9D7-4FF8-AFD2-91ECD71A8305}"/>
              </a:ext>
            </a:extLst>
          </p:cNvPr>
          <p:cNvSpPr>
            <a:spLocks noChangeArrowheads="1"/>
          </p:cNvSpPr>
          <p:nvPr/>
        </p:nvSpPr>
        <p:spPr bwMode="auto">
          <a:xfrm>
            <a:off x="3971925" y="3365500"/>
            <a:ext cx="685800" cy="457200"/>
          </a:xfrm>
          <a:prstGeom prst="flowChartProcess">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读下张卡</a:t>
            </a:r>
          </a:p>
        </p:txBody>
      </p:sp>
      <p:sp>
        <p:nvSpPr>
          <p:cNvPr id="8205" name="Line 13">
            <a:extLst>
              <a:ext uri="{FF2B5EF4-FFF2-40B4-BE49-F238E27FC236}">
                <a16:creationId xmlns:a16="http://schemas.microsoft.com/office/drawing/2014/main" id="{BC28BAB6-303A-4DDB-9847-4D266A10F9BE}"/>
              </a:ext>
            </a:extLst>
          </p:cNvPr>
          <p:cNvSpPr>
            <a:spLocks noChangeShapeType="1"/>
          </p:cNvSpPr>
          <p:nvPr/>
        </p:nvSpPr>
        <p:spPr bwMode="auto">
          <a:xfrm flipH="1">
            <a:off x="4200525" y="3441700"/>
            <a:ext cx="228600" cy="30480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206" name="Line 14">
            <a:extLst>
              <a:ext uri="{FF2B5EF4-FFF2-40B4-BE49-F238E27FC236}">
                <a16:creationId xmlns:a16="http://schemas.microsoft.com/office/drawing/2014/main" id="{F13A41A4-9325-46AE-AA17-73F3A0A308FB}"/>
              </a:ext>
            </a:extLst>
          </p:cNvPr>
          <p:cNvSpPr>
            <a:spLocks noChangeShapeType="1"/>
          </p:cNvSpPr>
          <p:nvPr/>
        </p:nvSpPr>
        <p:spPr bwMode="auto">
          <a:xfrm>
            <a:off x="4124325" y="3441700"/>
            <a:ext cx="381000" cy="30480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207" name="Line 15">
            <a:extLst>
              <a:ext uri="{FF2B5EF4-FFF2-40B4-BE49-F238E27FC236}">
                <a16:creationId xmlns:a16="http://schemas.microsoft.com/office/drawing/2014/main" id="{1D2B241F-AF16-4C11-8439-2B323AE755A7}"/>
              </a:ext>
            </a:extLst>
          </p:cNvPr>
          <p:cNvSpPr>
            <a:spLocks noChangeShapeType="1"/>
          </p:cNvSpPr>
          <p:nvPr/>
        </p:nvSpPr>
        <p:spPr bwMode="auto">
          <a:xfrm>
            <a:off x="3035300" y="5670550"/>
            <a:ext cx="1066800" cy="0"/>
          </a:xfrm>
          <a:prstGeom prst="line">
            <a:avLst/>
          </a:prstGeom>
          <a:noFill/>
          <a:ln w="127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8" name="AutoShape 16">
            <a:extLst>
              <a:ext uri="{FF2B5EF4-FFF2-40B4-BE49-F238E27FC236}">
                <a16:creationId xmlns:a16="http://schemas.microsoft.com/office/drawing/2014/main" id="{EAFDA7B3-1C0A-4F60-BDE3-39C8D81F6FD1}"/>
              </a:ext>
            </a:extLst>
          </p:cNvPr>
          <p:cNvSpPr>
            <a:spLocks noChangeArrowheads="1"/>
          </p:cNvSpPr>
          <p:nvPr/>
        </p:nvSpPr>
        <p:spPr bwMode="auto">
          <a:xfrm>
            <a:off x="5016500" y="5213350"/>
            <a:ext cx="914400" cy="457200"/>
          </a:xfrm>
          <a:prstGeom prst="flowChartProcess">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工资单</a:t>
            </a:r>
          </a:p>
        </p:txBody>
      </p:sp>
      <p:sp>
        <p:nvSpPr>
          <p:cNvPr id="8209" name="AutoShape 17">
            <a:extLst>
              <a:ext uri="{FF2B5EF4-FFF2-40B4-BE49-F238E27FC236}">
                <a16:creationId xmlns:a16="http://schemas.microsoft.com/office/drawing/2014/main" id="{64ED4422-6D86-40D0-B307-D348B4ACCD3E}"/>
              </a:ext>
            </a:extLst>
          </p:cNvPr>
          <p:cNvSpPr>
            <a:spLocks noChangeArrowheads="1"/>
          </p:cNvSpPr>
          <p:nvPr/>
        </p:nvSpPr>
        <p:spPr bwMode="auto">
          <a:xfrm>
            <a:off x="3187700" y="5213350"/>
            <a:ext cx="685800" cy="457200"/>
          </a:xfrm>
          <a:prstGeom prst="flowChartProcess">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工资率</a:t>
            </a:r>
          </a:p>
        </p:txBody>
      </p:sp>
      <p:sp>
        <p:nvSpPr>
          <p:cNvPr id="8210" name="Oval 18">
            <a:extLst>
              <a:ext uri="{FF2B5EF4-FFF2-40B4-BE49-F238E27FC236}">
                <a16:creationId xmlns:a16="http://schemas.microsoft.com/office/drawing/2014/main" id="{F47DA74A-126E-4B26-AED0-2F03B787F26B}"/>
              </a:ext>
            </a:extLst>
          </p:cNvPr>
          <p:cNvSpPr>
            <a:spLocks noChangeArrowheads="1"/>
          </p:cNvSpPr>
          <p:nvPr/>
        </p:nvSpPr>
        <p:spPr bwMode="auto">
          <a:xfrm>
            <a:off x="4102100" y="5365750"/>
            <a:ext cx="990600" cy="6858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计算工资</a:t>
            </a:r>
          </a:p>
        </p:txBody>
      </p:sp>
      <p:sp>
        <p:nvSpPr>
          <p:cNvPr id="8211" name="Line 19">
            <a:extLst>
              <a:ext uri="{FF2B5EF4-FFF2-40B4-BE49-F238E27FC236}">
                <a16:creationId xmlns:a16="http://schemas.microsoft.com/office/drawing/2014/main" id="{4386554E-5EBC-46C5-A468-4A3420FF8126}"/>
              </a:ext>
            </a:extLst>
          </p:cNvPr>
          <p:cNvSpPr>
            <a:spLocks noChangeShapeType="1"/>
          </p:cNvSpPr>
          <p:nvPr/>
        </p:nvSpPr>
        <p:spPr bwMode="auto">
          <a:xfrm>
            <a:off x="5092700" y="5670550"/>
            <a:ext cx="838200" cy="0"/>
          </a:xfrm>
          <a:prstGeom prst="line">
            <a:avLst/>
          </a:prstGeom>
          <a:noFill/>
          <a:ln w="127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2" name="Freeform 20">
            <a:extLst>
              <a:ext uri="{FF2B5EF4-FFF2-40B4-BE49-F238E27FC236}">
                <a16:creationId xmlns:a16="http://schemas.microsoft.com/office/drawing/2014/main" id="{874A8EEF-6107-4348-88C9-E7FC9C4EF76A}"/>
              </a:ext>
            </a:extLst>
          </p:cNvPr>
          <p:cNvSpPr>
            <a:spLocks/>
          </p:cNvSpPr>
          <p:nvPr/>
        </p:nvSpPr>
        <p:spPr bwMode="auto">
          <a:xfrm>
            <a:off x="2959100" y="5899150"/>
            <a:ext cx="1219200" cy="292100"/>
          </a:xfrm>
          <a:custGeom>
            <a:avLst/>
            <a:gdLst>
              <a:gd name="T0" fmla="*/ 0 w 888"/>
              <a:gd name="T1" fmla="*/ 88 h 336"/>
              <a:gd name="T2" fmla="*/ 336 w 888"/>
              <a:gd name="T3" fmla="*/ 328 h 336"/>
              <a:gd name="T4" fmla="*/ 816 w 888"/>
              <a:gd name="T5" fmla="*/ 40 h 336"/>
              <a:gd name="T6" fmla="*/ 768 w 888"/>
              <a:gd name="T7" fmla="*/ 88 h 336"/>
            </a:gdLst>
            <a:ahLst/>
            <a:cxnLst>
              <a:cxn ang="0">
                <a:pos x="T0" y="T1"/>
              </a:cxn>
              <a:cxn ang="0">
                <a:pos x="T2" y="T3"/>
              </a:cxn>
              <a:cxn ang="0">
                <a:pos x="T4" y="T5"/>
              </a:cxn>
              <a:cxn ang="0">
                <a:pos x="T6" y="T7"/>
              </a:cxn>
            </a:cxnLst>
            <a:rect l="0" t="0" r="r" b="b"/>
            <a:pathLst>
              <a:path w="888" h="336">
                <a:moveTo>
                  <a:pt x="0" y="88"/>
                </a:moveTo>
                <a:cubicBezTo>
                  <a:pt x="100" y="212"/>
                  <a:pt x="200" y="336"/>
                  <a:pt x="336" y="328"/>
                </a:cubicBezTo>
                <a:cubicBezTo>
                  <a:pt x="472" y="320"/>
                  <a:pt x="744" y="80"/>
                  <a:pt x="816" y="40"/>
                </a:cubicBezTo>
                <a:cubicBezTo>
                  <a:pt x="888" y="0"/>
                  <a:pt x="828" y="44"/>
                  <a:pt x="768" y="88"/>
                </a:cubicBezTo>
              </a:path>
            </a:pathLst>
          </a:custGeom>
          <a:noFill/>
          <a:ln w="12700" cap="sq" cmpd="sng">
            <a:solidFill>
              <a:schemeClr val="tx1"/>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3" name="AutoShape 21">
            <a:extLst>
              <a:ext uri="{FF2B5EF4-FFF2-40B4-BE49-F238E27FC236}">
                <a16:creationId xmlns:a16="http://schemas.microsoft.com/office/drawing/2014/main" id="{C7D32116-5C95-48FA-A292-1403BB904E75}"/>
              </a:ext>
            </a:extLst>
          </p:cNvPr>
          <p:cNvSpPr>
            <a:spLocks noChangeArrowheads="1"/>
          </p:cNvSpPr>
          <p:nvPr/>
        </p:nvSpPr>
        <p:spPr bwMode="auto">
          <a:xfrm>
            <a:off x="3187700" y="5746750"/>
            <a:ext cx="685800" cy="457200"/>
          </a:xfrm>
          <a:prstGeom prst="flowChartProcess">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每月</a:t>
            </a:r>
            <a:r>
              <a:rPr lang="en-US" altLang="zh-CN" sz="1600"/>
              <a:t>1</a:t>
            </a:r>
            <a:r>
              <a:rPr lang="zh-CN" altLang="en-US" sz="1600"/>
              <a:t>号</a:t>
            </a:r>
          </a:p>
        </p:txBody>
      </p:sp>
      <p:sp>
        <p:nvSpPr>
          <p:cNvPr id="8214" name="Line 22">
            <a:extLst>
              <a:ext uri="{FF2B5EF4-FFF2-40B4-BE49-F238E27FC236}">
                <a16:creationId xmlns:a16="http://schemas.microsoft.com/office/drawing/2014/main" id="{AA3B7EB9-E068-4245-8605-28BD2103F9D5}"/>
              </a:ext>
            </a:extLst>
          </p:cNvPr>
          <p:cNvSpPr>
            <a:spLocks noChangeShapeType="1"/>
          </p:cNvSpPr>
          <p:nvPr/>
        </p:nvSpPr>
        <p:spPr bwMode="auto">
          <a:xfrm>
            <a:off x="4181475" y="4984750"/>
            <a:ext cx="914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215" name="AutoShape 23">
            <a:extLst>
              <a:ext uri="{FF2B5EF4-FFF2-40B4-BE49-F238E27FC236}">
                <a16:creationId xmlns:a16="http://schemas.microsoft.com/office/drawing/2014/main" id="{24AB9D24-3CEC-45A4-94BC-62C398F2A356}"/>
              </a:ext>
            </a:extLst>
          </p:cNvPr>
          <p:cNvSpPr>
            <a:spLocks noChangeArrowheads="1"/>
          </p:cNvSpPr>
          <p:nvPr/>
        </p:nvSpPr>
        <p:spPr bwMode="auto">
          <a:xfrm>
            <a:off x="4206875" y="4600575"/>
            <a:ext cx="914400" cy="457200"/>
          </a:xfrm>
          <a:prstGeom prst="flowChartProcess">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职工档案</a:t>
            </a:r>
          </a:p>
        </p:txBody>
      </p:sp>
      <p:sp>
        <p:nvSpPr>
          <p:cNvPr id="8216" name="Line 24">
            <a:extLst>
              <a:ext uri="{FF2B5EF4-FFF2-40B4-BE49-F238E27FC236}">
                <a16:creationId xmlns:a16="http://schemas.microsoft.com/office/drawing/2014/main" id="{824CC353-9765-4B42-9990-A68E03276D20}"/>
              </a:ext>
            </a:extLst>
          </p:cNvPr>
          <p:cNvSpPr>
            <a:spLocks noChangeShapeType="1"/>
          </p:cNvSpPr>
          <p:nvPr/>
        </p:nvSpPr>
        <p:spPr bwMode="auto">
          <a:xfrm>
            <a:off x="4559300" y="4984750"/>
            <a:ext cx="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217" name="Line 25">
            <a:extLst>
              <a:ext uri="{FF2B5EF4-FFF2-40B4-BE49-F238E27FC236}">
                <a16:creationId xmlns:a16="http://schemas.microsoft.com/office/drawing/2014/main" id="{F1361C27-1981-4167-BBBD-7088AC0A84A9}"/>
              </a:ext>
            </a:extLst>
          </p:cNvPr>
          <p:cNvSpPr>
            <a:spLocks noChangeShapeType="1"/>
          </p:cNvSpPr>
          <p:nvPr/>
        </p:nvSpPr>
        <p:spPr bwMode="auto">
          <a:xfrm flipH="1">
            <a:off x="3343275" y="5791200"/>
            <a:ext cx="304800" cy="38100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218" name="Line 26">
            <a:extLst>
              <a:ext uri="{FF2B5EF4-FFF2-40B4-BE49-F238E27FC236}">
                <a16:creationId xmlns:a16="http://schemas.microsoft.com/office/drawing/2014/main" id="{8E83A84E-9867-41DC-B059-D4687F9EBD6F}"/>
              </a:ext>
            </a:extLst>
          </p:cNvPr>
          <p:cNvSpPr>
            <a:spLocks noChangeShapeType="1"/>
          </p:cNvSpPr>
          <p:nvPr/>
        </p:nvSpPr>
        <p:spPr bwMode="auto">
          <a:xfrm>
            <a:off x="3311525" y="5851525"/>
            <a:ext cx="381000" cy="30480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820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820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821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82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77273E0A-803C-4B07-988A-96985BDC1538}"/>
              </a:ext>
            </a:extLst>
          </p:cNvPr>
          <p:cNvSpPr>
            <a:spLocks noGrp="1" noChangeArrowheads="1"/>
          </p:cNvSpPr>
          <p:nvPr>
            <p:ph type="title"/>
          </p:nvPr>
        </p:nvSpPr>
        <p:spPr>
          <a:xfrm>
            <a:off x="1208088" y="609600"/>
            <a:ext cx="7227887" cy="1143000"/>
          </a:xfrm>
        </p:spPr>
        <p:txBody>
          <a:bodyPr/>
          <a:lstStyle/>
          <a:p>
            <a:r>
              <a:rPr lang="en-US" altLang="zh-CN" sz="4000">
                <a:latin typeface="宋体" panose="02010600030101010101" pitchFamily="2" charset="-122"/>
              </a:rPr>
              <a:t>2) </a:t>
            </a:r>
            <a:r>
              <a:rPr lang="zh-CN" altLang="en-US" sz="4000">
                <a:latin typeface="宋体" panose="02010600030101010101" pitchFamily="2" charset="-122"/>
              </a:rPr>
              <a:t>加工</a:t>
            </a:r>
          </a:p>
        </p:txBody>
      </p:sp>
      <p:sp>
        <p:nvSpPr>
          <p:cNvPr id="9219" name="Rectangle 3">
            <a:extLst>
              <a:ext uri="{FF2B5EF4-FFF2-40B4-BE49-F238E27FC236}">
                <a16:creationId xmlns:a16="http://schemas.microsoft.com/office/drawing/2014/main" id="{EE76FC6C-B8D5-4099-B70D-AE1FF91B52E2}"/>
              </a:ext>
            </a:extLst>
          </p:cNvPr>
          <p:cNvSpPr>
            <a:spLocks noGrp="1" noChangeArrowheads="1"/>
          </p:cNvSpPr>
          <p:nvPr>
            <p:ph idx="1"/>
          </p:nvPr>
        </p:nvSpPr>
        <p:spPr>
          <a:xfrm>
            <a:off x="838200" y="1905000"/>
            <a:ext cx="8305800" cy="4724400"/>
          </a:xfrm>
        </p:spPr>
        <p:txBody>
          <a:bodyPr/>
          <a:lstStyle/>
          <a:p>
            <a:pPr algn="just"/>
            <a:r>
              <a:rPr lang="zh-CN" altLang="en-US">
                <a:latin typeface="宋体" panose="02010600030101010101" pitchFamily="2" charset="-122"/>
              </a:rPr>
              <a:t>表示对数据进行的操作</a:t>
            </a:r>
            <a:r>
              <a:rPr lang="en-US" altLang="zh-CN">
                <a:latin typeface="宋体" panose="02010600030101010101" pitchFamily="2" charset="-122"/>
              </a:rPr>
              <a:t>, </a:t>
            </a:r>
            <a:r>
              <a:rPr lang="zh-CN" altLang="en-US">
                <a:latin typeface="宋体" panose="02010600030101010101" pitchFamily="2" charset="-122"/>
              </a:rPr>
              <a:t>如</a:t>
            </a:r>
            <a:r>
              <a:rPr lang="zh-CN" altLang="en-US"/>
              <a:t>“</a:t>
            </a:r>
            <a:r>
              <a:rPr lang="zh-CN" altLang="en-US">
                <a:latin typeface="宋体" panose="02010600030101010101" pitchFamily="2" charset="-122"/>
              </a:rPr>
              <a:t>处理选课单</a:t>
            </a:r>
            <a:r>
              <a:rPr lang="zh-CN" altLang="en-US"/>
              <a:t>”</a:t>
            </a:r>
            <a:r>
              <a:rPr lang="zh-CN" altLang="en-US">
                <a:latin typeface="宋体" panose="02010600030101010101" pitchFamily="2" charset="-122"/>
              </a:rPr>
              <a:t> 、</a:t>
            </a:r>
            <a:r>
              <a:rPr lang="zh-CN" altLang="en-US"/>
              <a:t>“</a:t>
            </a:r>
            <a:r>
              <a:rPr lang="zh-CN" altLang="en-US">
                <a:latin typeface="宋体" panose="02010600030101010101" pitchFamily="2" charset="-122"/>
              </a:rPr>
              <a:t>产生发票</a:t>
            </a:r>
            <a:r>
              <a:rPr lang="zh-CN" altLang="en-US"/>
              <a:t>”</a:t>
            </a:r>
            <a:r>
              <a:rPr lang="zh-CN" altLang="en-US">
                <a:latin typeface="宋体" panose="02010600030101010101" pitchFamily="2" charset="-122"/>
              </a:rPr>
              <a:t>等</a:t>
            </a:r>
          </a:p>
          <a:p>
            <a:pPr algn="just"/>
            <a:r>
              <a:rPr lang="zh-CN" altLang="en-US">
                <a:latin typeface="宋体" panose="02010600030101010101" pitchFamily="2" charset="-122"/>
              </a:rPr>
              <a:t>加工的编号，说明这个加工在层次分解中的位置  </a:t>
            </a:r>
            <a:r>
              <a:rPr lang="en-US" altLang="zh-CN">
                <a:latin typeface="宋体" panose="02010600030101010101" pitchFamily="2" charset="-122"/>
              </a:rPr>
              <a:t>(</a:t>
            </a:r>
            <a:r>
              <a:rPr lang="zh-CN" altLang="en-US">
                <a:latin typeface="宋体" panose="02010600030101010101" pitchFamily="2" charset="-122"/>
              </a:rPr>
              <a:t>分层</a:t>
            </a:r>
            <a:r>
              <a:rPr lang="en-US" altLang="zh-CN">
                <a:latin typeface="宋体" panose="02010600030101010101" pitchFamily="2" charset="-122"/>
              </a:rPr>
              <a:t>DFD)</a:t>
            </a:r>
          </a:p>
          <a:p>
            <a:pPr algn="just"/>
            <a:r>
              <a:rPr lang="zh-CN" altLang="en-US">
                <a:latin typeface="宋体" panose="02010600030101010101" pitchFamily="2" charset="-122"/>
              </a:rPr>
              <a:t>加工的命名</a:t>
            </a:r>
          </a:p>
          <a:p>
            <a:pPr lvl="1" algn="just">
              <a:buClr>
                <a:schemeClr val="accent2"/>
              </a:buClr>
              <a:buFont typeface="Wingdings" panose="05000000000000000000" pitchFamily="2" charset="2"/>
              <a:buChar char="§"/>
            </a:pPr>
            <a:r>
              <a:rPr lang="zh-CN" altLang="en-US">
                <a:latin typeface="楷体_GB2312"/>
                <a:ea typeface="楷体_GB2312"/>
                <a:cs typeface="楷体_GB2312"/>
              </a:rPr>
              <a:t>顶层的加工名就是整个系统项目的名字</a:t>
            </a:r>
          </a:p>
          <a:p>
            <a:pPr lvl="1" algn="just">
              <a:buClr>
                <a:schemeClr val="accent2"/>
              </a:buClr>
              <a:buFont typeface="Wingdings" panose="05000000000000000000" pitchFamily="2" charset="2"/>
              <a:buChar char="§"/>
            </a:pPr>
            <a:r>
              <a:rPr lang="zh-CN" altLang="en-US">
                <a:latin typeface="楷体_GB2312"/>
                <a:ea typeface="楷体_GB2312"/>
                <a:cs typeface="楷体_GB2312"/>
              </a:rPr>
              <a:t>尽量</a:t>
            </a:r>
            <a:r>
              <a:rPr lang="zh-CN" altLang="en-US">
                <a:latin typeface="宋体" panose="02010600030101010101" pitchFamily="2" charset="-122"/>
                <a:ea typeface="楷体_GB2312"/>
                <a:cs typeface="楷体_GB2312"/>
              </a:rPr>
              <a:t>最好使用动宾词组，也可用主谓词组</a:t>
            </a:r>
          </a:p>
          <a:p>
            <a:pPr lvl="1" algn="just">
              <a:buClr>
                <a:schemeClr val="accent2"/>
              </a:buClr>
              <a:buFont typeface="Wingdings" panose="05000000000000000000" pitchFamily="2" charset="2"/>
              <a:buChar char="§"/>
            </a:pPr>
            <a:r>
              <a:rPr lang="zh-CN" altLang="en-US">
                <a:latin typeface="宋体" panose="02010600030101010101" pitchFamily="2" charset="-122"/>
                <a:ea typeface="楷体_GB2312"/>
                <a:cs typeface="楷体_GB2312"/>
              </a:rPr>
              <a:t>不要使用空洞的动词</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974FFA9A-D529-4842-BDCB-806F31A0585B}"/>
              </a:ext>
            </a:extLst>
          </p:cNvPr>
          <p:cNvSpPr>
            <a:spLocks noGrp="1" noChangeArrowheads="1"/>
          </p:cNvSpPr>
          <p:nvPr>
            <p:ph type="title"/>
          </p:nvPr>
        </p:nvSpPr>
        <p:spPr>
          <a:xfrm>
            <a:off x="1208088" y="609600"/>
            <a:ext cx="7227887" cy="1143000"/>
          </a:xfrm>
        </p:spPr>
        <p:txBody>
          <a:bodyPr/>
          <a:lstStyle/>
          <a:p>
            <a:r>
              <a:rPr lang="zh-CN" altLang="en-US" sz="4000">
                <a:latin typeface="宋体" panose="02010600030101010101" pitchFamily="2" charset="-122"/>
              </a:rPr>
              <a:t>加工的命名</a:t>
            </a:r>
          </a:p>
        </p:txBody>
      </p:sp>
      <p:grpSp>
        <p:nvGrpSpPr>
          <p:cNvPr id="10243" name="Group 3">
            <a:extLst>
              <a:ext uri="{FF2B5EF4-FFF2-40B4-BE49-F238E27FC236}">
                <a16:creationId xmlns:a16="http://schemas.microsoft.com/office/drawing/2014/main" id="{E024B67C-ADFD-44A6-8FCE-B5E0BD2A9F9B}"/>
              </a:ext>
            </a:extLst>
          </p:cNvPr>
          <p:cNvGrpSpPr>
            <a:grpSpLocks/>
          </p:cNvGrpSpPr>
          <p:nvPr/>
        </p:nvGrpSpPr>
        <p:grpSpPr bwMode="auto">
          <a:xfrm>
            <a:off x="2667000" y="1981200"/>
            <a:ext cx="4489450" cy="1463675"/>
            <a:chOff x="1548" y="1248"/>
            <a:chExt cx="2828" cy="922"/>
          </a:xfrm>
        </p:grpSpPr>
        <p:sp>
          <p:nvSpPr>
            <p:cNvPr id="10244" name="AutoShape 4">
              <a:extLst>
                <a:ext uri="{FF2B5EF4-FFF2-40B4-BE49-F238E27FC236}">
                  <a16:creationId xmlns:a16="http://schemas.microsoft.com/office/drawing/2014/main" id="{857D0244-9148-40DF-895D-FF6740F15CB9}"/>
                </a:ext>
              </a:extLst>
            </p:cNvPr>
            <p:cNvSpPr>
              <a:spLocks noChangeArrowheads="1"/>
            </p:cNvSpPr>
            <p:nvPr/>
          </p:nvSpPr>
          <p:spPr bwMode="auto">
            <a:xfrm>
              <a:off x="1548" y="1400"/>
              <a:ext cx="432" cy="432"/>
            </a:xfrm>
            <a:prstGeom prst="flowChart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储户</a:t>
              </a:r>
            </a:p>
          </p:txBody>
        </p:sp>
        <p:sp>
          <p:nvSpPr>
            <p:cNvPr id="10245" name="AutoShape 5">
              <a:extLst>
                <a:ext uri="{FF2B5EF4-FFF2-40B4-BE49-F238E27FC236}">
                  <a16:creationId xmlns:a16="http://schemas.microsoft.com/office/drawing/2014/main" id="{7C6336FF-09E7-4B8D-AC59-4C9963D6C4D2}"/>
                </a:ext>
              </a:extLst>
            </p:cNvPr>
            <p:cNvSpPr>
              <a:spLocks noChangeArrowheads="1"/>
            </p:cNvSpPr>
            <p:nvPr/>
          </p:nvSpPr>
          <p:spPr bwMode="auto">
            <a:xfrm>
              <a:off x="2744" y="1248"/>
              <a:ext cx="672" cy="712"/>
            </a:xfrm>
            <a:prstGeom prst="flowChartConnector">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处理</a:t>
              </a:r>
              <a:r>
                <a:rPr lang="en-US" altLang="zh-CN"/>
                <a:t>1</a:t>
              </a:r>
            </a:p>
          </p:txBody>
        </p:sp>
        <p:sp>
          <p:nvSpPr>
            <p:cNvPr id="10246" name="Line 6">
              <a:extLst>
                <a:ext uri="{FF2B5EF4-FFF2-40B4-BE49-F238E27FC236}">
                  <a16:creationId xmlns:a16="http://schemas.microsoft.com/office/drawing/2014/main" id="{3C1AD247-5A34-4295-8CE5-6DE5C16FAB98}"/>
                </a:ext>
              </a:extLst>
            </p:cNvPr>
            <p:cNvSpPr>
              <a:spLocks noChangeShapeType="1"/>
            </p:cNvSpPr>
            <p:nvPr/>
          </p:nvSpPr>
          <p:spPr bwMode="auto">
            <a:xfrm>
              <a:off x="3464" y="2168"/>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47" name="Text Box 7">
              <a:extLst>
                <a:ext uri="{FF2B5EF4-FFF2-40B4-BE49-F238E27FC236}">
                  <a16:creationId xmlns:a16="http://schemas.microsoft.com/office/drawing/2014/main" id="{3F4F3978-3556-43CC-B8DF-BDA36859E844}"/>
                </a:ext>
              </a:extLst>
            </p:cNvPr>
            <p:cNvSpPr txBox="1">
              <a:spLocks noChangeArrowheads="1"/>
            </p:cNvSpPr>
            <p:nvPr/>
          </p:nvSpPr>
          <p:spPr bwMode="auto">
            <a:xfrm>
              <a:off x="3636" y="1920"/>
              <a:ext cx="55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t>帐户</a:t>
              </a:r>
            </a:p>
          </p:txBody>
        </p:sp>
        <p:sp>
          <p:nvSpPr>
            <p:cNvPr id="10248" name="Line 8">
              <a:extLst>
                <a:ext uri="{FF2B5EF4-FFF2-40B4-BE49-F238E27FC236}">
                  <a16:creationId xmlns:a16="http://schemas.microsoft.com/office/drawing/2014/main" id="{042F58BC-FC64-4E75-AF6B-C7421AF9BD1D}"/>
                </a:ext>
              </a:extLst>
            </p:cNvPr>
            <p:cNvSpPr>
              <a:spLocks noChangeShapeType="1"/>
            </p:cNvSpPr>
            <p:nvPr/>
          </p:nvSpPr>
          <p:spPr bwMode="auto">
            <a:xfrm>
              <a:off x="1976" y="1632"/>
              <a:ext cx="76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49" name="Line 9">
              <a:extLst>
                <a:ext uri="{FF2B5EF4-FFF2-40B4-BE49-F238E27FC236}">
                  <a16:creationId xmlns:a16="http://schemas.microsoft.com/office/drawing/2014/main" id="{CFF151C1-53CB-41D7-B1A8-6C55ABF26705}"/>
                </a:ext>
              </a:extLst>
            </p:cNvPr>
            <p:cNvSpPr>
              <a:spLocks noChangeShapeType="1"/>
            </p:cNvSpPr>
            <p:nvPr/>
          </p:nvSpPr>
          <p:spPr bwMode="auto">
            <a:xfrm>
              <a:off x="3436" y="1650"/>
              <a:ext cx="8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50" name="Text Box 10">
              <a:extLst>
                <a:ext uri="{FF2B5EF4-FFF2-40B4-BE49-F238E27FC236}">
                  <a16:creationId xmlns:a16="http://schemas.microsoft.com/office/drawing/2014/main" id="{64572B87-69AC-4CB6-82CD-B338D6650EB9}"/>
                </a:ext>
              </a:extLst>
            </p:cNvPr>
            <p:cNvSpPr txBox="1">
              <a:spLocks noChangeArrowheads="1"/>
            </p:cNvSpPr>
            <p:nvPr/>
          </p:nvSpPr>
          <p:spPr bwMode="auto">
            <a:xfrm>
              <a:off x="2042" y="1374"/>
              <a:ext cx="6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t>数据</a:t>
              </a:r>
              <a:r>
                <a:rPr lang="en-US" altLang="zh-CN" sz="2000"/>
                <a:t>1</a:t>
              </a:r>
            </a:p>
          </p:txBody>
        </p:sp>
        <p:sp>
          <p:nvSpPr>
            <p:cNvPr id="10251" name="Text Box 11">
              <a:extLst>
                <a:ext uri="{FF2B5EF4-FFF2-40B4-BE49-F238E27FC236}">
                  <a16:creationId xmlns:a16="http://schemas.microsoft.com/office/drawing/2014/main" id="{021611BA-34D7-4367-A03F-F7F38B187951}"/>
                </a:ext>
              </a:extLst>
            </p:cNvPr>
            <p:cNvSpPr txBox="1">
              <a:spLocks noChangeArrowheads="1"/>
            </p:cNvSpPr>
            <p:nvPr/>
          </p:nvSpPr>
          <p:spPr bwMode="auto">
            <a:xfrm>
              <a:off x="3380" y="1362"/>
              <a:ext cx="9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  </a:t>
              </a:r>
              <a:r>
                <a:rPr lang="zh-CN" altLang="en-US" sz="2000"/>
                <a:t>数据</a:t>
              </a:r>
              <a:r>
                <a:rPr lang="en-US" altLang="zh-CN" sz="2000"/>
                <a:t>2</a:t>
              </a:r>
            </a:p>
          </p:txBody>
        </p:sp>
        <p:cxnSp>
          <p:nvCxnSpPr>
            <p:cNvPr id="10252" name="AutoShape 12">
              <a:extLst>
                <a:ext uri="{FF2B5EF4-FFF2-40B4-BE49-F238E27FC236}">
                  <a16:creationId xmlns:a16="http://schemas.microsoft.com/office/drawing/2014/main" id="{295866EF-C710-4748-8063-CD94DDACC9A4}"/>
                </a:ext>
              </a:extLst>
            </p:cNvPr>
            <p:cNvCxnSpPr>
              <a:cxnSpLocks noChangeShapeType="1"/>
            </p:cNvCxnSpPr>
            <p:nvPr/>
          </p:nvCxnSpPr>
          <p:spPr bwMode="auto">
            <a:xfrm rot="5400000" flipH="1">
              <a:off x="3304" y="1848"/>
              <a:ext cx="288" cy="312"/>
            </a:xfrm>
            <a:prstGeom prst="curvedConnector3">
              <a:avLst>
                <a:gd name="adj1" fmla="val 50000"/>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0253" name="Group 13">
            <a:extLst>
              <a:ext uri="{FF2B5EF4-FFF2-40B4-BE49-F238E27FC236}">
                <a16:creationId xmlns:a16="http://schemas.microsoft.com/office/drawing/2014/main" id="{622C6BAB-23AC-4389-9F7D-A6C4596982ED}"/>
              </a:ext>
            </a:extLst>
          </p:cNvPr>
          <p:cNvGrpSpPr>
            <a:grpSpLocks/>
          </p:cNvGrpSpPr>
          <p:nvPr/>
        </p:nvGrpSpPr>
        <p:grpSpPr bwMode="auto">
          <a:xfrm>
            <a:off x="2590800" y="4114800"/>
            <a:ext cx="4489450" cy="1463675"/>
            <a:chOff x="1548" y="1248"/>
            <a:chExt cx="2828" cy="922"/>
          </a:xfrm>
        </p:grpSpPr>
        <p:sp>
          <p:nvSpPr>
            <p:cNvPr id="10254" name="AutoShape 14">
              <a:extLst>
                <a:ext uri="{FF2B5EF4-FFF2-40B4-BE49-F238E27FC236}">
                  <a16:creationId xmlns:a16="http://schemas.microsoft.com/office/drawing/2014/main" id="{2A68D8A6-6236-4BCD-8160-A0AF92A627C5}"/>
                </a:ext>
              </a:extLst>
            </p:cNvPr>
            <p:cNvSpPr>
              <a:spLocks noChangeArrowheads="1"/>
            </p:cNvSpPr>
            <p:nvPr/>
          </p:nvSpPr>
          <p:spPr bwMode="auto">
            <a:xfrm>
              <a:off x="1548" y="1400"/>
              <a:ext cx="432" cy="432"/>
            </a:xfrm>
            <a:prstGeom prst="flowChart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储户</a:t>
              </a:r>
            </a:p>
          </p:txBody>
        </p:sp>
        <p:sp>
          <p:nvSpPr>
            <p:cNvPr id="10255" name="AutoShape 15">
              <a:extLst>
                <a:ext uri="{FF2B5EF4-FFF2-40B4-BE49-F238E27FC236}">
                  <a16:creationId xmlns:a16="http://schemas.microsoft.com/office/drawing/2014/main" id="{680C4644-6D5F-44F9-A0AC-D8593E207E5C}"/>
                </a:ext>
              </a:extLst>
            </p:cNvPr>
            <p:cNvSpPr>
              <a:spLocks noChangeArrowheads="1"/>
            </p:cNvSpPr>
            <p:nvPr/>
          </p:nvSpPr>
          <p:spPr bwMode="auto">
            <a:xfrm>
              <a:off x="2744" y="1248"/>
              <a:ext cx="672" cy="712"/>
            </a:xfrm>
            <a:prstGeom prst="flowChartConnector">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检查</a:t>
              </a:r>
            </a:p>
            <a:p>
              <a:pPr algn="ctr"/>
              <a:r>
                <a:rPr lang="zh-CN" altLang="en-US"/>
                <a:t>合理性</a:t>
              </a:r>
            </a:p>
          </p:txBody>
        </p:sp>
        <p:sp>
          <p:nvSpPr>
            <p:cNvPr id="10256" name="Line 16">
              <a:extLst>
                <a:ext uri="{FF2B5EF4-FFF2-40B4-BE49-F238E27FC236}">
                  <a16:creationId xmlns:a16="http://schemas.microsoft.com/office/drawing/2014/main" id="{752B5307-23A8-4C12-A87F-6EE7A4AFD99F}"/>
                </a:ext>
              </a:extLst>
            </p:cNvPr>
            <p:cNvSpPr>
              <a:spLocks noChangeShapeType="1"/>
            </p:cNvSpPr>
            <p:nvPr/>
          </p:nvSpPr>
          <p:spPr bwMode="auto">
            <a:xfrm>
              <a:off x="3464" y="2168"/>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57" name="Text Box 17">
              <a:extLst>
                <a:ext uri="{FF2B5EF4-FFF2-40B4-BE49-F238E27FC236}">
                  <a16:creationId xmlns:a16="http://schemas.microsoft.com/office/drawing/2014/main" id="{9E9E2ADD-C6AB-4B7C-9DA8-FD06718D1D51}"/>
                </a:ext>
              </a:extLst>
            </p:cNvPr>
            <p:cNvSpPr txBox="1">
              <a:spLocks noChangeArrowheads="1"/>
            </p:cNvSpPr>
            <p:nvPr/>
          </p:nvSpPr>
          <p:spPr bwMode="auto">
            <a:xfrm>
              <a:off x="3636" y="1920"/>
              <a:ext cx="55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t>帐户</a:t>
              </a:r>
            </a:p>
          </p:txBody>
        </p:sp>
        <p:sp>
          <p:nvSpPr>
            <p:cNvPr id="10258" name="Line 18">
              <a:extLst>
                <a:ext uri="{FF2B5EF4-FFF2-40B4-BE49-F238E27FC236}">
                  <a16:creationId xmlns:a16="http://schemas.microsoft.com/office/drawing/2014/main" id="{89EFB298-7325-4A9F-82DC-AE98BCE81CDE}"/>
                </a:ext>
              </a:extLst>
            </p:cNvPr>
            <p:cNvSpPr>
              <a:spLocks noChangeShapeType="1"/>
            </p:cNvSpPr>
            <p:nvPr/>
          </p:nvSpPr>
          <p:spPr bwMode="auto">
            <a:xfrm>
              <a:off x="1976" y="1632"/>
              <a:ext cx="76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59" name="Line 19">
              <a:extLst>
                <a:ext uri="{FF2B5EF4-FFF2-40B4-BE49-F238E27FC236}">
                  <a16:creationId xmlns:a16="http://schemas.microsoft.com/office/drawing/2014/main" id="{EFDFF4E9-4040-4851-A006-F821BF2033BC}"/>
                </a:ext>
              </a:extLst>
            </p:cNvPr>
            <p:cNvSpPr>
              <a:spLocks noChangeShapeType="1"/>
            </p:cNvSpPr>
            <p:nvPr/>
          </p:nvSpPr>
          <p:spPr bwMode="auto">
            <a:xfrm>
              <a:off x="3436" y="1650"/>
              <a:ext cx="8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60" name="Text Box 20">
              <a:extLst>
                <a:ext uri="{FF2B5EF4-FFF2-40B4-BE49-F238E27FC236}">
                  <a16:creationId xmlns:a16="http://schemas.microsoft.com/office/drawing/2014/main" id="{FA06D032-FAD8-4F0E-8921-CF4E64800902}"/>
                </a:ext>
              </a:extLst>
            </p:cNvPr>
            <p:cNvSpPr txBox="1">
              <a:spLocks noChangeArrowheads="1"/>
            </p:cNvSpPr>
            <p:nvPr/>
          </p:nvSpPr>
          <p:spPr bwMode="auto">
            <a:xfrm>
              <a:off x="2042" y="1374"/>
              <a:ext cx="6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t>取款单</a:t>
              </a:r>
            </a:p>
          </p:txBody>
        </p:sp>
        <p:sp>
          <p:nvSpPr>
            <p:cNvPr id="10261" name="Text Box 21">
              <a:extLst>
                <a:ext uri="{FF2B5EF4-FFF2-40B4-BE49-F238E27FC236}">
                  <a16:creationId xmlns:a16="http://schemas.microsoft.com/office/drawing/2014/main" id="{26811B84-39F2-4CB7-BD5E-75D5F17879F1}"/>
                </a:ext>
              </a:extLst>
            </p:cNvPr>
            <p:cNvSpPr txBox="1">
              <a:spLocks noChangeArrowheads="1"/>
            </p:cNvSpPr>
            <p:nvPr/>
          </p:nvSpPr>
          <p:spPr bwMode="auto">
            <a:xfrm>
              <a:off x="3380" y="1362"/>
              <a:ext cx="9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t>合理取款单</a:t>
              </a:r>
            </a:p>
          </p:txBody>
        </p:sp>
        <p:cxnSp>
          <p:nvCxnSpPr>
            <p:cNvPr id="10262" name="AutoShape 22">
              <a:extLst>
                <a:ext uri="{FF2B5EF4-FFF2-40B4-BE49-F238E27FC236}">
                  <a16:creationId xmlns:a16="http://schemas.microsoft.com/office/drawing/2014/main" id="{64AC1111-76AA-4CD8-BAC9-18C88330B76C}"/>
                </a:ext>
              </a:extLst>
            </p:cNvPr>
            <p:cNvCxnSpPr>
              <a:cxnSpLocks noChangeShapeType="1"/>
            </p:cNvCxnSpPr>
            <p:nvPr/>
          </p:nvCxnSpPr>
          <p:spPr bwMode="auto">
            <a:xfrm rot="5400000" flipH="1">
              <a:off x="3304" y="1848"/>
              <a:ext cx="288" cy="312"/>
            </a:xfrm>
            <a:prstGeom prst="curvedConnector3">
              <a:avLst>
                <a:gd name="adj1" fmla="val 50000"/>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0263" name="Text Box 23">
            <a:extLst>
              <a:ext uri="{FF2B5EF4-FFF2-40B4-BE49-F238E27FC236}">
                <a16:creationId xmlns:a16="http://schemas.microsoft.com/office/drawing/2014/main" id="{31E251F9-9338-4307-BA14-4C50046EC978}"/>
              </a:ext>
            </a:extLst>
          </p:cNvPr>
          <p:cNvSpPr txBox="1">
            <a:spLocks noChangeArrowheads="1"/>
          </p:cNvSpPr>
          <p:nvPr/>
        </p:nvSpPr>
        <p:spPr bwMode="auto">
          <a:xfrm>
            <a:off x="1219200" y="1981200"/>
            <a:ext cx="1371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solidFill>
                  <a:srgbClr val="FF0000"/>
                </a:solidFill>
              </a:rPr>
              <a:t>无意义的  名字：</a:t>
            </a:r>
          </a:p>
        </p:txBody>
      </p:sp>
      <p:sp>
        <p:nvSpPr>
          <p:cNvPr id="10264" name="Text Box 24">
            <a:extLst>
              <a:ext uri="{FF2B5EF4-FFF2-40B4-BE49-F238E27FC236}">
                <a16:creationId xmlns:a16="http://schemas.microsoft.com/office/drawing/2014/main" id="{FEE36271-3871-491D-8F15-0933B166217F}"/>
              </a:ext>
            </a:extLst>
          </p:cNvPr>
          <p:cNvSpPr txBox="1">
            <a:spLocks noChangeArrowheads="1"/>
          </p:cNvSpPr>
          <p:nvPr/>
        </p:nvSpPr>
        <p:spPr bwMode="auto">
          <a:xfrm>
            <a:off x="1295400" y="3810000"/>
            <a:ext cx="176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solidFill>
                  <a:srgbClr val="FF0000"/>
                </a:solidFill>
              </a:rPr>
              <a:t>较好的命名：</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02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89CA7A2F-F1FB-405B-AD35-CC319ACCC14E}"/>
              </a:ext>
            </a:extLst>
          </p:cNvPr>
          <p:cNvSpPr>
            <a:spLocks noGrp="1" noChangeArrowheads="1"/>
          </p:cNvSpPr>
          <p:nvPr>
            <p:ph type="title"/>
          </p:nvPr>
        </p:nvSpPr>
        <p:spPr>
          <a:xfrm>
            <a:off x="1208088" y="609600"/>
            <a:ext cx="7227887" cy="1143000"/>
          </a:xfrm>
        </p:spPr>
        <p:txBody>
          <a:bodyPr/>
          <a:lstStyle/>
          <a:p>
            <a:r>
              <a:rPr lang="en-US" altLang="zh-CN" sz="4000">
                <a:latin typeface="宋体" panose="02010600030101010101" pitchFamily="2" charset="-122"/>
              </a:rPr>
              <a:t>3) </a:t>
            </a:r>
            <a:r>
              <a:rPr lang="zh-CN" altLang="en-US" sz="4000">
                <a:latin typeface="宋体" panose="02010600030101010101" pitchFamily="2" charset="-122"/>
              </a:rPr>
              <a:t>数据存储</a:t>
            </a:r>
          </a:p>
        </p:txBody>
      </p:sp>
      <p:sp>
        <p:nvSpPr>
          <p:cNvPr id="11267" name="Rectangle 3">
            <a:extLst>
              <a:ext uri="{FF2B5EF4-FFF2-40B4-BE49-F238E27FC236}">
                <a16:creationId xmlns:a16="http://schemas.microsoft.com/office/drawing/2014/main" id="{AFE77A7F-A88D-4127-8C68-C38DF8E95336}"/>
              </a:ext>
            </a:extLst>
          </p:cNvPr>
          <p:cNvSpPr>
            <a:spLocks noGrp="1" noChangeArrowheads="1"/>
          </p:cNvSpPr>
          <p:nvPr>
            <p:ph idx="1"/>
          </p:nvPr>
        </p:nvSpPr>
        <p:spPr>
          <a:xfrm>
            <a:off x="838200" y="1905000"/>
            <a:ext cx="8305800" cy="4724400"/>
          </a:xfrm>
        </p:spPr>
        <p:txBody>
          <a:bodyPr/>
          <a:lstStyle/>
          <a:p>
            <a:pPr algn="just"/>
            <a:r>
              <a:rPr lang="zh-CN" altLang="en-US" dirty="0">
                <a:latin typeface="宋体" panose="02010600030101010101" pitchFamily="2" charset="-122"/>
              </a:rPr>
              <a:t>表示需要保存的数据流向</a:t>
            </a:r>
            <a:r>
              <a:rPr lang="en-US" altLang="zh-CN" dirty="0">
                <a:latin typeface="宋体" panose="02010600030101010101" pitchFamily="2" charset="-122"/>
              </a:rPr>
              <a:t>, </a:t>
            </a:r>
            <a:r>
              <a:rPr lang="zh-CN" altLang="en-US" dirty="0">
                <a:latin typeface="宋体" panose="02010600030101010101" pitchFamily="2" charset="-122"/>
              </a:rPr>
              <a:t>如</a:t>
            </a:r>
            <a:r>
              <a:rPr lang="zh-CN" altLang="en-US" dirty="0"/>
              <a:t>“</a:t>
            </a:r>
            <a:r>
              <a:rPr lang="zh-CN" altLang="en-US" dirty="0">
                <a:latin typeface="宋体" panose="02010600030101010101" pitchFamily="2" charset="-122"/>
              </a:rPr>
              <a:t> 学生档案</a:t>
            </a:r>
            <a:r>
              <a:rPr lang="zh-CN" altLang="en-US" dirty="0"/>
              <a:t>”</a:t>
            </a:r>
            <a:r>
              <a:rPr lang="zh-CN" altLang="en-US" dirty="0">
                <a:latin typeface="宋体" panose="02010600030101010101" pitchFamily="2" charset="-122"/>
              </a:rPr>
              <a:t>、</a:t>
            </a:r>
            <a:r>
              <a:rPr lang="zh-CN" altLang="en-US" dirty="0"/>
              <a:t>“</a:t>
            </a:r>
            <a:r>
              <a:rPr lang="zh-CN" altLang="en-US" dirty="0">
                <a:latin typeface="宋体" panose="02010600030101010101" pitchFamily="2" charset="-122"/>
              </a:rPr>
              <a:t>课程设置</a:t>
            </a:r>
            <a:r>
              <a:rPr lang="zh-CN" altLang="en-US" dirty="0"/>
              <a:t>”</a:t>
            </a:r>
            <a:r>
              <a:rPr lang="zh-CN" altLang="en-US" dirty="0">
                <a:latin typeface="宋体" panose="02010600030101010101" pitchFamily="2" charset="-122"/>
              </a:rPr>
              <a:t>等</a:t>
            </a:r>
          </a:p>
          <a:p>
            <a:pPr algn="just"/>
            <a:r>
              <a:rPr lang="zh-CN" altLang="en-US" dirty="0">
                <a:latin typeface="宋体" panose="02010600030101010101" pitchFamily="2" charset="-122"/>
              </a:rPr>
              <a:t>数据存储与加工的方向  </a:t>
            </a:r>
            <a:r>
              <a:rPr lang="zh-CN" altLang="en-US" dirty="0"/>
              <a:t>“</a:t>
            </a:r>
            <a:r>
              <a:rPr lang="zh-CN" altLang="en-US" dirty="0">
                <a:latin typeface="宋体" panose="02010600030101010101" pitchFamily="2" charset="-122"/>
              </a:rPr>
              <a:t>读出 </a:t>
            </a:r>
            <a:r>
              <a:rPr lang="zh-CN" altLang="en-US" dirty="0"/>
              <a:t>”</a:t>
            </a:r>
            <a:r>
              <a:rPr lang="zh-CN" altLang="en-US" dirty="0">
                <a:latin typeface="宋体" panose="02010600030101010101" pitchFamily="2" charset="-122"/>
              </a:rPr>
              <a:t>、</a:t>
            </a:r>
            <a:r>
              <a:rPr lang="zh-CN" altLang="en-US" dirty="0"/>
              <a:t>“</a:t>
            </a:r>
            <a:r>
              <a:rPr lang="zh-CN" altLang="en-US" dirty="0">
                <a:latin typeface="宋体" panose="02010600030101010101" pitchFamily="2" charset="-122"/>
              </a:rPr>
              <a:t>写入 </a:t>
            </a:r>
            <a:r>
              <a:rPr lang="zh-CN" altLang="en-US" dirty="0"/>
              <a:t>”</a:t>
            </a:r>
            <a:endParaRPr lang="zh-CN" altLang="en-US" dirty="0">
              <a:latin typeface="宋体" panose="02010600030101010101" pitchFamily="2" charset="-122"/>
            </a:endParaRPr>
          </a:p>
          <a:p>
            <a:pPr algn="just"/>
            <a:endParaRPr lang="zh-CN" altLang="en-US" dirty="0">
              <a:latin typeface="宋体" panose="02010600030101010101" pitchFamily="2" charset="-122"/>
            </a:endParaRPr>
          </a:p>
          <a:p>
            <a:pPr algn="just">
              <a:buFontTx/>
              <a:buNone/>
            </a:pPr>
            <a:endParaRPr lang="zh-CN" altLang="en-US" dirty="0">
              <a:latin typeface="宋体" panose="02010600030101010101" pitchFamily="2" charset="-122"/>
            </a:endParaRPr>
          </a:p>
          <a:p>
            <a:pPr algn="just"/>
            <a:r>
              <a:rPr lang="zh-CN" altLang="en-US" dirty="0">
                <a:latin typeface="宋体" panose="02010600030101010101" pitchFamily="2" charset="-122"/>
              </a:rPr>
              <a:t>分层数据流程图中，数据存储一般局限在某一层或某几层</a:t>
            </a:r>
          </a:p>
          <a:p>
            <a:pPr algn="just"/>
            <a:r>
              <a:rPr lang="zh-CN" altLang="en-US" dirty="0">
                <a:latin typeface="宋体" panose="02010600030101010101" pitchFamily="2" charset="-122"/>
              </a:rPr>
              <a:t>命名方法与数据流相似</a:t>
            </a:r>
          </a:p>
        </p:txBody>
      </p:sp>
      <p:sp>
        <p:nvSpPr>
          <p:cNvPr id="11268" name="Line 4">
            <a:extLst>
              <a:ext uri="{FF2B5EF4-FFF2-40B4-BE49-F238E27FC236}">
                <a16:creationId xmlns:a16="http://schemas.microsoft.com/office/drawing/2014/main" id="{B18DC279-A7DE-45FA-ADCB-98DB8D8BB475}"/>
              </a:ext>
            </a:extLst>
          </p:cNvPr>
          <p:cNvSpPr>
            <a:spLocks noChangeShapeType="1"/>
          </p:cNvSpPr>
          <p:nvPr/>
        </p:nvSpPr>
        <p:spPr bwMode="auto">
          <a:xfrm flipV="1">
            <a:off x="6084168" y="2765853"/>
            <a:ext cx="0" cy="533400"/>
          </a:xfrm>
          <a:prstGeom prst="line">
            <a:avLst/>
          </a:prstGeom>
          <a:noFill/>
          <a:ln w="1905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69" name="Line 5">
            <a:extLst>
              <a:ext uri="{FF2B5EF4-FFF2-40B4-BE49-F238E27FC236}">
                <a16:creationId xmlns:a16="http://schemas.microsoft.com/office/drawing/2014/main" id="{CE4E4C14-762E-4C95-8AF3-679C29D312CE}"/>
              </a:ext>
            </a:extLst>
          </p:cNvPr>
          <p:cNvSpPr>
            <a:spLocks noChangeShapeType="1"/>
          </p:cNvSpPr>
          <p:nvPr/>
        </p:nvSpPr>
        <p:spPr bwMode="auto">
          <a:xfrm>
            <a:off x="7596336" y="2803953"/>
            <a:ext cx="0" cy="457200"/>
          </a:xfrm>
          <a:prstGeom prst="line">
            <a:avLst/>
          </a:prstGeom>
          <a:noFill/>
          <a:ln w="1905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70" name="AutoShape 6">
            <a:extLst>
              <a:ext uri="{FF2B5EF4-FFF2-40B4-BE49-F238E27FC236}">
                <a16:creationId xmlns:a16="http://schemas.microsoft.com/office/drawing/2014/main" id="{EF899A0F-F69B-46AE-9E73-8A914DF4896F}"/>
              </a:ext>
            </a:extLst>
          </p:cNvPr>
          <p:cNvSpPr>
            <a:spLocks noChangeArrowheads="1"/>
          </p:cNvSpPr>
          <p:nvPr/>
        </p:nvSpPr>
        <p:spPr bwMode="auto">
          <a:xfrm>
            <a:off x="5791200" y="3284984"/>
            <a:ext cx="1066800" cy="100800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t>修改</a:t>
            </a:r>
          </a:p>
          <a:p>
            <a:pPr algn="ctr"/>
            <a:r>
              <a:rPr lang="zh-CN" altLang="en-US" sz="2000"/>
              <a:t>库存</a:t>
            </a:r>
          </a:p>
        </p:txBody>
      </p:sp>
      <p:sp>
        <p:nvSpPr>
          <p:cNvPr id="11271" name="Line 7">
            <a:extLst>
              <a:ext uri="{FF2B5EF4-FFF2-40B4-BE49-F238E27FC236}">
                <a16:creationId xmlns:a16="http://schemas.microsoft.com/office/drawing/2014/main" id="{F0290E12-87D3-404F-9E95-C86067E5EFB9}"/>
              </a:ext>
            </a:extLst>
          </p:cNvPr>
          <p:cNvSpPr>
            <a:spLocks noChangeShapeType="1"/>
          </p:cNvSpPr>
          <p:nvPr/>
        </p:nvSpPr>
        <p:spPr bwMode="auto">
          <a:xfrm>
            <a:off x="7380312" y="4437112"/>
            <a:ext cx="1447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p>
        </p:txBody>
      </p:sp>
      <p:sp>
        <p:nvSpPr>
          <p:cNvPr id="11272" name="Text Box 8">
            <a:extLst>
              <a:ext uri="{FF2B5EF4-FFF2-40B4-BE49-F238E27FC236}">
                <a16:creationId xmlns:a16="http://schemas.microsoft.com/office/drawing/2014/main" id="{B33B7C25-EF7C-4F4E-8AE3-79AECC874292}"/>
              </a:ext>
            </a:extLst>
          </p:cNvPr>
          <p:cNvSpPr txBox="1">
            <a:spLocks noChangeArrowheads="1"/>
          </p:cNvSpPr>
          <p:nvPr/>
        </p:nvSpPr>
        <p:spPr bwMode="auto">
          <a:xfrm>
            <a:off x="7327900" y="4005064"/>
            <a:ext cx="1219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dirty="0"/>
              <a:t>商品库存</a:t>
            </a:r>
          </a:p>
        </p:txBody>
      </p:sp>
      <p:sp>
        <p:nvSpPr>
          <p:cNvPr id="11275" name="AutoShape 11">
            <a:extLst>
              <a:ext uri="{FF2B5EF4-FFF2-40B4-BE49-F238E27FC236}">
                <a16:creationId xmlns:a16="http://schemas.microsoft.com/office/drawing/2014/main" id="{2D3F1A35-0712-45AD-9ACF-96ED33CE9623}"/>
              </a:ext>
            </a:extLst>
          </p:cNvPr>
          <p:cNvSpPr>
            <a:spLocks noChangeArrowheads="1"/>
          </p:cNvSpPr>
          <p:nvPr/>
        </p:nvSpPr>
        <p:spPr bwMode="auto">
          <a:xfrm>
            <a:off x="3457000" y="3285096"/>
            <a:ext cx="1143000" cy="100800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t>检索商</a:t>
            </a:r>
          </a:p>
          <a:p>
            <a:pPr algn="ctr"/>
            <a:r>
              <a:rPr lang="zh-CN" altLang="en-US" sz="2000"/>
              <a:t>品信息</a:t>
            </a:r>
          </a:p>
        </p:txBody>
      </p:sp>
      <p:sp>
        <p:nvSpPr>
          <p:cNvPr id="11276" name="Line 12">
            <a:extLst>
              <a:ext uri="{FF2B5EF4-FFF2-40B4-BE49-F238E27FC236}">
                <a16:creationId xmlns:a16="http://schemas.microsoft.com/office/drawing/2014/main" id="{35F57B9F-EBF1-49A0-893B-A1974E6B63F6}"/>
              </a:ext>
            </a:extLst>
          </p:cNvPr>
          <p:cNvSpPr>
            <a:spLocks noChangeShapeType="1"/>
          </p:cNvSpPr>
          <p:nvPr/>
        </p:nvSpPr>
        <p:spPr bwMode="auto">
          <a:xfrm>
            <a:off x="1568450" y="4437112"/>
            <a:ext cx="1044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77" name="Text Box 13">
            <a:extLst>
              <a:ext uri="{FF2B5EF4-FFF2-40B4-BE49-F238E27FC236}">
                <a16:creationId xmlns:a16="http://schemas.microsoft.com/office/drawing/2014/main" id="{2909A929-5344-406A-8652-A094979F804C}"/>
              </a:ext>
            </a:extLst>
          </p:cNvPr>
          <p:cNvSpPr txBox="1">
            <a:spLocks noChangeArrowheads="1"/>
          </p:cNvSpPr>
          <p:nvPr/>
        </p:nvSpPr>
        <p:spPr bwMode="auto">
          <a:xfrm>
            <a:off x="1475656" y="3949843"/>
            <a:ext cx="1524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dirty="0"/>
              <a:t>商品目录</a:t>
            </a:r>
          </a:p>
        </p:txBody>
      </p:sp>
      <p:cxnSp>
        <p:nvCxnSpPr>
          <p:cNvPr id="3" name="连接符: 肘形 2">
            <a:extLst>
              <a:ext uri="{FF2B5EF4-FFF2-40B4-BE49-F238E27FC236}">
                <a16:creationId xmlns:a16="http://schemas.microsoft.com/office/drawing/2014/main" id="{D28B9606-1D55-4904-866E-DFD3E09A282B}"/>
              </a:ext>
            </a:extLst>
          </p:cNvPr>
          <p:cNvCxnSpPr>
            <a:cxnSpLocks/>
            <a:stCxn id="11277" idx="0"/>
            <a:endCxn id="11275" idx="2"/>
          </p:cNvCxnSpPr>
          <p:nvPr/>
        </p:nvCxnSpPr>
        <p:spPr bwMode="auto">
          <a:xfrm rot="5400000" flipH="1" flipV="1">
            <a:off x="2766955" y="3259798"/>
            <a:ext cx="160747" cy="1219344"/>
          </a:xfrm>
          <a:prstGeom prst="bentConnector2">
            <a:avLst/>
          </a:prstGeom>
          <a:noFill/>
          <a:ln w="1905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连接符: 肘形 25">
            <a:extLst>
              <a:ext uri="{FF2B5EF4-FFF2-40B4-BE49-F238E27FC236}">
                <a16:creationId xmlns:a16="http://schemas.microsoft.com/office/drawing/2014/main" id="{931C80BD-28B2-44C8-8B5F-2CA65B72FB55}"/>
              </a:ext>
            </a:extLst>
          </p:cNvPr>
          <p:cNvCxnSpPr>
            <a:cxnSpLocks/>
            <a:stCxn id="11270" idx="6"/>
            <a:endCxn id="11272" idx="0"/>
          </p:cNvCxnSpPr>
          <p:nvPr/>
        </p:nvCxnSpPr>
        <p:spPr bwMode="auto">
          <a:xfrm>
            <a:off x="6858000" y="3788984"/>
            <a:ext cx="1079500" cy="216080"/>
          </a:xfrm>
          <a:prstGeom prst="bentConnector2">
            <a:avLst/>
          </a:prstGeom>
          <a:noFill/>
          <a:ln w="1905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8B0974D8-BED2-4490-817E-CF14A19AC6C6}"/>
              </a:ext>
            </a:extLst>
          </p:cNvPr>
          <p:cNvSpPr>
            <a:spLocks noGrp="1" noChangeArrowheads="1"/>
          </p:cNvSpPr>
          <p:nvPr>
            <p:ph type="title"/>
          </p:nvPr>
        </p:nvSpPr>
        <p:spPr>
          <a:xfrm>
            <a:off x="1208088" y="609600"/>
            <a:ext cx="7227887" cy="1143000"/>
          </a:xfrm>
        </p:spPr>
        <p:txBody>
          <a:bodyPr/>
          <a:lstStyle/>
          <a:p>
            <a:r>
              <a:rPr lang="en-US" altLang="zh-CN" sz="4000">
                <a:latin typeface="宋体" panose="02010600030101010101" pitchFamily="2" charset="-122"/>
              </a:rPr>
              <a:t>4) </a:t>
            </a:r>
            <a:r>
              <a:rPr lang="zh-CN" altLang="en-US" sz="4000">
                <a:latin typeface="宋体" panose="02010600030101010101" pitchFamily="2" charset="-122"/>
              </a:rPr>
              <a:t>外部项</a:t>
            </a:r>
          </a:p>
        </p:txBody>
      </p:sp>
      <p:sp>
        <p:nvSpPr>
          <p:cNvPr id="12291" name="Rectangle 3">
            <a:extLst>
              <a:ext uri="{FF2B5EF4-FFF2-40B4-BE49-F238E27FC236}">
                <a16:creationId xmlns:a16="http://schemas.microsoft.com/office/drawing/2014/main" id="{E2F9B7FF-8A90-4D45-8B0B-87EA14F9CBE6}"/>
              </a:ext>
            </a:extLst>
          </p:cNvPr>
          <p:cNvSpPr>
            <a:spLocks noGrp="1" noChangeArrowheads="1"/>
          </p:cNvSpPr>
          <p:nvPr>
            <p:ph idx="1"/>
          </p:nvPr>
        </p:nvSpPr>
        <p:spPr>
          <a:xfrm>
            <a:off x="949325" y="1936750"/>
            <a:ext cx="7924800" cy="3581400"/>
          </a:xfrm>
        </p:spPr>
        <p:txBody>
          <a:bodyPr/>
          <a:lstStyle/>
          <a:p>
            <a:pPr algn="just">
              <a:lnSpc>
                <a:spcPct val="90000"/>
              </a:lnSpc>
            </a:pPr>
            <a:r>
              <a:rPr lang="zh-CN" altLang="en-US">
                <a:latin typeface="宋体" panose="02010600030101010101" pitchFamily="2" charset="-122"/>
              </a:rPr>
              <a:t>位于系统之外的信息提供者或使用者</a:t>
            </a:r>
            <a:r>
              <a:rPr lang="en-US" altLang="zh-CN">
                <a:latin typeface="宋体" panose="02010600030101010101" pitchFamily="2" charset="-122"/>
              </a:rPr>
              <a:t>,</a:t>
            </a:r>
            <a:r>
              <a:rPr lang="zh-CN" altLang="en-US">
                <a:latin typeface="宋体" panose="02010600030101010101" pitchFamily="2" charset="-122"/>
              </a:rPr>
              <a:t>称为外部项。即存在于系统之外的人员或组织。如</a:t>
            </a:r>
            <a:r>
              <a:rPr lang="zh-CN" altLang="en-US"/>
              <a:t>“</a:t>
            </a:r>
            <a:r>
              <a:rPr lang="zh-CN" altLang="en-US">
                <a:latin typeface="宋体" panose="02010600030101010101" pitchFamily="2" charset="-122"/>
              </a:rPr>
              <a:t>学务科</a:t>
            </a:r>
            <a:r>
              <a:rPr lang="zh-CN" altLang="en-US"/>
              <a:t>”</a:t>
            </a:r>
            <a:r>
              <a:rPr lang="zh-CN" altLang="en-US">
                <a:latin typeface="宋体" panose="02010600030101010101" pitchFamily="2" charset="-122"/>
              </a:rPr>
              <a:t>等</a:t>
            </a:r>
          </a:p>
          <a:p>
            <a:pPr algn="just">
              <a:lnSpc>
                <a:spcPct val="90000"/>
              </a:lnSpc>
            </a:pPr>
            <a:r>
              <a:rPr lang="zh-CN" altLang="en-US">
                <a:latin typeface="宋体" panose="02010600030101010101" pitchFamily="2" charset="-122"/>
              </a:rPr>
              <a:t>说明数据输入的源点</a:t>
            </a:r>
            <a:r>
              <a:rPr lang="en-US" altLang="zh-CN">
                <a:latin typeface="宋体" panose="02010600030101010101" pitchFamily="2" charset="-122"/>
              </a:rPr>
              <a:t>(</a:t>
            </a:r>
            <a:r>
              <a:rPr lang="zh-CN" altLang="en-US">
                <a:latin typeface="宋体" panose="02010600030101010101" pitchFamily="2" charset="-122"/>
              </a:rPr>
              <a:t>数据源</a:t>
            </a:r>
            <a:r>
              <a:rPr lang="en-US" altLang="zh-CN">
                <a:latin typeface="宋体" panose="02010600030101010101" pitchFamily="2" charset="-122"/>
              </a:rPr>
              <a:t>)</a:t>
            </a:r>
            <a:r>
              <a:rPr lang="zh-CN" altLang="en-US">
                <a:latin typeface="宋体" panose="02010600030101010101" pitchFamily="2" charset="-122"/>
              </a:rPr>
              <a:t>或数据输出的终点</a:t>
            </a:r>
            <a:r>
              <a:rPr lang="en-US" altLang="zh-CN">
                <a:latin typeface="宋体" panose="02010600030101010101" pitchFamily="2" charset="-122"/>
              </a:rPr>
              <a:t>(</a:t>
            </a:r>
            <a:r>
              <a:rPr lang="zh-CN" altLang="en-US">
                <a:latin typeface="宋体" panose="02010600030101010101" pitchFamily="2" charset="-122"/>
              </a:rPr>
              <a:t>数据终点</a:t>
            </a:r>
            <a:r>
              <a:rPr lang="en-US" altLang="zh-CN">
                <a:latin typeface="宋体" panose="02010600030101010101" pitchFamily="2" charset="-122"/>
              </a:rPr>
              <a:t>)</a:t>
            </a:r>
          </a:p>
          <a:p>
            <a:pPr algn="just">
              <a:lnSpc>
                <a:spcPct val="90000"/>
              </a:lnSpc>
            </a:pPr>
            <a:r>
              <a:rPr lang="zh-CN" altLang="en-US">
                <a:latin typeface="宋体" panose="02010600030101010101" pitchFamily="2" charset="-122"/>
              </a:rPr>
              <a:t>起到更好的理解作用，但不是系统中的事物</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314" name="Group 2">
            <a:extLst>
              <a:ext uri="{FF2B5EF4-FFF2-40B4-BE49-F238E27FC236}">
                <a16:creationId xmlns:a16="http://schemas.microsoft.com/office/drawing/2014/main" id="{9B390282-FFD0-4013-ACE0-6FE78BFC147F}"/>
              </a:ext>
            </a:extLst>
          </p:cNvPr>
          <p:cNvGrpSpPr>
            <a:grpSpLocks/>
          </p:cNvGrpSpPr>
          <p:nvPr/>
        </p:nvGrpSpPr>
        <p:grpSpPr bwMode="auto">
          <a:xfrm>
            <a:off x="63500" y="2286000"/>
            <a:ext cx="9172575" cy="2347913"/>
            <a:chOff x="40" y="1440"/>
            <a:chExt cx="5778" cy="1479"/>
          </a:xfrm>
        </p:grpSpPr>
        <p:sp useBgFill="1">
          <p:nvSpPr>
            <p:cNvPr id="13315" name="Rectangle 3">
              <a:extLst>
                <a:ext uri="{FF2B5EF4-FFF2-40B4-BE49-F238E27FC236}">
                  <a16:creationId xmlns:a16="http://schemas.microsoft.com/office/drawing/2014/main" id="{6F2C2DEF-D426-41E8-B40C-63E864B31986}"/>
                </a:ext>
              </a:extLst>
            </p:cNvPr>
            <p:cNvSpPr>
              <a:spLocks noChangeArrowheads="1"/>
            </p:cNvSpPr>
            <p:nvPr/>
          </p:nvSpPr>
          <p:spPr bwMode="auto">
            <a:xfrm>
              <a:off x="1652" y="1536"/>
              <a:ext cx="870" cy="480"/>
            </a:xfrm>
            <a:prstGeom prst="rect">
              <a:avLst/>
            </a:prstGeom>
            <a:ln w="25400">
              <a:solidFill>
                <a:srgbClr val="01050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zh-CN" altLang="en-US" sz="3200" b="1">
                  <a:solidFill>
                    <a:schemeClr val="hlink"/>
                  </a:solidFill>
                  <a:latin typeface="宋体" panose="02010600030101010101" pitchFamily="2" charset="-122"/>
                </a:rPr>
                <a:t>数据源</a:t>
              </a:r>
              <a:endParaRPr lang="zh-CN" altLang="en-US" sz="3200" b="1">
                <a:latin typeface="宋体" panose="02010600030101010101" pitchFamily="2" charset="-122"/>
              </a:endParaRPr>
            </a:p>
          </p:txBody>
        </p:sp>
        <p:sp useBgFill="1">
          <p:nvSpPr>
            <p:cNvPr id="13316" name="Rectangle 4">
              <a:extLst>
                <a:ext uri="{FF2B5EF4-FFF2-40B4-BE49-F238E27FC236}">
                  <a16:creationId xmlns:a16="http://schemas.microsoft.com/office/drawing/2014/main" id="{DCAA8F03-6E5C-4AEE-B07E-BFD991CD7E56}"/>
                </a:ext>
              </a:extLst>
            </p:cNvPr>
            <p:cNvSpPr>
              <a:spLocks noChangeArrowheads="1"/>
            </p:cNvSpPr>
            <p:nvPr/>
          </p:nvSpPr>
          <p:spPr bwMode="auto">
            <a:xfrm>
              <a:off x="4574" y="2352"/>
              <a:ext cx="1136" cy="484"/>
            </a:xfrm>
            <a:prstGeom prst="rect">
              <a:avLst/>
            </a:prstGeom>
            <a:ln w="25400">
              <a:solidFill>
                <a:srgbClr val="01050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7" name="Line 5">
              <a:extLst>
                <a:ext uri="{FF2B5EF4-FFF2-40B4-BE49-F238E27FC236}">
                  <a16:creationId xmlns:a16="http://schemas.microsoft.com/office/drawing/2014/main" id="{C5F399F6-17EF-495F-808C-6E5BEFF831EB}"/>
                </a:ext>
              </a:extLst>
            </p:cNvPr>
            <p:cNvSpPr>
              <a:spLocks noChangeShapeType="1"/>
            </p:cNvSpPr>
            <p:nvPr/>
          </p:nvSpPr>
          <p:spPr bwMode="auto">
            <a:xfrm>
              <a:off x="4030" y="2593"/>
              <a:ext cx="554" cy="11"/>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8" name="Rectangle 6">
              <a:extLst>
                <a:ext uri="{FF2B5EF4-FFF2-40B4-BE49-F238E27FC236}">
                  <a16:creationId xmlns:a16="http://schemas.microsoft.com/office/drawing/2014/main" id="{FB5A4BE0-AB66-498B-83E7-2532A1A96C72}"/>
                </a:ext>
              </a:extLst>
            </p:cNvPr>
            <p:cNvSpPr>
              <a:spLocks noChangeArrowheads="1"/>
            </p:cNvSpPr>
            <p:nvPr/>
          </p:nvSpPr>
          <p:spPr bwMode="auto">
            <a:xfrm>
              <a:off x="4626" y="2372"/>
              <a:ext cx="119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chemeClr val="hlink"/>
                  </a:solidFill>
                  <a:latin typeface="宋体" panose="02010600030101010101" pitchFamily="2" charset="-122"/>
                </a:rPr>
                <a:t>数据终点</a:t>
              </a:r>
              <a:endParaRPr lang="zh-CN" altLang="en-US" sz="3200" b="1">
                <a:latin typeface="宋体" panose="02010600030101010101" pitchFamily="2" charset="-122"/>
              </a:endParaRPr>
            </a:p>
          </p:txBody>
        </p:sp>
        <p:sp>
          <p:nvSpPr>
            <p:cNvPr id="13319" name="Rectangle 7">
              <a:extLst>
                <a:ext uri="{FF2B5EF4-FFF2-40B4-BE49-F238E27FC236}">
                  <a16:creationId xmlns:a16="http://schemas.microsoft.com/office/drawing/2014/main" id="{69DA0E37-171B-4738-95AD-F6949D5DE016}"/>
                </a:ext>
              </a:extLst>
            </p:cNvPr>
            <p:cNvSpPr>
              <a:spLocks noChangeArrowheads="1"/>
            </p:cNvSpPr>
            <p:nvPr/>
          </p:nvSpPr>
          <p:spPr bwMode="auto">
            <a:xfrm>
              <a:off x="4276" y="1546"/>
              <a:ext cx="142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rgbClr val="E80029"/>
                  </a:solidFill>
                  <a:latin typeface="宋体" panose="02010600030101010101" pitchFamily="2" charset="-122"/>
                </a:rPr>
                <a:t>没有输出！</a:t>
              </a:r>
              <a:endParaRPr lang="zh-CN" altLang="en-US" sz="3200" b="1">
                <a:latin typeface="宋体" panose="02010600030101010101" pitchFamily="2" charset="-122"/>
              </a:endParaRPr>
            </a:p>
          </p:txBody>
        </p:sp>
        <p:sp>
          <p:nvSpPr>
            <p:cNvPr id="13320" name="Line 8">
              <a:extLst>
                <a:ext uri="{FF2B5EF4-FFF2-40B4-BE49-F238E27FC236}">
                  <a16:creationId xmlns:a16="http://schemas.microsoft.com/office/drawing/2014/main" id="{86583680-30B8-4EC5-B1F7-0012D968A161}"/>
                </a:ext>
              </a:extLst>
            </p:cNvPr>
            <p:cNvSpPr>
              <a:spLocks noChangeShapeType="1"/>
            </p:cNvSpPr>
            <p:nvPr/>
          </p:nvSpPr>
          <p:spPr bwMode="auto">
            <a:xfrm>
              <a:off x="3874" y="1622"/>
              <a:ext cx="384" cy="432"/>
            </a:xfrm>
            <a:prstGeom prst="line">
              <a:avLst/>
            </a:prstGeom>
            <a:noFill/>
            <a:ln w="381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1" name="Line 9">
              <a:extLst>
                <a:ext uri="{FF2B5EF4-FFF2-40B4-BE49-F238E27FC236}">
                  <a16:creationId xmlns:a16="http://schemas.microsoft.com/office/drawing/2014/main" id="{2AB87F97-0710-4C4D-9E28-1E014863D156}"/>
                </a:ext>
              </a:extLst>
            </p:cNvPr>
            <p:cNvSpPr>
              <a:spLocks noChangeShapeType="1"/>
            </p:cNvSpPr>
            <p:nvPr/>
          </p:nvSpPr>
          <p:spPr bwMode="auto">
            <a:xfrm flipH="1">
              <a:off x="3862" y="1670"/>
              <a:ext cx="300" cy="384"/>
            </a:xfrm>
            <a:prstGeom prst="line">
              <a:avLst/>
            </a:prstGeom>
            <a:noFill/>
            <a:ln w="381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2" name="Line 10">
              <a:extLst>
                <a:ext uri="{FF2B5EF4-FFF2-40B4-BE49-F238E27FC236}">
                  <a16:creationId xmlns:a16="http://schemas.microsoft.com/office/drawing/2014/main" id="{CF2BF183-C5F4-4C2F-BEA0-D845615F9FD5}"/>
                </a:ext>
              </a:extLst>
            </p:cNvPr>
            <p:cNvSpPr>
              <a:spLocks noChangeShapeType="1"/>
            </p:cNvSpPr>
            <p:nvPr/>
          </p:nvSpPr>
          <p:spPr bwMode="auto">
            <a:xfrm>
              <a:off x="2770" y="2304"/>
              <a:ext cx="400" cy="432"/>
            </a:xfrm>
            <a:prstGeom prst="line">
              <a:avLst/>
            </a:prstGeom>
            <a:noFill/>
            <a:ln w="381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3" name="Line 11">
              <a:extLst>
                <a:ext uri="{FF2B5EF4-FFF2-40B4-BE49-F238E27FC236}">
                  <a16:creationId xmlns:a16="http://schemas.microsoft.com/office/drawing/2014/main" id="{9B2C8FB1-41FD-426F-AD90-3C9CD5EF293E}"/>
                </a:ext>
              </a:extLst>
            </p:cNvPr>
            <p:cNvSpPr>
              <a:spLocks noChangeShapeType="1"/>
            </p:cNvSpPr>
            <p:nvPr/>
          </p:nvSpPr>
          <p:spPr bwMode="auto">
            <a:xfrm flipH="1">
              <a:off x="2786" y="2352"/>
              <a:ext cx="320" cy="384"/>
            </a:xfrm>
            <a:prstGeom prst="line">
              <a:avLst/>
            </a:prstGeom>
            <a:noFill/>
            <a:ln w="381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4" name="Line 12">
              <a:extLst>
                <a:ext uri="{FF2B5EF4-FFF2-40B4-BE49-F238E27FC236}">
                  <a16:creationId xmlns:a16="http://schemas.microsoft.com/office/drawing/2014/main" id="{A88A0C4B-F917-4679-ABF9-2A1008A9D160}"/>
                </a:ext>
              </a:extLst>
            </p:cNvPr>
            <p:cNvSpPr>
              <a:spLocks noChangeShapeType="1"/>
            </p:cNvSpPr>
            <p:nvPr/>
          </p:nvSpPr>
          <p:spPr bwMode="auto">
            <a:xfrm>
              <a:off x="2485" y="1776"/>
              <a:ext cx="607" cy="8"/>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5" name="Oval 13">
              <a:extLst>
                <a:ext uri="{FF2B5EF4-FFF2-40B4-BE49-F238E27FC236}">
                  <a16:creationId xmlns:a16="http://schemas.microsoft.com/office/drawing/2014/main" id="{7B5CA100-71EB-44BB-B39D-9A1B7211C160}"/>
                </a:ext>
              </a:extLst>
            </p:cNvPr>
            <p:cNvSpPr>
              <a:spLocks noChangeArrowheads="1"/>
            </p:cNvSpPr>
            <p:nvPr/>
          </p:nvSpPr>
          <p:spPr bwMode="auto">
            <a:xfrm>
              <a:off x="3054" y="1440"/>
              <a:ext cx="700" cy="624"/>
            </a:xfrm>
            <a:prstGeom prst="ellipse">
              <a:avLst/>
            </a:prstGeom>
            <a:noFill/>
            <a:ln w="12700">
              <a:solidFill>
                <a:srgbClr val="01050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3326" name="Text Box 14">
              <a:extLst>
                <a:ext uri="{FF2B5EF4-FFF2-40B4-BE49-F238E27FC236}">
                  <a16:creationId xmlns:a16="http://schemas.microsoft.com/office/drawing/2014/main" id="{8BD4BBC4-5F6D-4BB3-906B-A9D7472C183C}"/>
                </a:ext>
              </a:extLst>
            </p:cNvPr>
            <p:cNvSpPr txBox="1">
              <a:spLocks noChangeArrowheads="1"/>
            </p:cNvSpPr>
            <p:nvPr/>
          </p:nvSpPr>
          <p:spPr bwMode="auto">
            <a:xfrm>
              <a:off x="3150" y="1584"/>
              <a:ext cx="64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1050F"/>
                  </a:solidFill>
                  <a:miter lim="800000"/>
                  <a:headEnd type="none" w="sm" len="sm"/>
                  <a:tailEnd type="none" w="sm" len="sm"/>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a:spAutoFit/>
            </a:bodyPr>
            <a:lstStyle/>
            <a:p>
              <a:pPr eaLnBrk="0" hangingPunct="0"/>
              <a:r>
                <a:rPr lang="zh-CN" altLang="en-US" sz="2800" b="1">
                  <a:solidFill>
                    <a:srgbClr val="01050F"/>
                  </a:solidFill>
                  <a:effectLst>
                    <a:outerShdw blurRad="38100" dist="38100" dir="2700000" algn="tl">
                      <a:srgbClr val="C0C0C0"/>
                    </a:outerShdw>
                  </a:effectLst>
                  <a:latin typeface="宋体" panose="02010600030101010101" pitchFamily="2" charset="-122"/>
                </a:rPr>
                <a:t>加工</a:t>
              </a:r>
              <a:endParaRPr lang="zh-CN" altLang="en-US">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13327" name="Oval 15">
              <a:extLst>
                <a:ext uri="{FF2B5EF4-FFF2-40B4-BE49-F238E27FC236}">
                  <a16:creationId xmlns:a16="http://schemas.microsoft.com/office/drawing/2014/main" id="{32F013D0-F013-4291-BF70-016E47D79AA1}"/>
                </a:ext>
              </a:extLst>
            </p:cNvPr>
            <p:cNvSpPr>
              <a:spLocks noChangeArrowheads="1"/>
            </p:cNvSpPr>
            <p:nvPr/>
          </p:nvSpPr>
          <p:spPr bwMode="auto">
            <a:xfrm>
              <a:off x="3312" y="2256"/>
              <a:ext cx="720" cy="663"/>
            </a:xfrm>
            <a:prstGeom prst="ellipse">
              <a:avLst/>
            </a:prstGeom>
            <a:noFill/>
            <a:ln w="12700">
              <a:solidFill>
                <a:srgbClr val="01050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3328" name="Rectangle 16">
              <a:extLst>
                <a:ext uri="{FF2B5EF4-FFF2-40B4-BE49-F238E27FC236}">
                  <a16:creationId xmlns:a16="http://schemas.microsoft.com/office/drawing/2014/main" id="{57481607-6FC3-4547-A1E8-C2D7CEF0F11A}"/>
                </a:ext>
              </a:extLst>
            </p:cNvPr>
            <p:cNvSpPr>
              <a:spLocks noChangeArrowheads="1"/>
            </p:cNvSpPr>
            <p:nvPr/>
          </p:nvSpPr>
          <p:spPr bwMode="auto">
            <a:xfrm>
              <a:off x="1594" y="2304"/>
              <a:ext cx="147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rgbClr val="E80029"/>
                  </a:solidFill>
                  <a:latin typeface="宋体" panose="02010600030101010101" pitchFamily="2" charset="-122"/>
                </a:rPr>
                <a:t>没有输入！</a:t>
              </a:r>
              <a:endParaRPr lang="zh-CN" altLang="en-US" sz="3200" b="1">
                <a:latin typeface="宋体" panose="02010600030101010101" pitchFamily="2" charset="-122"/>
              </a:endParaRPr>
            </a:p>
          </p:txBody>
        </p:sp>
        <p:sp>
          <p:nvSpPr>
            <p:cNvPr id="13329" name="Text Box 17">
              <a:extLst>
                <a:ext uri="{FF2B5EF4-FFF2-40B4-BE49-F238E27FC236}">
                  <a16:creationId xmlns:a16="http://schemas.microsoft.com/office/drawing/2014/main" id="{F9FCEE0C-934F-4E55-8047-625054074CDE}"/>
                </a:ext>
              </a:extLst>
            </p:cNvPr>
            <p:cNvSpPr txBox="1">
              <a:spLocks noChangeArrowheads="1"/>
            </p:cNvSpPr>
            <p:nvPr/>
          </p:nvSpPr>
          <p:spPr bwMode="auto">
            <a:xfrm>
              <a:off x="3418" y="2400"/>
              <a:ext cx="56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1050F"/>
                  </a:solidFill>
                  <a:miter lim="800000"/>
                  <a:headEnd type="none" w="sm" len="sm"/>
                  <a:tailEnd type="none" w="sm" len="sm"/>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a:spAutoFit/>
            </a:bodyPr>
            <a:lstStyle/>
            <a:p>
              <a:pPr eaLnBrk="0" hangingPunct="0"/>
              <a:r>
                <a:rPr lang="zh-CN" altLang="en-US" sz="2800" b="1">
                  <a:solidFill>
                    <a:srgbClr val="01050F"/>
                  </a:solidFill>
                  <a:effectLst>
                    <a:outerShdw blurRad="38100" dist="38100" dir="2700000" algn="tl">
                      <a:srgbClr val="C0C0C0"/>
                    </a:outerShdw>
                  </a:effectLst>
                  <a:latin typeface="宋体" panose="02010600030101010101" pitchFamily="2" charset="-122"/>
                </a:rPr>
                <a:t>加工</a:t>
              </a:r>
              <a:endParaRPr lang="zh-CN" altLang="en-US">
                <a:solidFill>
                  <a:srgbClr val="01050F"/>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13330" name="AutoShape 18">
              <a:extLst>
                <a:ext uri="{FF2B5EF4-FFF2-40B4-BE49-F238E27FC236}">
                  <a16:creationId xmlns:a16="http://schemas.microsoft.com/office/drawing/2014/main" id="{1141F7AA-43B2-4F45-BBA0-A0A19C5F17D1}"/>
                </a:ext>
              </a:extLst>
            </p:cNvPr>
            <p:cNvSpPr>
              <a:spLocks/>
            </p:cNvSpPr>
            <p:nvPr/>
          </p:nvSpPr>
          <p:spPr bwMode="auto">
            <a:xfrm>
              <a:off x="1354" y="1680"/>
              <a:ext cx="192" cy="1152"/>
            </a:xfrm>
            <a:prstGeom prst="leftBrace">
              <a:avLst>
                <a:gd name="adj1" fmla="val 54167"/>
                <a:gd name="adj2" fmla="val 49046"/>
              </a:avLst>
            </a:prstGeom>
            <a:noFill/>
            <a:ln w="38100">
              <a:solidFill>
                <a:srgbClr val="01050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3331" name="Text Box 19">
              <a:extLst>
                <a:ext uri="{FF2B5EF4-FFF2-40B4-BE49-F238E27FC236}">
                  <a16:creationId xmlns:a16="http://schemas.microsoft.com/office/drawing/2014/main" id="{CDC121EA-4FE1-4363-84EF-6484C988D757}"/>
                </a:ext>
              </a:extLst>
            </p:cNvPr>
            <p:cNvSpPr txBox="1">
              <a:spLocks noChangeArrowheads="1"/>
            </p:cNvSpPr>
            <p:nvPr/>
          </p:nvSpPr>
          <p:spPr bwMode="auto">
            <a:xfrm>
              <a:off x="40" y="1910"/>
              <a:ext cx="1296" cy="986"/>
            </a:xfrm>
            <a:prstGeom prst="rect">
              <a:avLst/>
            </a:prstGeom>
            <a:noFill/>
            <a:ln w="12700">
              <a:solidFill>
                <a:srgbClr val="01050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spAutoFit/>
            </a:bodyPr>
            <a:lstStyle/>
            <a:p>
              <a:r>
                <a:rPr lang="zh-CN" altLang="en-US" b="1">
                  <a:solidFill>
                    <a:srgbClr val="01050F"/>
                  </a:solidFill>
                  <a:latin typeface="宋体" panose="02010600030101010101" pitchFamily="2" charset="-122"/>
                </a:rPr>
                <a:t>每个加工至少有一个输入数</a:t>
              </a:r>
            </a:p>
            <a:p>
              <a:r>
                <a:rPr lang="zh-CN" altLang="en-US" b="1">
                  <a:solidFill>
                    <a:srgbClr val="01050F"/>
                  </a:solidFill>
                  <a:latin typeface="宋体" panose="02010600030101010101" pitchFamily="2" charset="-122"/>
                </a:rPr>
                <a:t>据流和一个输出数据流</a:t>
              </a:r>
            </a:p>
          </p:txBody>
        </p:sp>
      </p:grpSp>
      <p:sp>
        <p:nvSpPr>
          <p:cNvPr id="13332" name="Rectangle 20">
            <a:extLst>
              <a:ext uri="{FF2B5EF4-FFF2-40B4-BE49-F238E27FC236}">
                <a16:creationId xmlns:a16="http://schemas.microsoft.com/office/drawing/2014/main" id="{87F79701-A1BD-4E05-9CF2-319ACCC40379}"/>
              </a:ext>
            </a:extLst>
          </p:cNvPr>
          <p:cNvSpPr>
            <a:spLocks noGrp="1" noChangeArrowheads="1"/>
          </p:cNvSpPr>
          <p:nvPr>
            <p:ph type="title"/>
          </p:nvPr>
        </p:nvSpPr>
        <p:spPr>
          <a:xfrm>
            <a:off x="1208088" y="609600"/>
            <a:ext cx="7227887" cy="1143000"/>
          </a:xfrm>
          <a:noFill/>
          <a:ln/>
        </p:spPr>
        <p:txBody>
          <a:bodyPr/>
          <a:lstStyle/>
          <a:p>
            <a:r>
              <a:rPr lang="zh-CN" altLang="en-US" sz="4000" b="1"/>
              <a:t>几种错误</a:t>
            </a:r>
            <a:r>
              <a:rPr lang="en-US" altLang="zh-CN" sz="4000" b="1"/>
              <a:t>(1)</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6386" name="Rectangle 2">
            <a:extLst>
              <a:ext uri="{FF2B5EF4-FFF2-40B4-BE49-F238E27FC236}">
                <a16:creationId xmlns:a16="http://schemas.microsoft.com/office/drawing/2014/main" id="{E17BEE1C-F11D-4C32-8F61-D0CD4E572810}"/>
              </a:ext>
            </a:extLst>
          </p:cNvPr>
          <p:cNvSpPr>
            <a:spLocks noChangeArrowheads="1"/>
          </p:cNvSpPr>
          <p:nvPr/>
        </p:nvSpPr>
        <p:spPr bwMode="auto">
          <a:xfrm>
            <a:off x="1308100" y="2268538"/>
            <a:ext cx="1422400" cy="723900"/>
          </a:xfrm>
          <a:prstGeom prst="rect">
            <a:avLst/>
          </a:prstGeom>
          <a:ln w="25400">
            <a:solidFill>
              <a:srgbClr val="01050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zh-CN" altLang="en-US" sz="3200" b="1">
                <a:solidFill>
                  <a:schemeClr val="hlink"/>
                </a:solidFill>
                <a:latin typeface="宋体" panose="02010600030101010101" pitchFamily="2" charset="-122"/>
              </a:rPr>
              <a:t>数据源</a:t>
            </a:r>
            <a:endParaRPr lang="zh-CN" altLang="en-US" sz="3200" b="1">
              <a:latin typeface="宋体" panose="02010600030101010101" pitchFamily="2" charset="-122"/>
            </a:endParaRPr>
          </a:p>
        </p:txBody>
      </p:sp>
      <p:sp useBgFill="1">
        <p:nvSpPr>
          <p:cNvPr id="16387" name="Rectangle 3">
            <a:extLst>
              <a:ext uri="{FF2B5EF4-FFF2-40B4-BE49-F238E27FC236}">
                <a16:creationId xmlns:a16="http://schemas.microsoft.com/office/drawing/2014/main" id="{E92D6787-7ABA-457C-B837-2B344B692979}"/>
              </a:ext>
            </a:extLst>
          </p:cNvPr>
          <p:cNvSpPr>
            <a:spLocks noChangeArrowheads="1"/>
          </p:cNvSpPr>
          <p:nvPr/>
        </p:nvSpPr>
        <p:spPr bwMode="auto">
          <a:xfrm>
            <a:off x="3917950" y="2209800"/>
            <a:ext cx="1679575" cy="723900"/>
          </a:xfrm>
          <a:prstGeom prst="rect">
            <a:avLst/>
          </a:prstGeom>
          <a:ln w="25400">
            <a:solidFill>
              <a:srgbClr val="01050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zh-CN" altLang="en-US" sz="3200" b="1">
                <a:solidFill>
                  <a:schemeClr val="hlink"/>
                </a:solidFill>
                <a:latin typeface="宋体" panose="02010600030101010101" pitchFamily="2" charset="-122"/>
              </a:rPr>
              <a:t>数据终点</a:t>
            </a:r>
            <a:endParaRPr lang="zh-CN" altLang="en-US" sz="3200" b="1">
              <a:latin typeface="宋体" panose="02010600030101010101" pitchFamily="2" charset="-122"/>
            </a:endParaRPr>
          </a:p>
        </p:txBody>
      </p:sp>
      <p:sp>
        <p:nvSpPr>
          <p:cNvPr id="16388" name="Line 4">
            <a:extLst>
              <a:ext uri="{FF2B5EF4-FFF2-40B4-BE49-F238E27FC236}">
                <a16:creationId xmlns:a16="http://schemas.microsoft.com/office/drawing/2014/main" id="{8D507DF7-ABFA-4103-9D6E-F2E0405EA52D}"/>
              </a:ext>
            </a:extLst>
          </p:cNvPr>
          <p:cNvSpPr>
            <a:spLocks noChangeShapeType="1"/>
          </p:cNvSpPr>
          <p:nvPr/>
        </p:nvSpPr>
        <p:spPr bwMode="auto">
          <a:xfrm>
            <a:off x="2774950" y="2578100"/>
            <a:ext cx="1114425" cy="1270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16389" name="Rectangle 5">
            <a:extLst>
              <a:ext uri="{FF2B5EF4-FFF2-40B4-BE49-F238E27FC236}">
                <a16:creationId xmlns:a16="http://schemas.microsoft.com/office/drawing/2014/main" id="{D778066E-5C39-4671-A834-86ACAE42D640}"/>
              </a:ext>
            </a:extLst>
          </p:cNvPr>
          <p:cNvSpPr>
            <a:spLocks noChangeArrowheads="1"/>
          </p:cNvSpPr>
          <p:nvPr/>
        </p:nvSpPr>
        <p:spPr bwMode="auto">
          <a:xfrm>
            <a:off x="1289050" y="3200400"/>
            <a:ext cx="1422400" cy="700088"/>
          </a:xfrm>
          <a:prstGeom prst="rect">
            <a:avLst/>
          </a:prstGeom>
          <a:ln w="25400">
            <a:solidFill>
              <a:srgbClr val="01050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0" name="Line 6">
            <a:extLst>
              <a:ext uri="{FF2B5EF4-FFF2-40B4-BE49-F238E27FC236}">
                <a16:creationId xmlns:a16="http://schemas.microsoft.com/office/drawing/2014/main" id="{43DD1978-18C7-4E38-B391-6618C6343DA9}"/>
              </a:ext>
            </a:extLst>
          </p:cNvPr>
          <p:cNvSpPr>
            <a:spLocks noChangeShapeType="1"/>
          </p:cNvSpPr>
          <p:nvPr/>
        </p:nvSpPr>
        <p:spPr bwMode="auto">
          <a:xfrm>
            <a:off x="2755900" y="3492500"/>
            <a:ext cx="1114425" cy="1270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1" name="Rectangle 7">
            <a:extLst>
              <a:ext uri="{FF2B5EF4-FFF2-40B4-BE49-F238E27FC236}">
                <a16:creationId xmlns:a16="http://schemas.microsoft.com/office/drawing/2014/main" id="{20480C5A-0321-4A95-A12C-305A6DFF8CF8}"/>
              </a:ext>
            </a:extLst>
          </p:cNvPr>
          <p:cNvSpPr>
            <a:spLocks noChangeArrowheads="1"/>
          </p:cNvSpPr>
          <p:nvPr/>
        </p:nvSpPr>
        <p:spPr bwMode="auto">
          <a:xfrm>
            <a:off x="1276350" y="3200400"/>
            <a:ext cx="14081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en-US" sz="3200" b="1">
                <a:solidFill>
                  <a:schemeClr val="hlink"/>
                </a:solidFill>
                <a:latin typeface="宋体" panose="02010600030101010101" pitchFamily="2" charset="-122"/>
              </a:rPr>
              <a:t>数据源</a:t>
            </a:r>
            <a:endParaRPr lang="zh-CN" altLang="en-US" sz="3200" b="1">
              <a:latin typeface="宋体" panose="02010600030101010101" pitchFamily="2" charset="-122"/>
            </a:endParaRPr>
          </a:p>
        </p:txBody>
      </p:sp>
      <p:sp>
        <p:nvSpPr>
          <p:cNvPr id="16392" name="Line 8">
            <a:extLst>
              <a:ext uri="{FF2B5EF4-FFF2-40B4-BE49-F238E27FC236}">
                <a16:creationId xmlns:a16="http://schemas.microsoft.com/office/drawing/2014/main" id="{7EC794EC-7A42-4F6A-93DC-DFD68F8D5ED0}"/>
              </a:ext>
            </a:extLst>
          </p:cNvPr>
          <p:cNvSpPr>
            <a:spLocks noChangeShapeType="1"/>
          </p:cNvSpPr>
          <p:nvPr/>
        </p:nvSpPr>
        <p:spPr bwMode="auto">
          <a:xfrm>
            <a:off x="4038600" y="3790950"/>
            <a:ext cx="1447800" cy="1588"/>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3" name="Rectangle 9">
            <a:extLst>
              <a:ext uri="{FF2B5EF4-FFF2-40B4-BE49-F238E27FC236}">
                <a16:creationId xmlns:a16="http://schemas.microsoft.com/office/drawing/2014/main" id="{9F46F694-E962-4A79-AEF2-9CD80A83DF4C}"/>
              </a:ext>
            </a:extLst>
          </p:cNvPr>
          <p:cNvSpPr>
            <a:spLocks noChangeArrowheads="1"/>
          </p:cNvSpPr>
          <p:nvPr/>
        </p:nvSpPr>
        <p:spPr bwMode="auto">
          <a:xfrm>
            <a:off x="3886200" y="3155950"/>
            <a:ext cx="18161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en-US" sz="3200" b="1">
                <a:solidFill>
                  <a:schemeClr val="hlink"/>
                </a:solidFill>
                <a:latin typeface="宋体" panose="02010600030101010101" pitchFamily="2" charset="-122"/>
              </a:rPr>
              <a:t>数据存储</a:t>
            </a:r>
            <a:endParaRPr lang="zh-CN" altLang="en-US" sz="3200" b="1">
              <a:latin typeface="宋体" panose="02010600030101010101" pitchFamily="2" charset="-122"/>
            </a:endParaRPr>
          </a:p>
        </p:txBody>
      </p:sp>
      <p:sp>
        <p:nvSpPr>
          <p:cNvPr id="16394" name="Line 10">
            <a:extLst>
              <a:ext uri="{FF2B5EF4-FFF2-40B4-BE49-F238E27FC236}">
                <a16:creationId xmlns:a16="http://schemas.microsoft.com/office/drawing/2014/main" id="{1DA28FF9-B325-49A2-895D-85FAD73F6700}"/>
              </a:ext>
            </a:extLst>
          </p:cNvPr>
          <p:cNvSpPr>
            <a:spLocks noChangeShapeType="1"/>
          </p:cNvSpPr>
          <p:nvPr/>
        </p:nvSpPr>
        <p:spPr bwMode="auto">
          <a:xfrm>
            <a:off x="3035300" y="2209800"/>
            <a:ext cx="552450" cy="579438"/>
          </a:xfrm>
          <a:prstGeom prst="line">
            <a:avLst/>
          </a:prstGeom>
          <a:noFill/>
          <a:ln w="381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5" name="Line 11">
            <a:extLst>
              <a:ext uri="{FF2B5EF4-FFF2-40B4-BE49-F238E27FC236}">
                <a16:creationId xmlns:a16="http://schemas.microsoft.com/office/drawing/2014/main" id="{672387A7-62A4-4CB6-A547-B8384BBB4F0B}"/>
              </a:ext>
            </a:extLst>
          </p:cNvPr>
          <p:cNvSpPr>
            <a:spLocks noChangeShapeType="1"/>
          </p:cNvSpPr>
          <p:nvPr/>
        </p:nvSpPr>
        <p:spPr bwMode="auto">
          <a:xfrm flipH="1">
            <a:off x="3054350" y="2209800"/>
            <a:ext cx="438150" cy="579438"/>
          </a:xfrm>
          <a:prstGeom prst="line">
            <a:avLst/>
          </a:prstGeom>
          <a:noFill/>
          <a:ln w="381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6" name="Line 12">
            <a:extLst>
              <a:ext uri="{FF2B5EF4-FFF2-40B4-BE49-F238E27FC236}">
                <a16:creationId xmlns:a16="http://schemas.microsoft.com/office/drawing/2014/main" id="{2F676C93-9573-411C-B474-3E611AA758B5}"/>
              </a:ext>
            </a:extLst>
          </p:cNvPr>
          <p:cNvSpPr>
            <a:spLocks noChangeShapeType="1"/>
          </p:cNvSpPr>
          <p:nvPr/>
        </p:nvSpPr>
        <p:spPr bwMode="auto">
          <a:xfrm>
            <a:off x="2908300" y="3200400"/>
            <a:ext cx="609600" cy="650875"/>
          </a:xfrm>
          <a:prstGeom prst="line">
            <a:avLst/>
          </a:prstGeom>
          <a:noFill/>
          <a:ln w="381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7" name="Line 13">
            <a:extLst>
              <a:ext uri="{FF2B5EF4-FFF2-40B4-BE49-F238E27FC236}">
                <a16:creationId xmlns:a16="http://schemas.microsoft.com/office/drawing/2014/main" id="{E8C67473-D121-4F3F-A83C-DC996A10FD2C}"/>
              </a:ext>
            </a:extLst>
          </p:cNvPr>
          <p:cNvSpPr>
            <a:spLocks noChangeShapeType="1"/>
          </p:cNvSpPr>
          <p:nvPr/>
        </p:nvSpPr>
        <p:spPr bwMode="auto">
          <a:xfrm flipH="1">
            <a:off x="2908300" y="3276600"/>
            <a:ext cx="457200" cy="579438"/>
          </a:xfrm>
          <a:prstGeom prst="line">
            <a:avLst/>
          </a:prstGeom>
          <a:noFill/>
          <a:ln w="381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16398" name="Rectangle 14">
            <a:extLst>
              <a:ext uri="{FF2B5EF4-FFF2-40B4-BE49-F238E27FC236}">
                <a16:creationId xmlns:a16="http://schemas.microsoft.com/office/drawing/2014/main" id="{EFAE0E32-08CB-46AD-8C9B-EE87100880C7}"/>
              </a:ext>
            </a:extLst>
          </p:cNvPr>
          <p:cNvSpPr>
            <a:spLocks noChangeArrowheads="1"/>
          </p:cNvSpPr>
          <p:nvPr/>
        </p:nvSpPr>
        <p:spPr bwMode="auto">
          <a:xfrm>
            <a:off x="3892550" y="4343400"/>
            <a:ext cx="1746250" cy="700088"/>
          </a:xfrm>
          <a:prstGeom prst="rect">
            <a:avLst/>
          </a:prstGeom>
          <a:ln w="25400">
            <a:solidFill>
              <a:srgbClr val="01050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9" name="Line 15">
            <a:extLst>
              <a:ext uri="{FF2B5EF4-FFF2-40B4-BE49-F238E27FC236}">
                <a16:creationId xmlns:a16="http://schemas.microsoft.com/office/drawing/2014/main" id="{1C1ADCBD-7244-4253-9D23-342B0F09B974}"/>
              </a:ext>
            </a:extLst>
          </p:cNvPr>
          <p:cNvSpPr>
            <a:spLocks noChangeShapeType="1"/>
          </p:cNvSpPr>
          <p:nvPr/>
        </p:nvSpPr>
        <p:spPr bwMode="auto">
          <a:xfrm>
            <a:off x="2749550" y="4572000"/>
            <a:ext cx="1108075" cy="1588"/>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0" name="Rectangle 16">
            <a:extLst>
              <a:ext uri="{FF2B5EF4-FFF2-40B4-BE49-F238E27FC236}">
                <a16:creationId xmlns:a16="http://schemas.microsoft.com/office/drawing/2014/main" id="{12A7462E-7E54-4F1D-B2DA-1AA3BE37E1BE}"/>
              </a:ext>
            </a:extLst>
          </p:cNvPr>
          <p:cNvSpPr>
            <a:spLocks noChangeArrowheads="1"/>
          </p:cNvSpPr>
          <p:nvPr/>
        </p:nvSpPr>
        <p:spPr bwMode="auto">
          <a:xfrm>
            <a:off x="3844925" y="4424363"/>
            <a:ext cx="18224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chemeClr val="hlink"/>
                </a:solidFill>
                <a:latin typeface="宋体" panose="02010600030101010101" pitchFamily="2" charset="-122"/>
              </a:rPr>
              <a:t>数据终点</a:t>
            </a:r>
            <a:endParaRPr lang="zh-CN" altLang="en-US" sz="3200" b="1">
              <a:latin typeface="宋体" panose="02010600030101010101" pitchFamily="2" charset="-122"/>
            </a:endParaRPr>
          </a:p>
        </p:txBody>
      </p:sp>
      <p:sp>
        <p:nvSpPr>
          <p:cNvPr id="16401" name="Line 17">
            <a:extLst>
              <a:ext uri="{FF2B5EF4-FFF2-40B4-BE49-F238E27FC236}">
                <a16:creationId xmlns:a16="http://schemas.microsoft.com/office/drawing/2014/main" id="{46783D75-A9FE-4A47-BCEF-0E056AF8378D}"/>
              </a:ext>
            </a:extLst>
          </p:cNvPr>
          <p:cNvSpPr>
            <a:spLocks noChangeShapeType="1"/>
          </p:cNvSpPr>
          <p:nvPr/>
        </p:nvSpPr>
        <p:spPr bwMode="auto">
          <a:xfrm>
            <a:off x="1219200" y="4953000"/>
            <a:ext cx="1447800" cy="1588"/>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2" name="Rectangle 18">
            <a:extLst>
              <a:ext uri="{FF2B5EF4-FFF2-40B4-BE49-F238E27FC236}">
                <a16:creationId xmlns:a16="http://schemas.microsoft.com/office/drawing/2014/main" id="{9F626E07-9A6A-4D5C-8568-4A39942BBB67}"/>
              </a:ext>
            </a:extLst>
          </p:cNvPr>
          <p:cNvSpPr>
            <a:spLocks noChangeArrowheads="1"/>
          </p:cNvSpPr>
          <p:nvPr/>
        </p:nvSpPr>
        <p:spPr bwMode="auto">
          <a:xfrm>
            <a:off x="990600" y="4238625"/>
            <a:ext cx="18161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en-US" sz="3200" b="1">
                <a:solidFill>
                  <a:schemeClr val="hlink"/>
                </a:solidFill>
                <a:latin typeface="宋体" panose="02010600030101010101" pitchFamily="2" charset="-122"/>
              </a:rPr>
              <a:t>数据存储</a:t>
            </a:r>
            <a:endParaRPr lang="zh-CN" altLang="en-US" sz="3200" b="1">
              <a:latin typeface="宋体" panose="02010600030101010101" pitchFamily="2" charset="-122"/>
            </a:endParaRPr>
          </a:p>
        </p:txBody>
      </p:sp>
      <p:sp>
        <p:nvSpPr>
          <p:cNvPr id="16403" name="Line 19">
            <a:extLst>
              <a:ext uri="{FF2B5EF4-FFF2-40B4-BE49-F238E27FC236}">
                <a16:creationId xmlns:a16="http://schemas.microsoft.com/office/drawing/2014/main" id="{96A8A8F0-8BD2-422A-B239-0B24C1A8A4E9}"/>
              </a:ext>
            </a:extLst>
          </p:cNvPr>
          <p:cNvSpPr>
            <a:spLocks noChangeShapeType="1"/>
          </p:cNvSpPr>
          <p:nvPr/>
        </p:nvSpPr>
        <p:spPr bwMode="auto">
          <a:xfrm>
            <a:off x="3155950" y="4267200"/>
            <a:ext cx="473075" cy="579438"/>
          </a:xfrm>
          <a:prstGeom prst="line">
            <a:avLst/>
          </a:prstGeom>
          <a:noFill/>
          <a:ln w="381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4" name="Line 20">
            <a:extLst>
              <a:ext uri="{FF2B5EF4-FFF2-40B4-BE49-F238E27FC236}">
                <a16:creationId xmlns:a16="http://schemas.microsoft.com/office/drawing/2014/main" id="{3BDFFD5E-8A58-41A8-ABF3-7552465F4FC6}"/>
              </a:ext>
            </a:extLst>
          </p:cNvPr>
          <p:cNvSpPr>
            <a:spLocks noChangeShapeType="1"/>
          </p:cNvSpPr>
          <p:nvPr/>
        </p:nvSpPr>
        <p:spPr bwMode="auto">
          <a:xfrm flipH="1">
            <a:off x="3019425" y="4267200"/>
            <a:ext cx="517525" cy="579438"/>
          </a:xfrm>
          <a:prstGeom prst="line">
            <a:avLst/>
          </a:prstGeom>
          <a:noFill/>
          <a:ln w="381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5" name="Line 21">
            <a:extLst>
              <a:ext uri="{FF2B5EF4-FFF2-40B4-BE49-F238E27FC236}">
                <a16:creationId xmlns:a16="http://schemas.microsoft.com/office/drawing/2014/main" id="{9C7819F0-E482-4849-BE1F-2CF8C8BB5378}"/>
              </a:ext>
            </a:extLst>
          </p:cNvPr>
          <p:cNvSpPr>
            <a:spLocks noChangeShapeType="1"/>
          </p:cNvSpPr>
          <p:nvPr/>
        </p:nvSpPr>
        <p:spPr bwMode="auto">
          <a:xfrm flipV="1">
            <a:off x="2641600" y="5702300"/>
            <a:ext cx="1190625" cy="1270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6" name="Line 22">
            <a:extLst>
              <a:ext uri="{FF2B5EF4-FFF2-40B4-BE49-F238E27FC236}">
                <a16:creationId xmlns:a16="http://schemas.microsoft.com/office/drawing/2014/main" id="{6687B501-04C1-465E-B214-8A65C7C132CD}"/>
              </a:ext>
            </a:extLst>
          </p:cNvPr>
          <p:cNvSpPr>
            <a:spLocks noChangeShapeType="1"/>
          </p:cNvSpPr>
          <p:nvPr/>
        </p:nvSpPr>
        <p:spPr bwMode="auto">
          <a:xfrm>
            <a:off x="3962400" y="5946775"/>
            <a:ext cx="1447800" cy="1588"/>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7" name="Rectangle 23">
            <a:extLst>
              <a:ext uri="{FF2B5EF4-FFF2-40B4-BE49-F238E27FC236}">
                <a16:creationId xmlns:a16="http://schemas.microsoft.com/office/drawing/2014/main" id="{12AE39C0-B3E2-405B-89F0-F018E72193E4}"/>
              </a:ext>
            </a:extLst>
          </p:cNvPr>
          <p:cNvSpPr>
            <a:spLocks noChangeArrowheads="1"/>
          </p:cNvSpPr>
          <p:nvPr/>
        </p:nvSpPr>
        <p:spPr bwMode="auto">
          <a:xfrm>
            <a:off x="3810000" y="5276850"/>
            <a:ext cx="18161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en-US" sz="3200" b="1">
                <a:solidFill>
                  <a:schemeClr val="hlink"/>
                </a:solidFill>
                <a:latin typeface="宋体" panose="02010600030101010101" pitchFamily="2" charset="-122"/>
              </a:rPr>
              <a:t>数据存储</a:t>
            </a:r>
            <a:endParaRPr lang="zh-CN" altLang="en-US" sz="3200" b="1">
              <a:latin typeface="宋体" panose="02010600030101010101" pitchFamily="2" charset="-122"/>
            </a:endParaRPr>
          </a:p>
        </p:txBody>
      </p:sp>
      <p:sp>
        <p:nvSpPr>
          <p:cNvPr id="16408" name="Line 24">
            <a:extLst>
              <a:ext uri="{FF2B5EF4-FFF2-40B4-BE49-F238E27FC236}">
                <a16:creationId xmlns:a16="http://schemas.microsoft.com/office/drawing/2014/main" id="{4C560E02-4533-44BA-86B1-33F835DFB460}"/>
              </a:ext>
            </a:extLst>
          </p:cNvPr>
          <p:cNvSpPr>
            <a:spLocks noChangeShapeType="1"/>
          </p:cNvSpPr>
          <p:nvPr/>
        </p:nvSpPr>
        <p:spPr bwMode="auto">
          <a:xfrm>
            <a:off x="2978150" y="5410200"/>
            <a:ext cx="625475" cy="579438"/>
          </a:xfrm>
          <a:prstGeom prst="line">
            <a:avLst/>
          </a:prstGeom>
          <a:noFill/>
          <a:ln w="381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9" name="Line 25">
            <a:extLst>
              <a:ext uri="{FF2B5EF4-FFF2-40B4-BE49-F238E27FC236}">
                <a16:creationId xmlns:a16="http://schemas.microsoft.com/office/drawing/2014/main" id="{D9E59967-7EDD-4BE9-911F-C638D0EAB72E}"/>
              </a:ext>
            </a:extLst>
          </p:cNvPr>
          <p:cNvSpPr>
            <a:spLocks noChangeShapeType="1"/>
          </p:cNvSpPr>
          <p:nvPr/>
        </p:nvSpPr>
        <p:spPr bwMode="auto">
          <a:xfrm flipH="1">
            <a:off x="2994025" y="5410200"/>
            <a:ext cx="593725" cy="579438"/>
          </a:xfrm>
          <a:prstGeom prst="line">
            <a:avLst/>
          </a:prstGeom>
          <a:noFill/>
          <a:ln w="381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10" name="Line 26">
            <a:extLst>
              <a:ext uri="{FF2B5EF4-FFF2-40B4-BE49-F238E27FC236}">
                <a16:creationId xmlns:a16="http://schemas.microsoft.com/office/drawing/2014/main" id="{CA0FFDC9-5F13-4486-8377-EE360E37A566}"/>
              </a:ext>
            </a:extLst>
          </p:cNvPr>
          <p:cNvSpPr>
            <a:spLocks noChangeShapeType="1"/>
          </p:cNvSpPr>
          <p:nvPr/>
        </p:nvSpPr>
        <p:spPr bwMode="auto">
          <a:xfrm>
            <a:off x="1171575" y="5915025"/>
            <a:ext cx="1447800" cy="1588"/>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11" name="Rectangle 27">
            <a:extLst>
              <a:ext uri="{FF2B5EF4-FFF2-40B4-BE49-F238E27FC236}">
                <a16:creationId xmlns:a16="http://schemas.microsoft.com/office/drawing/2014/main" id="{D29EE0D5-5B77-4ACB-A5AF-ECD59B3CC718}"/>
              </a:ext>
            </a:extLst>
          </p:cNvPr>
          <p:cNvSpPr>
            <a:spLocks noChangeArrowheads="1"/>
          </p:cNvSpPr>
          <p:nvPr/>
        </p:nvSpPr>
        <p:spPr bwMode="auto">
          <a:xfrm>
            <a:off x="990600" y="5257800"/>
            <a:ext cx="18161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en-US" sz="3200" b="1">
                <a:solidFill>
                  <a:schemeClr val="hlink"/>
                </a:solidFill>
                <a:latin typeface="宋体" panose="02010600030101010101" pitchFamily="2" charset="-122"/>
              </a:rPr>
              <a:t>数据存储</a:t>
            </a:r>
          </a:p>
        </p:txBody>
      </p:sp>
      <p:sp>
        <p:nvSpPr>
          <p:cNvPr id="16412" name="Text Box 28">
            <a:extLst>
              <a:ext uri="{FF2B5EF4-FFF2-40B4-BE49-F238E27FC236}">
                <a16:creationId xmlns:a16="http://schemas.microsoft.com/office/drawing/2014/main" id="{D515A364-576C-4133-9D65-2BD075969B66}"/>
              </a:ext>
            </a:extLst>
          </p:cNvPr>
          <p:cNvSpPr txBox="1">
            <a:spLocks noChangeArrowheads="1"/>
          </p:cNvSpPr>
          <p:nvPr/>
        </p:nvSpPr>
        <p:spPr bwMode="auto">
          <a:xfrm>
            <a:off x="6178550" y="2667000"/>
            <a:ext cx="2965450" cy="2660650"/>
          </a:xfrm>
          <a:prstGeom prst="rect">
            <a:avLst/>
          </a:prstGeom>
          <a:noFill/>
          <a:ln w="12700">
            <a:solidFill>
              <a:srgbClr val="0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spAutoFit/>
          </a:bodyPr>
          <a:lstStyle/>
          <a:p>
            <a:pPr eaLnBrk="0" hangingPunct="0"/>
            <a:r>
              <a:rPr lang="zh-CN" altLang="en-US" b="1">
                <a:solidFill>
                  <a:srgbClr val="01050F"/>
                </a:solidFill>
                <a:latin typeface="宋体" panose="02010600030101010101" pitchFamily="2" charset="-122"/>
              </a:rPr>
              <a:t>数据流必须要么从某个加工流出、要么流入某个加工，而不能直接从外部项流向数据存储等等。</a:t>
            </a:r>
          </a:p>
          <a:p>
            <a:pPr eaLnBrk="0" hangingPunct="0"/>
            <a:r>
              <a:rPr lang="zh-CN" altLang="en-US" b="1">
                <a:solidFill>
                  <a:srgbClr val="01050F"/>
                </a:solidFill>
                <a:latin typeface="宋体" panose="02010600030101010101" pitchFamily="2" charset="-122"/>
              </a:rPr>
              <a:t>图示的几种流动都是不合理的</a:t>
            </a:r>
            <a:endParaRPr lang="zh-CN" altLang="en-US" b="1">
              <a:solidFill>
                <a:srgbClr val="FF0000"/>
              </a:solidFill>
              <a:latin typeface="宋体" panose="02010600030101010101" pitchFamily="2" charset="-122"/>
            </a:endParaRPr>
          </a:p>
        </p:txBody>
      </p:sp>
      <p:sp>
        <p:nvSpPr>
          <p:cNvPr id="16413" name="AutoShape 29">
            <a:extLst>
              <a:ext uri="{FF2B5EF4-FFF2-40B4-BE49-F238E27FC236}">
                <a16:creationId xmlns:a16="http://schemas.microsoft.com/office/drawing/2014/main" id="{63831F4D-6DCF-41F8-97AC-3ECE2A3498C8}"/>
              </a:ext>
            </a:extLst>
          </p:cNvPr>
          <p:cNvSpPr>
            <a:spLocks/>
          </p:cNvSpPr>
          <p:nvPr/>
        </p:nvSpPr>
        <p:spPr bwMode="auto">
          <a:xfrm>
            <a:off x="5568950" y="2209800"/>
            <a:ext cx="381000" cy="3835400"/>
          </a:xfrm>
          <a:prstGeom prst="rightBrace">
            <a:avLst>
              <a:gd name="adj1" fmla="val 83889"/>
              <a:gd name="adj2" fmla="val 50000"/>
            </a:avLst>
          </a:prstGeom>
          <a:noFill/>
          <a:ln w="38100">
            <a:solidFill>
              <a:srgbClr val="01050F"/>
            </a:solidFill>
            <a:round/>
            <a:headEnd type="none" w="sm" len="sm"/>
            <a:tailEnd type="none" w="sm" len="sm"/>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6414" name="Rectangle 30">
            <a:extLst>
              <a:ext uri="{FF2B5EF4-FFF2-40B4-BE49-F238E27FC236}">
                <a16:creationId xmlns:a16="http://schemas.microsoft.com/office/drawing/2014/main" id="{76290179-EAF1-4B3C-8745-6445D6C5CB22}"/>
              </a:ext>
            </a:extLst>
          </p:cNvPr>
          <p:cNvSpPr>
            <a:spLocks noGrp="1" noChangeArrowheads="1"/>
          </p:cNvSpPr>
          <p:nvPr>
            <p:ph type="title"/>
          </p:nvPr>
        </p:nvSpPr>
        <p:spPr>
          <a:xfrm>
            <a:off x="1208088" y="609600"/>
            <a:ext cx="7227887" cy="1143000"/>
          </a:xfrm>
          <a:noFill/>
          <a:ln/>
        </p:spPr>
        <p:txBody>
          <a:bodyPr/>
          <a:lstStyle/>
          <a:p>
            <a:r>
              <a:rPr lang="zh-CN" altLang="en-US" sz="4000" b="1"/>
              <a:t>几种错误</a:t>
            </a:r>
            <a:r>
              <a:rPr lang="en-US" altLang="zh-CN" sz="4000" b="1"/>
              <a:t>(2)</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D3CAD664-2202-45AC-BA6F-6ECD217FEFE1}"/>
              </a:ext>
            </a:extLst>
          </p:cNvPr>
          <p:cNvSpPr>
            <a:spLocks noGrp="1" noChangeArrowheads="1"/>
          </p:cNvSpPr>
          <p:nvPr>
            <p:ph type="title"/>
          </p:nvPr>
        </p:nvSpPr>
        <p:spPr>
          <a:xfrm>
            <a:off x="1208088" y="609600"/>
            <a:ext cx="7227887" cy="1143000"/>
          </a:xfrm>
        </p:spPr>
        <p:txBody>
          <a:bodyPr/>
          <a:lstStyle/>
          <a:p>
            <a:r>
              <a:rPr lang="en-US" altLang="zh-CN" sz="4000"/>
              <a:t>2 </a:t>
            </a:r>
            <a:r>
              <a:rPr lang="zh-CN" altLang="en-US" sz="4000"/>
              <a:t>怎样画</a:t>
            </a:r>
            <a:r>
              <a:rPr lang="en-US" altLang="zh-CN" sz="4000"/>
              <a:t>DFD</a:t>
            </a:r>
          </a:p>
        </p:txBody>
      </p:sp>
      <p:sp>
        <p:nvSpPr>
          <p:cNvPr id="18435" name="Rectangle 3">
            <a:extLst>
              <a:ext uri="{FF2B5EF4-FFF2-40B4-BE49-F238E27FC236}">
                <a16:creationId xmlns:a16="http://schemas.microsoft.com/office/drawing/2014/main" id="{2CEE462D-8BA6-48BD-9697-ABB26E76CB9C}"/>
              </a:ext>
            </a:extLst>
          </p:cNvPr>
          <p:cNvSpPr>
            <a:spLocks noGrp="1" noChangeArrowheads="1"/>
          </p:cNvSpPr>
          <p:nvPr>
            <p:ph idx="1"/>
          </p:nvPr>
        </p:nvSpPr>
        <p:spPr>
          <a:xfrm>
            <a:off x="990600" y="2133600"/>
            <a:ext cx="6248400" cy="2362200"/>
          </a:xfrm>
        </p:spPr>
        <p:txBody>
          <a:bodyPr/>
          <a:lstStyle/>
          <a:p>
            <a:pPr algn="just"/>
            <a:r>
              <a:rPr lang="zh-CN" altLang="en-US" sz="3600">
                <a:latin typeface="宋体" panose="02010600030101010101" pitchFamily="2" charset="-122"/>
              </a:rPr>
              <a:t>了解</a:t>
            </a:r>
            <a:r>
              <a:rPr lang="en-US" altLang="zh-CN" sz="3600">
                <a:latin typeface="宋体" panose="02010600030101010101" pitchFamily="2" charset="-122"/>
              </a:rPr>
              <a:t>DFD</a:t>
            </a:r>
            <a:r>
              <a:rPr lang="zh-CN" altLang="en-US" sz="3600">
                <a:latin typeface="宋体" panose="02010600030101010101" pitchFamily="2" charset="-122"/>
              </a:rPr>
              <a:t>的特性</a:t>
            </a:r>
          </a:p>
          <a:p>
            <a:pPr algn="just"/>
            <a:r>
              <a:rPr lang="zh-CN" altLang="en-US" sz="3600">
                <a:latin typeface="宋体" panose="02010600030101010101" pitchFamily="2" charset="-122"/>
              </a:rPr>
              <a:t>画分层</a:t>
            </a:r>
            <a:r>
              <a:rPr lang="en-US" altLang="zh-CN" sz="3600">
                <a:latin typeface="宋体" panose="02010600030101010101" pitchFamily="2" charset="-122"/>
              </a:rPr>
              <a:t>DFD</a:t>
            </a:r>
            <a:endParaRPr lang="en-US" altLang="zh-CN" sz="3600">
              <a:latin typeface="楷体_GB2312"/>
              <a:ea typeface="楷体_GB2312"/>
              <a:cs typeface="楷体_GB231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47B5D982-2C9D-4385-9A28-074D67A032A1}"/>
              </a:ext>
            </a:extLst>
          </p:cNvPr>
          <p:cNvSpPr>
            <a:spLocks noGrp="1" noChangeArrowheads="1"/>
          </p:cNvSpPr>
          <p:nvPr>
            <p:ph type="title"/>
          </p:nvPr>
        </p:nvSpPr>
        <p:spPr>
          <a:xfrm>
            <a:off x="1208088" y="609600"/>
            <a:ext cx="7227887" cy="1143000"/>
          </a:xfrm>
        </p:spPr>
        <p:txBody>
          <a:bodyPr/>
          <a:lstStyle/>
          <a:p>
            <a:r>
              <a:rPr lang="en-US" altLang="zh-CN" sz="4000"/>
              <a:t>1</a:t>
            </a:r>
            <a:r>
              <a:rPr lang="zh-CN" altLang="en-US" sz="4000"/>
              <a:t>） </a:t>
            </a:r>
            <a:r>
              <a:rPr lang="en-US" altLang="zh-CN" sz="4000">
                <a:latin typeface="宋体" panose="02010600030101010101" pitchFamily="2" charset="-122"/>
              </a:rPr>
              <a:t>DFD</a:t>
            </a:r>
            <a:r>
              <a:rPr lang="zh-CN" altLang="en-US" sz="4000">
                <a:latin typeface="宋体" panose="02010600030101010101" pitchFamily="2" charset="-122"/>
              </a:rPr>
              <a:t>的特性</a:t>
            </a:r>
          </a:p>
        </p:txBody>
      </p:sp>
      <p:sp>
        <p:nvSpPr>
          <p:cNvPr id="19459" name="Rectangle 3">
            <a:extLst>
              <a:ext uri="{FF2B5EF4-FFF2-40B4-BE49-F238E27FC236}">
                <a16:creationId xmlns:a16="http://schemas.microsoft.com/office/drawing/2014/main" id="{31962855-0226-404A-A3F6-944D90DF0A5A}"/>
              </a:ext>
            </a:extLst>
          </p:cNvPr>
          <p:cNvSpPr>
            <a:spLocks noGrp="1" noChangeArrowheads="1"/>
          </p:cNvSpPr>
          <p:nvPr>
            <p:ph idx="1"/>
          </p:nvPr>
        </p:nvSpPr>
        <p:spPr>
          <a:xfrm>
            <a:off x="990600" y="2133600"/>
            <a:ext cx="8153400" cy="3124200"/>
          </a:xfrm>
        </p:spPr>
        <p:txBody>
          <a:bodyPr/>
          <a:lstStyle/>
          <a:p>
            <a:pPr algn="just"/>
            <a:r>
              <a:rPr lang="zh-CN" altLang="en-US" sz="3600"/>
              <a:t>与程序流程图不同，</a:t>
            </a:r>
            <a:r>
              <a:rPr lang="en-US" altLang="zh-CN" sz="3600">
                <a:latin typeface="宋体" panose="02010600030101010101" pitchFamily="2" charset="-122"/>
              </a:rPr>
              <a:t>DFD</a:t>
            </a:r>
            <a:r>
              <a:rPr lang="zh-CN" altLang="en-US" sz="3600">
                <a:latin typeface="宋体" panose="02010600030101010101" pitchFamily="2" charset="-122"/>
              </a:rPr>
              <a:t>不表示程序的控制结构，只描述</a:t>
            </a:r>
            <a:r>
              <a:rPr lang="zh-CN" altLang="en-US" sz="3600" u="sng">
                <a:solidFill>
                  <a:srgbClr val="FF0000"/>
                </a:solidFill>
                <a:latin typeface="宋体" panose="02010600030101010101" pitchFamily="2" charset="-122"/>
              </a:rPr>
              <a:t>数据</a:t>
            </a:r>
            <a:r>
              <a:rPr lang="zh-CN" altLang="en-US" sz="3600">
                <a:latin typeface="宋体" panose="02010600030101010101" pitchFamily="2" charset="-122"/>
              </a:rPr>
              <a:t>的流动</a:t>
            </a:r>
          </a:p>
          <a:p>
            <a:pPr algn="just"/>
            <a:r>
              <a:rPr lang="zh-CN" altLang="en-US" sz="3600">
                <a:latin typeface="宋体" panose="02010600030101010101" pitchFamily="2" charset="-122"/>
              </a:rPr>
              <a:t> </a:t>
            </a:r>
            <a:r>
              <a:rPr lang="en-US" altLang="zh-CN" sz="3600">
                <a:latin typeface="宋体" panose="02010600030101010101" pitchFamily="2" charset="-122"/>
              </a:rPr>
              <a:t>DFD</a:t>
            </a:r>
            <a:r>
              <a:rPr lang="zh-CN" altLang="en-US" sz="3600">
                <a:latin typeface="宋体" panose="02010600030101010101" pitchFamily="2" charset="-122"/>
              </a:rPr>
              <a:t>分成</a:t>
            </a:r>
            <a:r>
              <a:rPr lang="zh-CN" altLang="en-US" sz="3600" u="sng">
                <a:solidFill>
                  <a:srgbClr val="FF0000"/>
                </a:solidFill>
                <a:latin typeface="宋体" panose="02010600030101010101" pitchFamily="2" charset="-122"/>
              </a:rPr>
              <a:t>多层</a:t>
            </a:r>
            <a:r>
              <a:rPr lang="en-US" altLang="zh-CN" sz="3600">
                <a:latin typeface="宋体" panose="02010600030101010101" pitchFamily="2" charset="-122"/>
              </a:rPr>
              <a:t>(</a:t>
            </a:r>
            <a:r>
              <a:rPr lang="zh-CN" altLang="en-US" sz="3600">
                <a:latin typeface="宋体" panose="02010600030101010101" pitchFamily="2" charset="-122"/>
              </a:rPr>
              <a:t>子图、父图概念</a:t>
            </a:r>
            <a:r>
              <a:rPr lang="en-US" altLang="zh-CN" sz="3600">
                <a:latin typeface="宋体" panose="02010600030101010101" pitchFamily="2" charset="-122"/>
              </a:rPr>
              <a:t>)</a:t>
            </a:r>
            <a:r>
              <a:rPr lang="zh-CN" altLang="en-US" sz="3600">
                <a:latin typeface="宋体" panose="02010600030101010101" pitchFamily="2" charset="-122"/>
              </a:rPr>
              <a:t>表示</a:t>
            </a:r>
            <a:r>
              <a:rPr lang="en-US" altLang="zh-CN" sz="3600">
                <a:latin typeface="宋体" panose="02010600030101010101" pitchFamily="2" charset="-122"/>
              </a:rPr>
              <a:t>, </a:t>
            </a:r>
            <a:r>
              <a:rPr lang="zh-CN" altLang="en-US" sz="3600">
                <a:latin typeface="宋体" panose="02010600030101010101" pitchFamily="2" charset="-122"/>
              </a:rPr>
              <a:t>从而逐步展开数据流和功能的细节。</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内容占位符 53">
            <a:extLst>
              <a:ext uri="{FF2B5EF4-FFF2-40B4-BE49-F238E27FC236}">
                <a16:creationId xmlns:a16="http://schemas.microsoft.com/office/drawing/2014/main" id="{75369D7E-D2E9-41AC-86AC-0DF6D53C2913}"/>
              </a:ext>
            </a:extLst>
          </p:cNvPr>
          <p:cNvSpPr>
            <a:spLocks noGrp="1"/>
          </p:cNvSpPr>
          <p:nvPr>
            <p:ph idx="1"/>
          </p:nvPr>
        </p:nvSpPr>
        <p:spPr>
          <a:xfrm>
            <a:off x="457200" y="3896272"/>
            <a:ext cx="8686800" cy="2961724"/>
          </a:xfrm>
          <a:solidFill>
            <a:schemeClr val="bg1"/>
          </a:solidFill>
        </p:spPr>
        <p:txBody>
          <a:bodyPr/>
          <a:lstStyle/>
          <a:p>
            <a:endParaRPr lang="zh-CN" altLang="en-US" dirty="0"/>
          </a:p>
        </p:txBody>
      </p:sp>
      <p:grpSp>
        <p:nvGrpSpPr>
          <p:cNvPr id="2" name="组合 1">
            <a:extLst>
              <a:ext uri="{FF2B5EF4-FFF2-40B4-BE49-F238E27FC236}">
                <a16:creationId xmlns:a16="http://schemas.microsoft.com/office/drawing/2014/main" id="{D8D2112E-FCB5-4500-8959-743A10280AD0}"/>
              </a:ext>
            </a:extLst>
          </p:cNvPr>
          <p:cNvGrpSpPr/>
          <p:nvPr/>
        </p:nvGrpSpPr>
        <p:grpSpPr>
          <a:xfrm>
            <a:off x="251520" y="1556792"/>
            <a:ext cx="7958402" cy="4920902"/>
            <a:chOff x="0" y="668338"/>
            <a:chExt cx="10049487" cy="5888037"/>
          </a:xfrm>
        </p:grpSpPr>
        <p:sp>
          <p:nvSpPr>
            <p:cNvPr id="3" name="AutoShape 2">
              <a:extLst>
                <a:ext uri="{FF2B5EF4-FFF2-40B4-BE49-F238E27FC236}">
                  <a16:creationId xmlns:a16="http://schemas.microsoft.com/office/drawing/2014/main" id="{A6642641-3AC7-49F9-ABDA-5BA82D3496D4}"/>
                </a:ext>
              </a:extLst>
            </p:cNvPr>
            <p:cNvSpPr>
              <a:spLocks noChangeArrowheads="1"/>
            </p:cNvSpPr>
            <p:nvPr/>
          </p:nvSpPr>
          <p:spPr bwMode="auto">
            <a:xfrm>
              <a:off x="2603500" y="668338"/>
              <a:ext cx="3937000" cy="1041400"/>
            </a:xfrm>
            <a:prstGeom prst="parallelogram">
              <a:avLst>
                <a:gd name="adj" fmla="val 94495"/>
              </a:avLst>
            </a:prstGeom>
            <a:noFill/>
            <a:ln w="25400">
              <a:solidFill>
                <a:srgbClr val="01050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4" name="Oval 3">
              <a:extLst>
                <a:ext uri="{FF2B5EF4-FFF2-40B4-BE49-F238E27FC236}">
                  <a16:creationId xmlns:a16="http://schemas.microsoft.com/office/drawing/2014/main" id="{1A60595E-B53A-49CF-B04A-E3BE0C557B8A}"/>
                </a:ext>
              </a:extLst>
            </p:cNvPr>
            <p:cNvSpPr>
              <a:spLocks noChangeArrowheads="1"/>
            </p:cNvSpPr>
            <p:nvPr/>
          </p:nvSpPr>
          <p:spPr bwMode="auto">
            <a:xfrm>
              <a:off x="4051300" y="820738"/>
              <a:ext cx="965200" cy="736600"/>
            </a:xfrm>
            <a:prstGeom prst="ellipse">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5" name="Rectangle 4">
              <a:extLst>
                <a:ext uri="{FF2B5EF4-FFF2-40B4-BE49-F238E27FC236}">
                  <a16:creationId xmlns:a16="http://schemas.microsoft.com/office/drawing/2014/main" id="{EB8A9BD3-6CFC-4B6F-927A-38A2A2BA04A3}"/>
                </a:ext>
              </a:extLst>
            </p:cNvPr>
            <p:cNvSpPr>
              <a:spLocks noChangeArrowheads="1"/>
            </p:cNvSpPr>
            <p:nvPr/>
          </p:nvSpPr>
          <p:spPr bwMode="auto">
            <a:xfrm>
              <a:off x="4251324" y="668338"/>
              <a:ext cx="4635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4400" b="1" dirty="0">
                  <a:solidFill>
                    <a:srgbClr val="01050F"/>
                  </a:solidFill>
                  <a:effectLst>
                    <a:outerShdw blurRad="38100" dist="38100" dir="2700000" algn="tl">
                      <a:srgbClr val="FFFFFF"/>
                    </a:outerShdw>
                  </a:effectLst>
                  <a:latin typeface="黑体" panose="02010609060101010101" pitchFamily="49" charset="-122"/>
                  <a:ea typeface="黑体" panose="02010609060101010101" pitchFamily="49" charset="-122"/>
                </a:rPr>
                <a:t>S</a:t>
              </a:r>
            </a:p>
          </p:txBody>
        </p:sp>
        <p:sp>
          <p:nvSpPr>
            <p:cNvPr id="6" name="Line 5">
              <a:extLst>
                <a:ext uri="{FF2B5EF4-FFF2-40B4-BE49-F238E27FC236}">
                  <a16:creationId xmlns:a16="http://schemas.microsoft.com/office/drawing/2014/main" id="{211B3B19-AAE0-493E-BBE0-C967A5688792}"/>
                </a:ext>
              </a:extLst>
            </p:cNvPr>
            <p:cNvSpPr>
              <a:spLocks noChangeShapeType="1"/>
            </p:cNvSpPr>
            <p:nvPr/>
          </p:nvSpPr>
          <p:spPr bwMode="auto">
            <a:xfrm>
              <a:off x="3505200" y="1112838"/>
              <a:ext cx="533400"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Line 6">
              <a:extLst>
                <a:ext uri="{FF2B5EF4-FFF2-40B4-BE49-F238E27FC236}">
                  <a16:creationId xmlns:a16="http://schemas.microsoft.com/office/drawing/2014/main" id="{7611E4EA-1511-4B83-8FF1-77FA0D1CC870}"/>
                </a:ext>
              </a:extLst>
            </p:cNvPr>
            <p:cNvSpPr>
              <a:spLocks noChangeShapeType="1"/>
            </p:cNvSpPr>
            <p:nvPr/>
          </p:nvSpPr>
          <p:spPr bwMode="auto">
            <a:xfrm>
              <a:off x="5029200" y="1112838"/>
              <a:ext cx="533400"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AutoShape 7">
              <a:extLst>
                <a:ext uri="{FF2B5EF4-FFF2-40B4-BE49-F238E27FC236}">
                  <a16:creationId xmlns:a16="http://schemas.microsoft.com/office/drawing/2014/main" id="{D642309D-A62F-4F4C-8617-66356897C200}"/>
                </a:ext>
              </a:extLst>
            </p:cNvPr>
            <p:cNvSpPr>
              <a:spLocks noChangeArrowheads="1"/>
            </p:cNvSpPr>
            <p:nvPr/>
          </p:nvSpPr>
          <p:spPr bwMode="auto">
            <a:xfrm>
              <a:off x="1384300" y="2238375"/>
              <a:ext cx="6146800" cy="1803400"/>
            </a:xfrm>
            <a:prstGeom prst="parallelogram">
              <a:avLst>
                <a:gd name="adj" fmla="val 85195"/>
              </a:avLst>
            </a:prstGeom>
            <a:noFill/>
            <a:ln w="25400">
              <a:solidFill>
                <a:srgbClr val="01050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9" name="Oval 8">
              <a:extLst>
                <a:ext uri="{FF2B5EF4-FFF2-40B4-BE49-F238E27FC236}">
                  <a16:creationId xmlns:a16="http://schemas.microsoft.com/office/drawing/2014/main" id="{5992C006-F944-4C20-92F3-9A6DF897635C}"/>
                </a:ext>
              </a:extLst>
            </p:cNvPr>
            <p:cNvSpPr>
              <a:spLocks noChangeArrowheads="1"/>
            </p:cNvSpPr>
            <p:nvPr/>
          </p:nvSpPr>
          <p:spPr bwMode="auto">
            <a:xfrm>
              <a:off x="4356100" y="2314575"/>
              <a:ext cx="965200" cy="736600"/>
            </a:xfrm>
            <a:prstGeom prst="ellipse">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0" name="Rectangle 9">
              <a:extLst>
                <a:ext uri="{FF2B5EF4-FFF2-40B4-BE49-F238E27FC236}">
                  <a16:creationId xmlns:a16="http://schemas.microsoft.com/office/drawing/2014/main" id="{56E6DD16-FAAC-4231-98AA-72CE556E615D}"/>
                </a:ext>
              </a:extLst>
            </p:cNvPr>
            <p:cNvSpPr>
              <a:spLocks noChangeArrowheads="1"/>
            </p:cNvSpPr>
            <p:nvPr/>
          </p:nvSpPr>
          <p:spPr bwMode="auto">
            <a:xfrm>
              <a:off x="4546412" y="2267152"/>
              <a:ext cx="412749" cy="641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600" b="1" dirty="0">
                  <a:solidFill>
                    <a:srgbClr val="01050F"/>
                  </a:solidFill>
                  <a:effectLst>
                    <a:outerShdw blurRad="38100" dist="38100" dir="2700000" algn="tl">
                      <a:srgbClr val="FFFFFF"/>
                    </a:outerShdw>
                  </a:effectLst>
                  <a:latin typeface="黑体" panose="02010609060101010101" pitchFamily="49" charset="-122"/>
                  <a:ea typeface="黑体" panose="02010609060101010101" pitchFamily="49" charset="-122"/>
                </a:rPr>
                <a:t>2</a:t>
              </a:r>
            </a:p>
          </p:txBody>
        </p:sp>
        <p:sp>
          <p:nvSpPr>
            <p:cNvPr id="11" name="Line 10">
              <a:extLst>
                <a:ext uri="{FF2B5EF4-FFF2-40B4-BE49-F238E27FC236}">
                  <a16:creationId xmlns:a16="http://schemas.microsoft.com/office/drawing/2014/main" id="{503C8299-B646-41BF-A089-6838D5777FCF}"/>
                </a:ext>
              </a:extLst>
            </p:cNvPr>
            <p:cNvSpPr>
              <a:spLocks noChangeShapeType="1"/>
            </p:cNvSpPr>
            <p:nvPr/>
          </p:nvSpPr>
          <p:spPr bwMode="auto">
            <a:xfrm flipV="1">
              <a:off x="2209800" y="3216275"/>
              <a:ext cx="609600" cy="22860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1">
              <a:extLst>
                <a:ext uri="{FF2B5EF4-FFF2-40B4-BE49-F238E27FC236}">
                  <a16:creationId xmlns:a16="http://schemas.microsoft.com/office/drawing/2014/main" id="{9A99B9DC-0C72-495E-A64B-0CB59E730F88}"/>
                </a:ext>
              </a:extLst>
            </p:cNvPr>
            <p:cNvSpPr>
              <a:spLocks noChangeShapeType="1"/>
            </p:cNvSpPr>
            <p:nvPr/>
          </p:nvSpPr>
          <p:spPr bwMode="auto">
            <a:xfrm>
              <a:off x="3581399" y="3216274"/>
              <a:ext cx="1079500" cy="184148"/>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Oval 12">
              <a:extLst>
                <a:ext uri="{FF2B5EF4-FFF2-40B4-BE49-F238E27FC236}">
                  <a16:creationId xmlns:a16="http://schemas.microsoft.com/office/drawing/2014/main" id="{59DEDB0D-97B8-40BF-A86B-DAEE323FC09D}"/>
                </a:ext>
              </a:extLst>
            </p:cNvPr>
            <p:cNvSpPr>
              <a:spLocks noChangeArrowheads="1"/>
            </p:cNvSpPr>
            <p:nvPr/>
          </p:nvSpPr>
          <p:spPr bwMode="auto">
            <a:xfrm>
              <a:off x="2755900" y="2619375"/>
              <a:ext cx="965200" cy="736600"/>
            </a:xfrm>
            <a:prstGeom prst="ellipse">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4" name="Rectangle 13">
              <a:extLst>
                <a:ext uri="{FF2B5EF4-FFF2-40B4-BE49-F238E27FC236}">
                  <a16:creationId xmlns:a16="http://schemas.microsoft.com/office/drawing/2014/main" id="{BE0A6C85-24C2-4546-BF5B-46F32332045B}"/>
                </a:ext>
              </a:extLst>
            </p:cNvPr>
            <p:cNvSpPr>
              <a:spLocks noChangeArrowheads="1"/>
            </p:cNvSpPr>
            <p:nvPr/>
          </p:nvSpPr>
          <p:spPr bwMode="auto">
            <a:xfrm>
              <a:off x="2942270" y="2538925"/>
              <a:ext cx="412749" cy="641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600" b="1" dirty="0">
                  <a:solidFill>
                    <a:srgbClr val="01050F"/>
                  </a:solidFill>
                  <a:effectLst>
                    <a:outerShdw blurRad="38100" dist="38100" dir="2700000" algn="tl">
                      <a:srgbClr val="FFFFFF"/>
                    </a:outerShdw>
                  </a:effectLst>
                  <a:latin typeface="黑体" panose="02010609060101010101" pitchFamily="49" charset="-122"/>
                  <a:ea typeface="黑体" panose="02010609060101010101" pitchFamily="49" charset="-122"/>
                </a:rPr>
                <a:t>1</a:t>
              </a:r>
            </a:p>
          </p:txBody>
        </p:sp>
        <p:sp>
          <p:nvSpPr>
            <p:cNvPr id="15" name="Oval 14">
              <a:extLst>
                <a:ext uri="{FF2B5EF4-FFF2-40B4-BE49-F238E27FC236}">
                  <a16:creationId xmlns:a16="http://schemas.microsoft.com/office/drawing/2014/main" id="{9F9384D9-A86F-4610-9D80-A1EA1D50C969}"/>
                </a:ext>
              </a:extLst>
            </p:cNvPr>
            <p:cNvSpPr>
              <a:spLocks noChangeArrowheads="1"/>
            </p:cNvSpPr>
            <p:nvPr/>
          </p:nvSpPr>
          <p:spPr bwMode="auto">
            <a:xfrm>
              <a:off x="4660900" y="3152775"/>
              <a:ext cx="965200" cy="736600"/>
            </a:xfrm>
            <a:prstGeom prst="ellipse">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6" name="Rectangle 15">
              <a:extLst>
                <a:ext uri="{FF2B5EF4-FFF2-40B4-BE49-F238E27FC236}">
                  <a16:creationId xmlns:a16="http://schemas.microsoft.com/office/drawing/2014/main" id="{91384CD5-6086-41AC-AD86-EDEDA938F8B2}"/>
                </a:ext>
              </a:extLst>
            </p:cNvPr>
            <p:cNvSpPr>
              <a:spLocks noChangeArrowheads="1"/>
            </p:cNvSpPr>
            <p:nvPr/>
          </p:nvSpPr>
          <p:spPr bwMode="auto">
            <a:xfrm>
              <a:off x="4910125" y="3166983"/>
              <a:ext cx="412749" cy="641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600" b="1" dirty="0">
                  <a:solidFill>
                    <a:srgbClr val="01050F"/>
                  </a:solidFill>
                  <a:effectLst>
                    <a:outerShdw blurRad="38100" dist="38100" dir="2700000" algn="tl">
                      <a:srgbClr val="FFFFFF"/>
                    </a:outerShdw>
                  </a:effectLst>
                  <a:latin typeface="黑体" panose="02010609060101010101" pitchFamily="49" charset="-122"/>
                  <a:ea typeface="黑体" panose="02010609060101010101" pitchFamily="49" charset="-122"/>
                </a:rPr>
                <a:t>3</a:t>
              </a:r>
            </a:p>
          </p:txBody>
        </p:sp>
        <p:sp>
          <p:nvSpPr>
            <p:cNvPr id="17" name="Line 16">
              <a:extLst>
                <a:ext uri="{FF2B5EF4-FFF2-40B4-BE49-F238E27FC236}">
                  <a16:creationId xmlns:a16="http://schemas.microsoft.com/office/drawing/2014/main" id="{2882BF6A-021C-46C8-873F-0599BD5CC3A4}"/>
                </a:ext>
              </a:extLst>
            </p:cNvPr>
            <p:cNvSpPr>
              <a:spLocks noChangeShapeType="1"/>
            </p:cNvSpPr>
            <p:nvPr/>
          </p:nvSpPr>
          <p:spPr bwMode="auto">
            <a:xfrm flipV="1">
              <a:off x="3733800" y="2682875"/>
              <a:ext cx="609600" cy="7620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17">
              <a:extLst>
                <a:ext uri="{FF2B5EF4-FFF2-40B4-BE49-F238E27FC236}">
                  <a16:creationId xmlns:a16="http://schemas.microsoft.com/office/drawing/2014/main" id="{2AB1255C-15B7-4632-B8BF-63F88DF1F675}"/>
                </a:ext>
              </a:extLst>
            </p:cNvPr>
            <p:cNvSpPr>
              <a:spLocks noChangeShapeType="1"/>
            </p:cNvSpPr>
            <p:nvPr/>
          </p:nvSpPr>
          <p:spPr bwMode="auto">
            <a:xfrm>
              <a:off x="5638800" y="3368675"/>
              <a:ext cx="609600"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8">
              <a:extLst>
                <a:ext uri="{FF2B5EF4-FFF2-40B4-BE49-F238E27FC236}">
                  <a16:creationId xmlns:a16="http://schemas.microsoft.com/office/drawing/2014/main" id="{F66F1B60-D2BE-47E4-94FE-7BFA748A8D2F}"/>
                </a:ext>
              </a:extLst>
            </p:cNvPr>
            <p:cNvSpPr>
              <a:spLocks noChangeShapeType="1"/>
            </p:cNvSpPr>
            <p:nvPr/>
          </p:nvSpPr>
          <p:spPr bwMode="auto">
            <a:xfrm flipH="1">
              <a:off x="2895600" y="1158875"/>
              <a:ext cx="1143000" cy="1143000"/>
            </a:xfrm>
            <a:prstGeom prst="line">
              <a:avLst/>
            </a:prstGeom>
            <a:noFill/>
            <a:ln w="25400">
              <a:solidFill>
                <a:srgbClr val="01050F"/>
              </a:solidFill>
              <a:prstDash val="lg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0" name="Line 19">
              <a:extLst>
                <a:ext uri="{FF2B5EF4-FFF2-40B4-BE49-F238E27FC236}">
                  <a16:creationId xmlns:a16="http://schemas.microsoft.com/office/drawing/2014/main" id="{836C2729-12A8-41EE-84DD-AC4F57F035B1}"/>
                </a:ext>
              </a:extLst>
            </p:cNvPr>
            <p:cNvSpPr>
              <a:spLocks noChangeShapeType="1"/>
            </p:cNvSpPr>
            <p:nvPr/>
          </p:nvSpPr>
          <p:spPr bwMode="auto">
            <a:xfrm>
              <a:off x="5029200" y="1189038"/>
              <a:ext cx="2514600" cy="1036637"/>
            </a:xfrm>
            <a:prstGeom prst="line">
              <a:avLst/>
            </a:prstGeom>
            <a:noFill/>
            <a:ln w="25400">
              <a:solidFill>
                <a:srgbClr val="01050F"/>
              </a:solidFill>
              <a:prstDash val="lg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1" name="AutoShape 20">
              <a:extLst>
                <a:ext uri="{FF2B5EF4-FFF2-40B4-BE49-F238E27FC236}">
                  <a16:creationId xmlns:a16="http://schemas.microsoft.com/office/drawing/2014/main" id="{49CD4971-66B4-46D5-B0F5-2AF74A317A1C}"/>
                </a:ext>
              </a:extLst>
            </p:cNvPr>
            <p:cNvSpPr>
              <a:spLocks noChangeArrowheads="1"/>
            </p:cNvSpPr>
            <p:nvPr/>
          </p:nvSpPr>
          <p:spPr bwMode="auto">
            <a:xfrm>
              <a:off x="88900" y="4676775"/>
              <a:ext cx="4622800" cy="1879600"/>
            </a:xfrm>
            <a:prstGeom prst="parallelogram">
              <a:avLst>
                <a:gd name="adj" fmla="val 51717"/>
              </a:avLst>
            </a:prstGeom>
            <a:noFill/>
            <a:ln w="25400">
              <a:solidFill>
                <a:srgbClr val="FDA4B5"/>
              </a:solidFill>
              <a:miter lim="800000"/>
              <a:headEnd/>
              <a:tailEnd/>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22" name="Oval 21">
              <a:extLst>
                <a:ext uri="{FF2B5EF4-FFF2-40B4-BE49-F238E27FC236}">
                  <a16:creationId xmlns:a16="http://schemas.microsoft.com/office/drawing/2014/main" id="{676974D1-D230-447B-B6E0-68ED5627329B}"/>
                </a:ext>
              </a:extLst>
            </p:cNvPr>
            <p:cNvSpPr>
              <a:spLocks noChangeArrowheads="1"/>
            </p:cNvSpPr>
            <p:nvPr/>
          </p:nvSpPr>
          <p:spPr bwMode="auto">
            <a:xfrm>
              <a:off x="2603500" y="4676775"/>
              <a:ext cx="1041400" cy="81280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1050F"/>
                  </a:solidFill>
                  <a:round/>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3" name="Rectangle 22">
              <a:extLst>
                <a:ext uri="{FF2B5EF4-FFF2-40B4-BE49-F238E27FC236}">
                  <a16:creationId xmlns:a16="http://schemas.microsoft.com/office/drawing/2014/main" id="{14158663-6A64-46F2-B942-4AFAC17D2132}"/>
                </a:ext>
              </a:extLst>
            </p:cNvPr>
            <p:cNvSpPr>
              <a:spLocks noChangeArrowheads="1"/>
            </p:cNvSpPr>
            <p:nvPr/>
          </p:nvSpPr>
          <p:spPr bwMode="auto">
            <a:xfrm>
              <a:off x="2727326" y="4862513"/>
              <a:ext cx="969590" cy="663647"/>
            </a:xfrm>
            <a:prstGeom prst="rect">
              <a:avLst/>
            </a:prstGeom>
            <a:noFill/>
            <a:ln w="9525">
              <a:solidFill>
                <a:srgbClr val="01050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000" b="1">
                  <a:solidFill>
                    <a:srgbClr val="01050F"/>
                  </a:solidFill>
                  <a:effectLst>
                    <a:outerShdw blurRad="38100" dist="38100" dir="2700000" algn="tl">
                      <a:srgbClr val="FFFFFF"/>
                    </a:outerShdw>
                  </a:effectLst>
                  <a:latin typeface="黑体" panose="02010609060101010101" pitchFamily="49" charset="-122"/>
                  <a:ea typeface="黑体" panose="02010609060101010101" pitchFamily="49" charset="-122"/>
                </a:rPr>
                <a:t>2.2</a:t>
              </a:r>
            </a:p>
          </p:txBody>
        </p:sp>
        <p:sp>
          <p:nvSpPr>
            <p:cNvPr id="24" name="Line 23">
              <a:extLst>
                <a:ext uri="{FF2B5EF4-FFF2-40B4-BE49-F238E27FC236}">
                  <a16:creationId xmlns:a16="http://schemas.microsoft.com/office/drawing/2014/main" id="{48BB4C9A-76B2-4490-92B7-A672A9F09664}"/>
                </a:ext>
              </a:extLst>
            </p:cNvPr>
            <p:cNvSpPr>
              <a:spLocks noChangeShapeType="1"/>
            </p:cNvSpPr>
            <p:nvPr/>
          </p:nvSpPr>
          <p:spPr bwMode="auto">
            <a:xfrm flipV="1">
              <a:off x="609600" y="5730875"/>
              <a:ext cx="533400" cy="38100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24">
              <a:extLst>
                <a:ext uri="{FF2B5EF4-FFF2-40B4-BE49-F238E27FC236}">
                  <a16:creationId xmlns:a16="http://schemas.microsoft.com/office/drawing/2014/main" id="{08508340-1060-4C9A-92CD-0207A4FA520E}"/>
                </a:ext>
              </a:extLst>
            </p:cNvPr>
            <p:cNvSpPr>
              <a:spLocks noChangeShapeType="1"/>
            </p:cNvSpPr>
            <p:nvPr/>
          </p:nvSpPr>
          <p:spPr bwMode="auto">
            <a:xfrm>
              <a:off x="2105026" y="5519916"/>
              <a:ext cx="457200" cy="15240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Oval 25">
              <a:extLst>
                <a:ext uri="{FF2B5EF4-FFF2-40B4-BE49-F238E27FC236}">
                  <a16:creationId xmlns:a16="http://schemas.microsoft.com/office/drawing/2014/main" id="{9E3AB8A3-A6B8-4CEC-B546-C77460FC311D}"/>
                </a:ext>
              </a:extLst>
            </p:cNvPr>
            <p:cNvSpPr>
              <a:spLocks noChangeArrowheads="1"/>
            </p:cNvSpPr>
            <p:nvPr/>
          </p:nvSpPr>
          <p:spPr bwMode="auto">
            <a:xfrm>
              <a:off x="1003300" y="4981575"/>
              <a:ext cx="1041400" cy="88900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1050F"/>
                  </a:solidFill>
                  <a:round/>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7" name="Rectangle 26">
              <a:extLst>
                <a:ext uri="{FF2B5EF4-FFF2-40B4-BE49-F238E27FC236}">
                  <a16:creationId xmlns:a16="http://schemas.microsoft.com/office/drawing/2014/main" id="{A575887A-8084-45D5-A1B6-5F4AA32F895D}"/>
                </a:ext>
              </a:extLst>
            </p:cNvPr>
            <p:cNvSpPr>
              <a:spLocks noChangeArrowheads="1"/>
            </p:cNvSpPr>
            <p:nvPr/>
          </p:nvSpPr>
          <p:spPr bwMode="auto">
            <a:xfrm>
              <a:off x="1127125" y="5167313"/>
              <a:ext cx="969590" cy="663647"/>
            </a:xfrm>
            <a:prstGeom prst="rect">
              <a:avLst/>
            </a:prstGeom>
            <a:noFill/>
            <a:ln w="9525">
              <a:solidFill>
                <a:srgbClr val="01050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000" b="1" dirty="0">
                  <a:solidFill>
                    <a:srgbClr val="01050F"/>
                  </a:solidFill>
                  <a:effectLst>
                    <a:outerShdw blurRad="38100" dist="38100" dir="2700000" algn="tl">
                      <a:srgbClr val="FFFFFF"/>
                    </a:outerShdw>
                  </a:effectLst>
                  <a:latin typeface="黑体" panose="02010609060101010101" pitchFamily="49" charset="-122"/>
                  <a:ea typeface="黑体" panose="02010609060101010101" pitchFamily="49" charset="-122"/>
                </a:rPr>
                <a:t>2.1</a:t>
              </a:r>
            </a:p>
          </p:txBody>
        </p:sp>
        <p:sp>
          <p:nvSpPr>
            <p:cNvPr id="28" name="Oval 27">
              <a:extLst>
                <a:ext uri="{FF2B5EF4-FFF2-40B4-BE49-F238E27FC236}">
                  <a16:creationId xmlns:a16="http://schemas.microsoft.com/office/drawing/2014/main" id="{A100882E-6EB9-4A56-8CD6-32C2F7EA9C85}"/>
                </a:ext>
              </a:extLst>
            </p:cNvPr>
            <p:cNvSpPr>
              <a:spLocks noChangeArrowheads="1"/>
            </p:cNvSpPr>
            <p:nvPr/>
          </p:nvSpPr>
          <p:spPr bwMode="auto">
            <a:xfrm>
              <a:off x="2298700" y="5667375"/>
              <a:ext cx="1041400" cy="736600"/>
            </a:xfrm>
            <a:prstGeom prst="ellipse">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9" name="Rectangle 28">
              <a:extLst>
                <a:ext uri="{FF2B5EF4-FFF2-40B4-BE49-F238E27FC236}">
                  <a16:creationId xmlns:a16="http://schemas.microsoft.com/office/drawing/2014/main" id="{CA01FD0D-3A01-4F99-B3DF-F94280941EA4}"/>
                </a:ext>
              </a:extLst>
            </p:cNvPr>
            <p:cNvSpPr>
              <a:spLocks noChangeArrowheads="1"/>
            </p:cNvSpPr>
            <p:nvPr/>
          </p:nvSpPr>
          <p:spPr bwMode="auto">
            <a:xfrm>
              <a:off x="2357987" y="5691673"/>
              <a:ext cx="969590" cy="66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000" b="1" dirty="0">
                  <a:solidFill>
                    <a:srgbClr val="01050F"/>
                  </a:solidFill>
                  <a:effectLst>
                    <a:outerShdw blurRad="38100" dist="38100" dir="2700000" algn="tl">
                      <a:srgbClr val="FFFFFF"/>
                    </a:outerShdw>
                  </a:effectLst>
                  <a:latin typeface="黑体" panose="02010609060101010101" pitchFamily="49" charset="-122"/>
                  <a:ea typeface="黑体" panose="02010609060101010101" pitchFamily="49" charset="-122"/>
                </a:rPr>
                <a:t>2.3</a:t>
              </a:r>
            </a:p>
          </p:txBody>
        </p:sp>
        <p:sp>
          <p:nvSpPr>
            <p:cNvPr id="30" name="Line 29">
              <a:extLst>
                <a:ext uri="{FF2B5EF4-FFF2-40B4-BE49-F238E27FC236}">
                  <a16:creationId xmlns:a16="http://schemas.microsoft.com/office/drawing/2014/main" id="{A4B538F4-F3A0-4F86-93E2-A8F1C325B05A}"/>
                </a:ext>
              </a:extLst>
            </p:cNvPr>
            <p:cNvSpPr>
              <a:spLocks noChangeShapeType="1"/>
            </p:cNvSpPr>
            <p:nvPr/>
          </p:nvSpPr>
          <p:spPr bwMode="auto">
            <a:xfrm flipV="1">
              <a:off x="2075143" y="5098345"/>
              <a:ext cx="609600" cy="7620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30">
              <a:extLst>
                <a:ext uri="{FF2B5EF4-FFF2-40B4-BE49-F238E27FC236}">
                  <a16:creationId xmlns:a16="http://schemas.microsoft.com/office/drawing/2014/main" id="{4E4F9C1F-86EB-49D6-B512-46FD2F503E2D}"/>
                </a:ext>
              </a:extLst>
            </p:cNvPr>
            <p:cNvSpPr>
              <a:spLocks noChangeShapeType="1"/>
            </p:cNvSpPr>
            <p:nvPr/>
          </p:nvSpPr>
          <p:spPr bwMode="auto">
            <a:xfrm>
              <a:off x="3352800" y="6111875"/>
              <a:ext cx="533400"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31">
              <a:extLst>
                <a:ext uri="{FF2B5EF4-FFF2-40B4-BE49-F238E27FC236}">
                  <a16:creationId xmlns:a16="http://schemas.microsoft.com/office/drawing/2014/main" id="{CD6E0DDF-4709-4CCB-AAC8-4C44EFC3E947}"/>
                </a:ext>
              </a:extLst>
            </p:cNvPr>
            <p:cNvSpPr>
              <a:spLocks noChangeShapeType="1"/>
            </p:cNvSpPr>
            <p:nvPr/>
          </p:nvSpPr>
          <p:spPr bwMode="auto">
            <a:xfrm>
              <a:off x="3657600" y="5045075"/>
              <a:ext cx="533400"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32">
              <a:extLst>
                <a:ext uri="{FF2B5EF4-FFF2-40B4-BE49-F238E27FC236}">
                  <a16:creationId xmlns:a16="http://schemas.microsoft.com/office/drawing/2014/main" id="{765C8F10-9EA6-4EB3-95ED-916D0BE9D3AE}"/>
                </a:ext>
              </a:extLst>
            </p:cNvPr>
            <p:cNvSpPr>
              <a:spLocks noChangeShapeType="1"/>
            </p:cNvSpPr>
            <p:nvPr/>
          </p:nvSpPr>
          <p:spPr bwMode="auto">
            <a:xfrm flipH="1">
              <a:off x="1066800" y="2606675"/>
              <a:ext cx="3276600" cy="2057400"/>
            </a:xfrm>
            <a:prstGeom prst="line">
              <a:avLst/>
            </a:prstGeom>
            <a:noFill/>
            <a:ln w="25400">
              <a:solidFill>
                <a:srgbClr val="01050F"/>
              </a:solidFill>
              <a:prstDash val="lg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4" name="Line 33">
              <a:extLst>
                <a:ext uri="{FF2B5EF4-FFF2-40B4-BE49-F238E27FC236}">
                  <a16:creationId xmlns:a16="http://schemas.microsoft.com/office/drawing/2014/main" id="{BCB603DD-F3EC-4EC4-B9D7-C600A078FD4E}"/>
                </a:ext>
              </a:extLst>
            </p:cNvPr>
            <p:cNvSpPr>
              <a:spLocks noChangeShapeType="1"/>
            </p:cNvSpPr>
            <p:nvPr/>
          </p:nvSpPr>
          <p:spPr bwMode="auto">
            <a:xfrm>
              <a:off x="5638800" y="3368675"/>
              <a:ext cx="3429000" cy="1371600"/>
            </a:xfrm>
            <a:prstGeom prst="line">
              <a:avLst/>
            </a:prstGeom>
            <a:noFill/>
            <a:ln w="25400">
              <a:solidFill>
                <a:srgbClr val="01050F"/>
              </a:solidFill>
              <a:prstDash val="lg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5" name="AutoShape 34">
              <a:extLst>
                <a:ext uri="{FF2B5EF4-FFF2-40B4-BE49-F238E27FC236}">
                  <a16:creationId xmlns:a16="http://schemas.microsoft.com/office/drawing/2014/main" id="{BC67ADB4-CBB0-43E8-8421-011BE6A347A2}"/>
                </a:ext>
              </a:extLst>
            </p:cNvPr>
            <p:cNvSpPr>
              <a:spLocks noChangeArrowheads="1"/>
            </p:cNvSpPr>
            <p:nvPr/>
          </p:nvSpPr>
          <p:spPr bwMode="auto">
            <a:xfrm>
              <a:off x="4432300" y="4676775"/>
              <a:ext cx="4622800" cy="1879600"/>
            </a:xfrm>
            <a:prstGeom prst="parallelogram">
              <a:avLst>
                <a:gd name="adj" fmla="val 51717"/>
              </a:avLst>
            </a:prstGeom>
            <a:noFill/>
            <a:ln w="25400">
              <a:solidFill>
                <a:srgbClr val="01050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6" name="Line 35">
              <a:extLst>
                <a:ext uri="{FF2B5EF4-FFF2-40B4-BE49-F238E27FC236}">
                  <a16:creationId xmlns:a16="http://schemas.microsoft.com/office/drawing/2014/main" id="{6C0559FE-EB5A-4BD7-A86C-42135DA7540C}"/>
                </a:ext>
              </a:extLst>
            </p:cNvPr>
            <p:cNvSpPr>
              <a:spLocks noChangeShapeType="1"/>
            </p:cNvSpPr>
            <p:nvPr/>
          </p:nvSpPr>
          <p:spPr bwMode="auto">
            <a:xfrm>
              <a:off x="5029200" y="5426075"/>
              <a:ext cx="533400"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36">
              <a:extLst>
                <a:ext uri="{FF2B5EF4-FFF2-40B4-BE49-F238E27FC236}">
                  <a16:creationId xmlns:a16="http://schemas.microsoft.com/office/drawing/2014/main" id="{3F32C709-3A44-472E-97BB-2180F8A5D866}"/>
                </a:ext>
              </a:extLst>
            </p:cNvPr>
            <p:cNvSpPr>
              <a:spLocks noChangeShapeType="1"/>
            </p:cNvSpPr>
            <p:nvPr/>
          </p:nvSpPr>
          <p:spPr bwMode="auto">
            <a:xfrm>
              <a:off x="6629400" y="5502275"/>
              <a:ext cx="533400"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Oval 37">
              <a:extLst>
                <a:ext uri="{FF2B5EF4-FFF2-40B4-BE49-F238E27FC236}">
                  <a16:creationId xmlns:a16="http://schemas.microsoft.com/office/drawing/2014/main" id="{5E72F8F7-F427-4A70-8F3B-FED40FA3B9C0}"/>
                </a:ext>
              </a:extLst>
            </p:cNvPr>
            <p:cNvSpPr>
              <a:spLocks noChangeArrowheads="1"/>
            </p:cNvSpPr>
            <p:nvPr/>
          </p:nvSpPr>
          <p:spPr bwMode="auto">
            <a:xfrm>
              <a:off x="5499100" y="4905375"/>
              <a:ext cx="1117600" cy="965200"/>
            </a:xfrm>
            <a:prstGeom prst="ellipse">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9" name="Rectangle 38">
              <a:extLst>
                <a:ext uri="{FF2B5EF4-FFF2-40B4-BE49-F238E27FC236}">
                  <a16:creationId xmlns:a16="http://schemas.microsoft.com/office/drawing/2014/main" id="{1A3E755A-33FC-45E4-89A0-B99DB3F42735}"/>
                </a:ext>
              </a:extLst>
            </p:cNvPr>
            <p:cNvSpPr>
              <a:spLocks noChangeArrowheads="1"/>
            </p:cNvSpPr>
            <p:nvPr/>
          </p:nvSpPr>
          <p:spPr bwMode="auto">
            <a:xfrm>
              <a:off x="5584264" y="5048571"/>
              <a:ext cx="969590" cy="66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000" b="1" dirty="0">
                  <a:solidFill>
                    <a:srgbClr val="01050F"/>
                  </a:solidFill>
                  <a:effectLst>
                    <a:outerShdw blurRad="38100" dist="38100" dir="2700000" algn="tl">
                      <a:srgbClr val="FFFFFF"/>
                    </a:outerShdw>
                  </a:effectLst>
                  <a:latin typeface="黑体" panose="02010609060101010101" pitchFamily="49" charset="-122"/>
                  <a:ea typeface="黑体" panose="02010609060101010101" pitchFamily="49" charset="-122"/>
                </a:rPr>
                <a:t>3.1</a:t>
              </a:r>
            </a:p>
          </p:txBody>
        </p:sp>
        <p:sp>
          <p:nvSpPr>
            <p:cNvPr id="40" name="Oval 39">
              <a:extLst>
                <a:ext uri="{FF2B5EF4-FFF2-40B4-BE49-F238E27FC236}">
                  <a16:creationId xmlns:a16="http://schemas.microsoft.com/office/drawing/2014/main" id="{56470FFA-6E03-4C0B-8C7B-AE8CE4947887}"/>
                </a:ext>
              </a:extLst>
            </p:cNvPr>
            <p:cNvSpPr>
              <a:spLocks noChangeArrowheads="1"/>
            </p:cNvSpPr>
            <p:nvPr/>
          </p:nvSpPr>
          <p:spPr bwMode="auto">
            <a:xfrm>
              <a:off x="7099300" y="4981575"/>
              <a:ext cx="1117600" cy="965200"/>
            </a:xfrm>
            <a:prstGeom prst="ellipse">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41" name="Rectangle 40">
              <a:extLst>
                <a:ext uri="{FF2B5EF4-FFF2-40B4-BE49-F238E27FC236}">
                  <a16:creationId xmlns:a16="http://schemas.microsoft.com/office/drawing/2014/main" id="{5E9574F4-62EC-47CB-9A89-3BA036EA26E8}"/>
                </a:ext>
              </a:extLst>
            </p:cNvPr>
            <p:cNvSpPr>
              <a:spLocks noChangeArrowheads="1"/>
            </p:cNvSpPr>
            <p:nvPr/>
          </p:nvSpPr>
          <p:spPr bwMode="auto">
            <a:xfrm>
              <a:off x="7184463" y="5124771"/>
              <a:ext cx="969590" cy="66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000" b="1">
                  <a:solidFill>
                    <a:srgbClr val="01050F"/>
                  </a:solidFill>
                  <a:effectLst>
                    <a:outerShdw blurRad="38100" dist="38100" dir="2700000" algn="tl">
                      <a:srgbClr val="FFFFFF"/>
                    </a:outerShdw>
                  </a:effectLst>
                  <a:latin typeface="黑体" panose="02010609060101010101" pitchFamily="49" charset="-122"/>
                  <a:ea typeface="黑体" panose="02010609060101010101" pitchFamily="49" charset="-122"/>
                </a:rPr>
                <a:t>3.2</a:t>
              </a:r>
            </a:p>
          </p:txBody>
        </p:sp>
        <p:sp>
          <p:nvSpPr>
            <p:cNvPr id="42" name="Line 41">
              <a:extLst>
                <a:ext uri="{FF2B5EF4-FFF2-40B4-BE49-F238E27FC236}">
                  <a16:creationId xmlns:a16="http://schemas.microsoft.com/office/drawing/2014/main" id="{AA1BD583-F9DB-44EA-A561-BF84BDA94124}"/>
                </a:ext>
              </a:extLst>
            </p:cNvPr>
            <p:cNvSpPr>
              <a:spLocks noChangeShapeType="1"/>
            </p:cNvSpPr>
            <p:nvPr/>
          </p:nvSpPr>
          <p:spPr bwMode="auto">
            <a:xfrm>
              <a:off x="8229600" y="5502275"/>
              <a:ext cx="381000"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42">
              <a:extLst>
                <a:ext uri="{FF2B5EF4-FFF2-40B4-BE49-F238E27FC236}">
                  <a16:creationId xmlns:a16="http://schemas.microsoft.com/office/drawing/2014/main" id="{2ED8096F-FAFF-4227-8651-2011864FB73F}"/>
                </a:ext>
              </a:extLst>
            </p:cNvPr>
            <p:cNvSpPr>
              <a:spLocks noChangeShapeType="1"/>
            </p:cNvSpPr>
            <p:nvPr/>
          </p:nvSpPr>
          <p:spPr bwMode="auto">
            <a:xfrm>
              <a:off x="4724400" y="3749675"/>
              <a:ext cx="685800" cy="914400"/>
            </a:xfrm>
            <a:prstGeom prst="line">
              <a:avLst/>
            </a:prstGeom>
            <a:noFill/>
            <a:ln w="25400">
              <a:solidFill>
                <a:srgbClr val="01050F"/>
              </a:solidFill>
              <a:prstDash val="lg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44" name="Arc 43">
              <a:extLst>
                <a:ext uri="{FF2B5EF4-FFF2-40B4-BE49-F238E27FC236}">
                  <a16:creationId xmlns:a16="http://schemas.microsoft.com/office/drawing/2014/main" id="{475AC740-AC01-4ABF-B7AB-911208F2C6F1}"/>
                </a:ext>
              </a:extLst>
            </p:cNvPr>
            <p:cNvSpPr>
              <a:spLocks/>
            </p:cNvSpPr>
            <p:nvPr/>
          </p:nvSpPr>
          <p:spPr bwMode="auto">
            <a:xfrm>
              <a:off x="4268788" y="3065463"/>
              <a:ext cx="762000" cy="990600"/>
            </a:xfrm>
            <a:custGeom>
              <a:avLst/>
              <a:gdLst>
                <a:gd name="G0" fmla="+- 21600 0 0"/>
                <a:gd name="G1" fmla="+- 21600 0 0"/>
                <a:gd name="G2" fmla="+- 21600 0 0"/>
                <a:gd name="T0" fmla="*/ 0 w 21600"/>
                <a:gd name="T1" fmla="*/ 21600 h 21600"/>
                <a:gd name="T2" fmla="*/ 21555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99"/>
                  </a:moveTo>
                  <a:cubicBezTo>
                    <a:pt x="0" y="9688"/>
                    <a:pt x="9643" y="24"/>
                    <a:pt x="21555" y="0"/>
                  </a:cubicBezTo>
                </a:path>
                <a:path w="21600" h="21600" stroke="0" extrusionOk="0">
                  <a:moveTo>
                    <a:pt x="0" y="21599"/>
                  </a:moveTo>
                  <a:cubicBezTo>
                    <a:pt x="0" y="9688"/>
                    <a:pt x="9643" y="24"/>
                    <a:pt x="21555" y="0"/>
                  </a:cubicBezTo>
                  <a:lnTo>
                    <a:pt x="21600" y="21600"/>
                  </a:lnTo>
                  <a:close/>
                </a:path>
              </a:pathLst>
            </a:custGeom>
            <a:noFill/>
            <a:ln w="25400" cap="rnd">
              <a:solidFill>
                <a:srgbClr val="01050F"/>
              </a:solidFill>
              <a:prstDash val="lgDash"/>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45" name="Arc 44">
              <a:extLst>
                <a:ext uri="{FF2B5EF4-FFF2-40B4-BE49-F238E27FC236}">
                  <a16:creationId xmlns:a16="http://schemas.microsoft.com/office/drawing/2014/main" id="{9865893A-B9B5-4D19-A675-125B3C51FEE7}"/>
                </a:ext>
              </a:extLst>
            </p:cNvPr>
            <p:cNvSpPr>
              <a:spLocks/>
            </p:cNvSpPr>
            <p:nvPr/>
          </p:nvSpPr>
          <p:spPr bwMode="auto">
            <a:xfrm>
              <a:off x="4306888" y="4016375"/>
              <a:ext cx="381000" cy="609600"/>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599"/>
                  </a:moveTo>
                  <a:cubicBezTo>
                    <a:pt x="9670" y="21599"/>
                    <a:pt x="0" y="11929"/>
                    <a:pt x="0" y="0"/>
                  </a:cubicBezTo>
                </a:path>
                <a:path w="21600" h="21600" stroke="0" extrusionOk="0">
                  <a:moveTo>
                    <a:pt x="21600" y="21599"/>
                  </a:moveTo>
                  <a:cubicBezTo>
                    <a:pt x="9670" y="21599"/>
                    <a:pt x="0" y="11929"/>
                    <a:pt x="0" y="0"/>
                  </a:cubicBezTo>
                  <a:lnTo>
                    <a:pt x="21600" y="0"/>
                  </a:lnTo>
                  <a:close/>
                </a:path>
              </a:pathLst>
            </a:custGeom>
            <a:noFill/>
            <a:ln w="25400" cap="rnd">
              <a:solidFill>
                <a:srgbClr val="01050F"/>
              </a:solidFill>
              <a:prstDash val="lgDash"/>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46" name="Rectangle 45">
              <a:extLst>
                <a:ext uri="{FF2B5EF4-FFF2-40B4-BE49-F238E27FC236}">
                  <a16:creationId xmlns:a16="http://schemas.microsoft.com/office/drawing/2014/main" id="{8C84E8DB-14EB-47C5-AF91-740B810AFE8E}"/>
                </a:ext>
              </a:extLst>
            </p:cNvPr>
            <p:cNvSpPr>
              <a:spLocks noChangeArrowheads="1"/>
            </p:cNvSpPr>
            <p:nvPr/>
          </p:nvSpPr>
          <p:spPr bwMode="auto">
            <a:xfrm>
              <a:off x="0" y="854075"/>
              <a:ext cx="22256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4000" b="1">
                  <a:effectLst>
                    <a:outerShdw blurRad="38100" dist="38100" dir="2700000" algn="tl">
                      <a:srgbClr val="FFFFFF"/>
                    </a:outerShdw>
                  </a:effectLst>
                  <a:latin typeface="黑体" panose="02010609060101010101" pitchFamily="49" charset="-122"/>
                  <a:ea typeface="黑体" panose="02010609060101010101" pitchFamily="49" charset="-122"/>
                </a:rPr>
                <a:t> </a:t>
              </a:r>
              <a:r>
                <a:rPr lang="zh-CN" altLang="en-US" sz="4000" b="1">
                  <a:solidFill>
                    <a:srgbClr val="01050F"/>
                  </a:solidFill>
                  <a:effectLst>
                    <a:outerShdw blurRad="38100" dist="38100" dir="2700000" algn="tl">
                      <a:srgbClr val="FFFFFF"/>
                    </a:outerShdw>
                  </a:effectLst>
                  <a:latin typeface="黑体" panose="02010609060101010101" pitchFamily="49" charset="-122"/>
                  <a:ea typeface="黑体" panose="02010609060101010101" pitchFamily="49" charset="-122"/>
                </a:rPr>
                <a:t>顶层</a:t>
              </a:r>
            </a:p>
          </p:txBody>
        </p:sp>
        <p:sp>
          <p:nvSpPr>
            <p:cNvPr id="47" name="Line 46">
              <a:extLst>
                <a:ext uri="{FF2B5EF4-FFF2-40B4-BE49-F238E27FC236}">
                  <a16:creationId xmlns:a16="http://schemas.microsoft.com/office/drawing/2014/main" id="{D04C1803-CA8E-4C27-BBF2-C9933C2F676F}"/>
                </a:ext>
              </a:extLst>
            </p:cNvPr>
            <p:cNvSpPr>
              <a:spLocks noChangeShapeType="1"/>
            </p:cNvSpPr>
            <p:nvPr/>
          </p:nvSpPr>
          <p:spPr bwMode="auto">
            <a:xfrm>
              <a:off x="76200" y="1951038"/>
              <a:ext cx="8839200" cy="0"/>
            </a:xfrm>
            <a:prstGeom prst="line">
              <a:avLst/>
            </a:prstGeom>
            <a:noFill/>
            <a:ln w="25400">
              <a:solidFill>
                <a:srgbClr val="01050F"/>
              </a:solidFill>
              <a:prstDash val="lgDash"/>
              <a:round/>
              <a:headEnd type="none" w="sm" len="sm"/>
              <a:tailEnd type="none" w="sm" len="sm"/>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8" name="Line 47">
              <a:extLst>
                <a:ext uri="{FF2B5EF4-FFF2-40B4-BE49-F238E27FC236}">
                  <a16:creationId xmlns:a16="http://schemas.microsoft.com/office/drawing/2014/main" id="{513E996F-77BB-4D84-885E-E51097081CEE}"/>
                </a:ext>
              </a:extLst>
            </p:cNvPr>
            <p:cNvSpPr>
              <a:spLocks noChangeShapeType="1"/>
            </p:cNvSpPr>
            <p:nvPr/>
          </p:nvSpPr>
          <p:spPr bwMode="auto">
            <a:xfrm>
              <a:off x="76200" y="4283075"/>
              <a:ext cx="8839200" cy="0"/>
            </a:xfrm>
            <a:prstGeom prst="line">
              <a:avLst/>
            </a:prstGeom>
            <a:noFill/>
            <a:ln w="25400">
              <a:solidFill>
                <a:srgbClr val="01050F"/>
              </a:solidFill>
              <a:prstDash val="lgDash"/>
              <a:round/>
              <a:headEnd type="none" w="sm" len="sm"/>
              <a:tailEnd type="none" w="sm" len="sm"/>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Rectangle 48">
              <a:extLst>
                <a:ext uri="{FF2B5EF4-FFF2-40B4-BE49-F238E27FC236}">
                  <a16:creationId xmlns:a16="http://schemas.microsoft.com/office/drawing/2014/main" id="{99C59F2D-81C1-4693-A2CD-E35E3D1C6342}"/>
                </a:ext>
              </a:extLst>
            </p:cNvPr>
            <p:cNvSpPr>
              <a:spLocks noChangeArrowheads="1"/>
            </p:cNvSpPr>
            <p:nvPr/>
          </p:nvSpPr>
          <p:spPr bwMode="auto">
            <a:xfrm>
              <a:off x="288925" y="1905000"/>
              <a:ext cx="9509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4000" b="1">
                  <a:solidFill>
                    <a:srgbClr val="01050F"/>
                  </a:solidFill>
                  <a:effectLst>
                    <a:outerShdw blurRad="38100" dist="38100" dir="2700000" algn="tl">
                      <a:srgbClr val="FFFFFF"/>
                    </a:outerShdw>
                  </a:effectLst>
                  <a:latin typeface="黑体" panose="02010609060101010101" pitchFamily="49" charset="-122"/>
                  <a:ea typeface="黑体" panose="02010609060101010101" pitchFamily="49" charset="-122"/>
                </a:rPr>
                <a:t>0</a:t>
              </a:r>
              <a:r>
                <a:rPr lang="zh-CN" altLang="en-US" sz="4000" b="1">
                  <a:solidFill>
                    <a:srgbClr val="01050F"/>
                  </a:solidFill>
                  <a:effectLst>
                    <a:outerShdw blurRad="38100" dist="38100" dir="2700000" algn="tl">
                      <a:srgbClr val="FFFFFF"/>
                    </a:outerShdw>
                  </a:effectLst>
                  <a:latin typeface="黑体" panose="02010609060101010101" pitchFamily="49" charset="-122"/>
                  <a:ea typeface="黑体" panose="02010609060101010101" pitchFamily="49" charset="-122"/>
                </a:rPr>
                <a:t>层</a:t>
              </a:r>
            </a:p>
          </p:txBody>
        </p:sp>
        <p:sp>
          <p:nvSpPr>
            <p:cNvPr id="50" name="Rectangle 49">
              <a:extLst>
                <a:ext uri="{FF2B5EF4-FFF2-40B4-BE49-F238E27FC236}">
                  <a16:creationId xmlns:a16="http://schemas.microsoft.com/office/drawing/2014/main" id="{B97082D6-E29C-4D4F-B00A-4D1C7C92E8B5}"/>
                </a:ext>
              </a:extLst>
            </p:cNvPr>
            <p:cNvSpPr>
              <a:spLocks noChangeArrowheads="1"/>
            </p:cNvSpPr>
            <p:nvPr/>
          </p:nvSpPr>
          <p:spPr bwMode="auto">
            <a:xfrm>
              <a:off x="60325" y="4389438"/>
              <a:ext cx="9509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4000" b="1">
                  <a:solidFill>
                    <a:srgbClr val="01050F"/>
                  </a:solidFill>
                  <a:effectLst>
                    <a:outerShdw blurRad="38100" dist="38100" dir="2700000" algn="tl">
                      <a:srgbClr val="FFFFFF"/>
                    </a:outerShdw>
                  </a:effectLst>
                  <a:latin typeface="黑体" panose="02010609060101010101" pitchFamily="49" charset="-122"/>
                  <a:ea typeface="黑体" panose="02010609060101010101" pitchFamily="49" charset="-122"/>
                </a:rPr>
                <a:t>1</a:t>
              </a:r>
              <a:r>
                <a:rPr lang="zh-CN" altLang="en-US" sz="4000" b="1">
                  <a:solidFill>
                    <a:srgbClr val="01050F"/>
                  </a:solidFill>
                  <a:effectLst>
                    <a:outerShdw blurRad="38100" dist="38100" dir="2700000" algn="tl">
                      <a:srgbClr val="FFFFFF"/>
                    </a:outerShdw>
                  </a:effectLst>
                  <a:latin typeface="黑体" panose="02010609060101010101" pitchFamily="49" charset="-122"/>
                  <a:ea typeface="黑体" panose="02010609060101010101" pitchFamily="49" charset="-122"/>
                </a:rPr>
                <a:t>层</a:t>
              </a:r>
              <a:endParaRPr lang="zh-CN" altLang="en-US" sz="4000" b="1">
                <a:effectLst>
                  <a:outerShdw blurRad="38100" dist="38100" dir="2700000" algn="tl">
                    <a:srgbClr val="FFFFFF"/>
                  </a:outerShdw>
                </a:effectLst>
                <a:latin typeface="黑体" panose="02010609060101010101" pitchFamily="49" charset="-122"/>
                <a:ea typeface="黑体" panose="02010609060101010101" pitchFamily="49" charset="-122"/>
              </a:endParaRPr>
            </a:p>
          </p:txBody>
        </p:sp>
        <p:sp>
          <p:nvSpPr>
            <p:cNvPr id="51" name="Rectangle 50">
              <a:extLst>
                <a:ext uri="{FF2B5EF4-FFF2-40B4-BE49-F238E27FC236}">
                  <a16:creationId xmlns:a16="http://schemas.microsoft.com/office/drawing/2014/main" id="{D4BA6BC6-FD01-4593-867A-EB892EF65280}"/>
                </a:ext>
              </a:extLst>
            </p:cNvPr>
            <p:cNvSpPr>
              <a:spLocks noChangeArrowheads="1"/>
            </p:cNvSpPr>
            <p:nvPr/>
          </p:nvSpPr>
          <p:spPr bwMode="auto">
            <a:xfrm>
              <a:off x="5730876" y="854075"/>
              <a:ext cx="4318611" cy="732280"/>
            </a:xfrm>
            <a:prstGeom prst="rect">
              <a:avLst/>
            </a:prstGeom>
            <a:noFill/>
            <a:ln w="9525">
              <a:solidFill>
                <a:srgbClr val="01050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eaLnBrk="0" hangingPunct="0"/>
              <a:r>
                <a:rPr lang="en-US" altLang="zh-CN" sz="3600" b="1" dirty="0">
                  <a:solidFill>
                    <a:srgbClr val="01050F"/>
                  </a:solidFill>
                  <a:effectLst>
                    <a:outerShdw blurRad="38100" dist="38100" dir="2700000" algn="tl">
                      <a:srgbClr val="FFFFFF"/>
                    </a:outerShdw>
                  </a:effectLst>
                  <a:latin typeface="宋体" panose="02010600030101010101" pitchFamily="2" charset="-122"/>
                </a:rPr>
                <a:t>(</a:t>
              </a:r>
              <a:r>
                <a:rPr lang="zh-CN" altLang="en-US" sz="3600" b="1" dirty="0">
                  <a:solidFill>
                    <a:srgbClr val="01050F"/>
                  </a:solidFill>
                  <a:effectLst>
                    <a:outerShdw blurRad="38100" dist="38100" dir="2700000" algn="tl">
                      <a:srgbClr val="FFFFFF"/>
                    </a:outerShdw>
                  </a:effectLst>
                  <a:latin typeface="宋体" panose="02010600030101010101" pitchFamily="2" charset="-122"/>
                </a:rPr>
                <a:t>基本系统模型</a:t>
              </a:r>
              <a:r>
                <a:rPr lang="en-US" altLang="zh-CN" sz="3600" b="1" dirty="0">
                  <a:solidFill>
                    <a:srgbClr val="01050F"/>
                  </a:solidFill>
                  <a:effectLst>
                    <a:outerShdw blurRad="38100" dist="38100" dir="2700000" algn="tl">
                      <a:srgbClr val="FFFFFF"/>
                    </a:outerShdw>
                  </a:effectLst>
                  <a:latin typeface="宋体" panose="02010600030101010101" pitchFamily="2" charset="-122"/>
                </a:rPr>
                <a:t>)</a:t>
              </a:r>
            </a:p>
          </p:txBody>
        </p:sp>
        <p:sp>
          <p:nvSpPr>
            <p:cNvPr id="52" name="Rectangle 51">
              <a:extLst>
                <a:ext uri="{FF2B5EF4-FFF2-40B4-BE49-F238E27FC236}">
                  <a16:creationId xmlns:a16="http://schemas.microsoft.com/office/drawing/2014/main" id="{654CA35D-DE3B-448F-9C67-82198618C4B1}"/>
                </a:ext>
              </a:extLst>
            </p:cNvPr>
            <p:cNvSpPr>
              <a:spLocks noChangeArrowheads="1"/>
            </p:cNvSpPr>
            <p:nvPr/>
          </p:nvSpPr>
          <p:spPr bwMode="auto">
            <a:xfrm>
              <a:off x="5486397" y="2563862"/>
              <a:ext cx="4318611" cy="732280"/>
            </a:xfrm>
            <a:prstGeom prst="rect">
              <a:avLst/>
            </a:prstGeom>
            <a:noFill/>
            <a:ln w="9525">
              <a:solidFill>
                <a:srgbClr val="01050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600" b="1" dirty="0">
                  <a:solidFill>
                    <a:srgbClr val="01050F"/>
                  </a:solidFill>
                  <a:effectLst>
                    <a:outerShdw blurRad="38100" dist="38100" dir="2700000" algn="tl">
                      <a:srgbClr val="FFFFFF"/>
                    </a:outerShdw>
                  </a:effectLst>
                  <a:latin typeface="宋体" panose="02010600030101010101" pitchFamily="2" charset="-122"/>
                </a:rPr>
                <a:t>(</a:t>
              </a:r>
              <a:r>
                <a:rPr lang="zh-CN" altLang="en-US" sz="3600" b="1" dirty="0">
                  <a:solidFill>
                    <a:srgbClr val="01050F"/>
                  </a:solidFill>
                  <a:effectLst>
                    <a:outerShdw blurRad="38100" dist="38100" dir="2700000" algn="tl">
                      <a:srgbClr val="FFFFFF"/>
                    </a:outerShdw>
                  </a:effectLst>
                  <a:latin typeface="宋体" panose="02010600030101010101" pitchFamily="2" charset="-122"/>
                </a:rPr>
                <a:t>系统的子功能</a:t>
              </a:r>
              <a:r>
                <a:rPr lang="en-US" altLang="zh-CN" sz="3600" b="1" dirty="0">
                  <a:solidFill>
                    <a:srgbClr val="01050F"/>
                  </a:solidFill>
                  <a:effectLst>
                    <a:outerShdw blurRad="38100" dist="38100" dir="2700000" algn="tl">
                      <a:srgbClr val="FFFFFF"/>
                    </a:outerShdw>
                  </a:effectLst>
                  <a:latin typeface="宋体" panose="02010600030101010101" pitchFamily="2" charset="-122"/>
                </a:rPr>
                <a:t>)</a:t>
              </a:r>
            </a:p>
          </p:txBody>
        </p:sp>
      </p:grpSp>
      <p:sp>
        <p:nvSpPr>
          <p:cNvPr id="53" name="标题 52">
            <a:extLst>
              <a:ext uri="{FF2B5EF4-FFF2-40B4-BE49-F238E27FC236}">
                <a16:creationId xmlns:a16="http://schemas.microsoft.com/office/drawing/2014/main" id="{9B062BA9-F08B-4487-8E38-D77546B55460}"/>
              </a:ext>
            </a:extLst>
          </p:cNvPr>
          <p:cNvSpPr>
            <a:spLocks noGrp="1"/>
          </p:cNvSpPr>
          <p:nvPr>
            <p:ph type="title"/>
          </p:nvPr>
        </p:nvSpPr>
        <p:spPr/>
        <p:txBody>
          <a:bodyPr/>
          <a:lstStyle/>
          <a:p>
            <a:r>
              <a:rPr lang="en-US" altLang="zh-CN" dirty="0">
                <a:solidFill>
                  <a:srgbClr val="B04C03"/>
                </a:solidFill>
                <a:effectLst>
                  <a:outerShdw blurRad="38100" dist="38100" dir="2700000" algn="tl">
                    <a:srgbClr val="000000"/>
                  </a:outerShdw>
                </a:effectLst>
                <a:latin typeface="宋体" panose="02010600030101010101" pitchFamily="2" charset="-122"/>
              </a:rPr>
              <a:t>DFD</a:t>
            </a:r>
            <a:r>
              <a:rPr lang="zh-CN" altLang="en-US" dirty="0">
                <a:solidFill>
                  <a:srgbClr val="B04C03"/>
                </a:solidFill>
                <a:effectLst>
                  <a:outerShdw blurRad="38100" dist="38100" dir="2700000" algn="tl">
                    <a:srgbClr val="000000"/>
                  </a:outerShdw>
                </a:effectLst>
                <a:latin typeface="宋体" panose="02010600030101010101" pitchFamily="2" charset="-122"/>
              </a:rPr>
              <a:t>的分层表示</a:t>
            </a:r>
            <a:endParaRPr lang="zh-CN" altLang="en-US" dirty="0"/>
          </a:p>
        </p:txBody>
      </p:sp>
    </p:spTree>
    <p:extLst>
      <p:ext uri="{BB962C8B-B14F-4D97-AF65-F5344CB8AC3E}">
        <p14:creationId xmlns:p14="http://schemas.microsoft.com/office/powerpoint/2010/main" val="3408079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7E7D7EAF-F5E6-4AA9-8840-E530230DCF0A}"/>
              </a:ext>
            </a:extLst>
          </p:cNvPr>
          <p:cNvSpPr>
            <a:spLocks noGrp="1" noChangeArrowheads="1"/>
          </p:cNvSpPr>
          <p:nvPr>
            <p:ph type="title"/>
          </p:nvPr>
        </p:nvSpPr>
        <p:spPr>
          <a:xfrm>
            <a:off x="1208088" y="609600"/>
            <a:ext cx="7227887" cy="1143000"/>
          </a:xfrm>
        </p:spPr>
        <p:txBody>
          <a:bodyPr/>
          <a:lstStyle/>
          <a:p>
            <a:r>
              <a:rPr lang="en-US" altLang="zh-CN" sz="4000"/>
              <a:t>2</a:t>
            </a:r>
            <a:r>
              <a:rPr lang="zh-CN" altLang="en-US" sz="4000"/>
              <a:t>） 画分层</a:t>
            </a:r>
            <a:r>
              <a:rPr lang="en-US" altLang="zh-CN" sz="4000"/>
              <a:t>DFD</a:t>
            </a:r>
            <a:endParaRPr lang="en-US" altLang="zh-CN" sz="4000">
              <a:latin typeface="宋体" panose="02010600030101010101" pitchFamily="2" charset="-122"/>
            </a:endParaRPr>
          </a:p>
        </p:txBody>
      </p:sp>
      <p:sp>
        <p:nvSpPr>
          <p:cNvPr id="21507" name="Rectangle 3">
            <a:extLst>
              <a:ext uri="{FF2B5EF4-FFF2-40B4-BE49-F238E27FC236}">
                <a16:creationId xmlns:a16="http://schemas.microsoft.com/office/drawing/2014/main" id="{C54E0513-2904-497B-B277-1A13116B9B02}"/>
              </a:ext>
            </a:extLst>
          </p:cNvPr>
          <p:cNvSpPr>
            <a:spLocks noGrp="1" noChangeArrowheads="1"/>
          </p:cNvSpPr>
          <p:nvPr>
            <p:ph idx="1"/>
          </p:nvPr>
        </p:nvSpPr>
        <p:spPr>
          <a:xfrm>
            <a:off x="762000" y="1828800"/>
            <a:ext cx="8382000" cy="4495800"/>
          </a:xfrm>
        </p:spPr>
        <p:txBody>
          <a:bodyPr/>
          <a:lstStyle/>
          <a:p>
            <a:pPr>
              <a:lnSpc>
                <a:spcPct val="120000"/>
              </a:lnSpc>
              <a:buFontTx/>
              <a:buNone/>
            </a:pPr>
            <a:r>
              <a:rPr lang="en-US" altLang="zh-CN" b="1">
                <a:latin typeface="宋体" panose="02010600030101010101" pitchFamily="2" charset="-122"/>
              </a:rPr>
              <a:t>(1)</a:t>
            </a:r>
            <a:r>
              <a:rPr lang="zh-CN" altLang="en-US" b="1">
                <a:latin typeface="宋体" panose="02010600030101010101" pitchFamily="2" charset="-122"/>
              </a:rPr>
              <a:t>先画出顶层</a:t>
            </a:r>
            <a:r>
              <a:rPr lang="en-US" altLang="zh-CN" b="1">
                <a:latin typeface="宋体" panose="02010600030101010101" pitchFamily="2" charset="-122"/>
              </a:rPr>
              <a:t>DFD</a:t>
            </a:r>
            <a:r>
              <a:rPr lang="zh-CN" altLang="en-US" b="1">
                <a:latin typeface="宋体" panose="02010600030101010101" pitchFamily="2" charset="-122"/>
              </a:rPr>
              <a:t>。</a:t>
            </a:r>
          </a:p>
          <a:p>
            <a:pPr>
              <a:lnSpc>
                <a:spcPct val="120000"/>
              </a:lnSpc>
              <a:buFontTx/>
              <a:buNone/>
            </a:pPr>
            <a:r>
              <a:rPr lang="en-US" altLang="zh-CN" b="1">
                <a:latin typeface="宋体" panose="02010600030101010101" pitchFamily="2" charset="-122"/>
              </a:rPr>
              <a:t>(2)</a:t>
            </a:r>
            <a:r>
              <a:rPr lang="zh-CN" altLang="en-US" b="1">
                <a:latin typeface="宋体" panose="02010600030101010101" pitchFamily="2" charset="-122"/>
              </a:rPr>
              <a:t>自顶向下画出各层</a:t>
            </a:r>
            <a:r>
              <a:rPr lang="en-US" altLang="zh-CN" b="1">
                <a:latin typeface="宋体" panose="02010600030101010101" pitchFamily="2" charset="-122"/>
              </a:rPr>
              <a:t>DFD</a:t>
            </a:r>
          </a:p>
          <a:p>
            <a:pPr>
              <a:lnSpc>
                <a:spcPct val="120000"/>
              </a:lnSpc>
              <a:buFontTx/>
              <a:buNone/>
            </a:pPr>
            <a:r>
              <a:rPr lang="en-US" altLang="zh-CN" b="1">
                <a:latin typeface="宋体" panose="02010600030101010101" pitchFamily="2" charset="-122"/>
              </a:rPr>
              <a:t>   </a:t>
            </a:r>
            <a:r>
              <a:rPr lang="zh-CN" altLang="en-US" b="1">
                <a:solidFill>
                  <a:srgbClr val="B04C03"/>
                </a:solidFill>
                <a:latin typeface="宋体" panose="02010600030101010101" pitchFamily="2" charset="-122"/>
              </a:rPr>
              <a:t>分解原则：</a:t>
            </a:r>
          </a:p>
          <a:p>
            <a:pPr>
              <a:lnSpc>
                <a:spcPct val="120000"/>
              </a:lnSpc>
              <a:buFontTx/>
              <a:buNone/>
            </a:pPr>
            <a:r>
              <a:rPr lang="zh-CN" altLang="en-US" b="1">
                <a:latin typeface="宋体" panose="02010600030101010101" pitchFamily="2" charset="-122"/>
              </a:rPr>
              <a:t>   分解后的软件成分有相对独立功能</a:t>
            </a:r>
          </a:p>
          <a:p>
            <a:pPr>
              <a:lnSpc>
                <a:spcPct val="120000"/>
              </a:lnSpc>
              <a:buFontTx/>
              <a:buNone/>
            </a:pPr>
            <a:r>
              <a:rPr lang="zh-CN" altLang="en-US" b="1">
                <a:latin typeface="宋体" panose="02010600030101010101" pitchFamily="2" charset="-122"/>
              </a:rPr>
              <a:t>   一次分解不要加入细节过多</a:t>
            </a:r>
          </a:p>
          <a:p>
            <a:pPr>
              <a:lnSpc>
                <a:spcPct val="120000"/>
              </a:lnSpc>
              <a:buFontTx/>
              <a:buNone/>
            </a:pPr>
            <a:r>
              <a:rPr lang="zh-CN" altLang="en-US" b="1">
                <a:latin typeface="宋体" panose="02010600030101010101" pitchFamily="2" charset="-122"/>
              </a:rPr>
              <a:t>   </a:t>
            </a:r>
            <a:r>
              <a:rPr lang="zh-CN" altLang="en-US" b="1">
                <a:solidFill>
                  <a:srgbClr val="B04C03"/>
                </a:solidFill>
                <a:latin typeface="宋体" panose="02010600030101010101" pitchFamily="2" charset="-122"/>
              </a:rPr>
              <a:t>由外向里画</a:t>
            </a:r>
            <a:r>
              <a:rPr lang="en-US" altLang="zh-CN" b="1">
                <a:latin typeface="宋体" panose="02010600030101010101" pitchFamily="2" charset="-122"/>
              </a:rPr>
              <a:t>DFD</a:t>
            </a:r>
            <a:endParaRPr lang="en-US" altLang="zh-CN">
              <a:latin typeface="宋体" panose="02010600030101010101" pitchFamily="2" charset="-122"/>
            </a:endParaRPr>
          </a:p>
        </p:txBody>
      </p:sp>
      <p:sp>
        <p:nvSpPr>
          <p:cNvPr id="21508" name="Oval 4">
            <a:extLst>
              <a:ext uri="{FF2B5EF4-FFF2-40B4-BE49-F238E27FC236}">
                <a16:creationId xmlns:a16="http://schemas.microsoft.com/office/drawing/2014/main" id="{41DCD769-1879-45C5-8966-5CE86BD89F0F}"/>
              </a:ext>
            </a:extLst>
          </p:cNvPr>
          <p:cNvSpPr>
            <a:spLocks noChangeArrowheads="1"/>
          </p:cNvSpPr>
          <p:nvPr/>
        </p:nvSpPr>
        <p:spPr bwMode="auto">
          <a:xfrm>
            <a:off x="5943600" y="5334000"/>
            <a:ext cx="1295400" cy="11430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09" name="Line 5">
            <a:extLst>
              <a:ext uri="{FF2B5EF4-FFF2-40B4-BE49-F238E27FC236}">
                <a16:creationId xmlns:a16="http://schemas.microsoft.com/office/drawing/2014/main" id="{3476F354-EABA-4C9F-B05F-6E1AA94DD069}"/>
              </a:ext>
            </a:extLst>
          </p:cNvPr>
          <p:cNvSpPr>
            <a:spLocks noChangeShapeType="1"/>
          </p:cNvSpPr>
          <p:nvPr/>
        </p:nvSpPr>
        <p:spPr bwMode="auto">
          <a:xfrm>
            <a:off x="4800600" y="5943600"/>
            <a:ext cx="1143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510" name="Line 6">
            <a:extLst>
              <a:ext uri="{FF2B5EF4-FFF2-40B4-BE49-F238E27FC236}">
                <a16:creationId xmlns:a16="http://schemas.microsoft.com/office/drawing/2014/main" id="{5E8345E8-3EF6-4861-9882-1BE838F904BD}"/>
              </a:ext>
            </a:extLst>
          </p:cNvPr>
          <p:cNvSpPr>
            <a:spLocks noChangeShapeType="1"/>
          </p:cNvSpPr>
          <p:nvPr/>
        </p:nvSpPr>
        <p:spPr bwMode="auto">
          <a:xfrm>
            <a:off x="7239000" y="5943600"/>
            <a:ext cx="1600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511" name="Text Box 7">
            <a:extLst>
              <a:ext uri="{FF2B5EF4-FFF2-40B4-BE49-F238E27FC236}">
                <a16:creationId xmlns:a16="http://schemas.microsoft.com/office/drawing/2014/main" id="{55D1E211-6FC2-4FDD-9D34-2A7FAED81975}"/>
              </a:ext>
            </a:extLst>
          </p:cNvPr>
          <p:cNvSpPr txBox="1">
            <a:spLocks noChangeArrowheads="1"/>
          </p:cNvSpPr>
          <p:nvPr/>
        </p:nvSpPr>
        <p:spPr bwMode="auto">
          <a:xfrm>
            <a:off x="4838700" y="5546725"/>
            <a:ext cx="1219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t>报名单</a:t>
            </a:r>
          </a:p>
        </p:txBody>
      </p:sp>
      <p:sp>
        <p:nvSpPr>
          <p:cNvPr id="21512" name="Text Box 8">
            <a:extLst>
              <a:ext uri="{FF2B5EF4-FFF2-40B4-BE49-F238E27FC236}">
                <a16:creationId xmlns:a16="http://schemas.microsoft.com/office/drawing/2014/main" id="{0D0C4672-10BB-4109-B6E7-D243294DB3FB}"/>
              </a:ext>
            </a:extLst>
          </p:cNvPr>
          <p:cNvSpPr txBox="1">
            <a:spLocks noChangeArrowheads="1"/>
          </p:cNvSpPr>
          <p:nvPr/>
        </p:nvSpPr>
        <p:spPr bwMode="auto">
          <a:xfrm>
            <a:off x="7315200" y="5562600"/>
            <a:ext cx="1600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t>合格报名单</a:t>
            </a:r>
          </a:p>
        </p:txBody>
      </p:sp>
      <p:sp>
        <p:nvSpPr>
          <p:cNvPr id="21513" name="Text Box 9">
            <a:extLst>
              <a:ext uri="{FF2B5EF4-FFF2-40B4-BE49-F238E27FC236}">
                <a16:creationId xmlns:a16="http://schemas.microsoft.com/office/drawing/2014/main" id="{9B4FBE33-FEF9-41FB-BD49-404B5A59EF60}"/>
              </a:ext>
            </a:extLst>
          </p:cNvPr>
          <p:cNvSpPr txBox="1">
            <a:spLocks noChangeArrowheads="1"/>
          </p:cNvSpPr>
          <p:nvPr/>
        </p:nvSpPr>
        <p:spPr bwMode="auto">
          <a:xfrm>
            <a:off x="6080125" y="5534025"/>
            <a:ext cx="990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000"/>
              <a:t>检验 报名单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15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3"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AFAF8907-B942-499F-A702-F672436E9309}"/>
              </a:ext>
            </a:extLst>
          </p:cNvPr>
          <p:cNvSpPr>
            <a:spLocks noGrp="1" noChangeArrowheads="1"/>
          </p:cNvSpPr>
          <p:nvPr>
            <p:ph type="title"/>
          </p:nvPr>
        </p:nvSpPr>
        <p:spPr>
          <a:xfrm>
            <a:off x="1208088" y="609600"/>
            <a:ext cx="7227887" cy="1143000"/>
          </a:xfrm>
        </p:spPr>
        <p:txBody>
          <a:bodyPr/>
          <a:lstStyle/>
          <a:p>
            <a:r>
              <a:rPr lang="en-US" altLang="zh-CN" sz="4000"/>
              <a:t>2</a:t>
            </a:r>
            <a:r>
              <a:rPr lang="zh-CN" altLang="en-US" sz="4000"/>
              <a:t>） 画分层</a:t>
            </a:r>
            <a:r>
              <a:rPr lang="en-US" altLang="zh-CN" sz="4000"/>
              <a:t>DFD</a:t>
            </a:r>
          </a:p>
        </p:txBody>
      </p:sp>
      <p:sp>
        <p:nvSpPr>
          <p:cNvPr id="22531" name="Rectangle 3">
            <a:extLst>
              <a:ext uri="{FF2B5EF4-FFF2-40B4-BE49-F238E27FC236}">
                <a16:creationId xmlns:a16="http://schemas.microsoft.com/office/drawing/2014/main" id="{47F62BD8-6613-4A85-A965-95B878213873}"/>
              </a:ext>
            </a:extLst>
          </p:cNvPr>
          <p:cNvSpPr>
            <a:spLocks noGrp="1" noChangeArrowheads="1"/>
          </p:cNvSpPr>
          <p:nvPr>
            <p:ph idx="1"/>
          </p:nvPr>
        </p:nvSpPr>
        <p:spPr>
          <a:xfrm>
            <a:off x="685800" y="2133600"/>
            <a:ext cx="8153400" cy="4191000"/>
          </a:xfrm>
        </p:spPr>
        <p:txBody>
          <a:bodyPr/>
          <a:lstStyle/>
          <a:p>
            <a:pPr>
              <a:lnSpc>
                <a:spcPct val="120000"/>
              </a:lnSpc>
              <a:buFontTx/>
              <a:buNone/>
            </a:pPr>
            <a:r>
              <a:rPr lang="en-US" altLang="zh-CN" b="1">
                <a:latin typeface="宋体" panose="02010600030101010101" pitchFamily="2" charset="-122"/>
              </a:rPr>
              <a:t>(3)</a:t>
            </a:r>
            <a:r>
              <a:rPr lang="zh-CN" altLang="en-US" b="1">
                <a:latin typeface="宋体" panose="02010600030101010101" pitchFamily="2" charset="-122"/>
              </a:rPr>
              <a:t>先考虑稳定状态，忽略系统的工作条件， 即怎么开始、怎么结束的。</a:t>
            </a:r>
          </a:p>
          <a:p>
            <a:pPr>
              <a:lnSpc>
                <a:spcPct val="120000"/>
              </a:lnSpc>
              <a:buFontTx/>
              <a:buNone/>
            </a:pPr>
            <a:r>
              <a:rPr lang="en-US" altLang="zh-CN" b="1">
                <a:latin typeface="宋体" panose="02010600030101010101" pitchFamily="2" charset="-122"/>
              </a:rPr>
              <a:t>(4)</a:t>
            </a:r>
            <a:r>
              <a:rPr lang="zh-CN" altLang="en-US" b="1">
                <a:latin typeface="宋体" panose="02010600030101010101" pitchFamily="2" charset="-122"/>
              </a:rPr>
              <a:t>忽略琐碎的枝节，如出错处理等。</a:t>
            </a:r>
          </a:p>
          <a:p>
            <a:pPr>
              <a:lnSpc>
                <a:spcPct val="120000"/>
              </a:lnSpc>
              <a:buFontTx/>
              <a:buNone/>
            </a:pPr>
            <a:endParaRPr lang="zh-CN" altLang="en-US" b="1">
              <a:latin typeface="宋体" panose="02010600030101010101" pitchFamily="2" charset="-122"/>
            </a:endParaRPr>
          </a:p>
          <a:p>
            <a:pPr>
              <a:lnSpc>
                <a:spcPct val="120000"/>
              </a:lnSpc>
              <a:buFontTx/>
              <a:buNone/>
            </a:pPr>
            <a:r>
              <a:rPr lang="en-US" altLang="zh-CN" b="1">
                <a:latin typeface="宋体" panose="02010600030101010101" pitchFamily="2" charset="-122"/>
              </a:rPr>
              <a:t>(5)</a:t>
            </a:r>
            <a:r>
              <a:rPr lang="zh-CN" altLang="en-US" b="1">
                <a:latin typeface="宋体" panose="02010600030101010101" pitchFamily="2" charset="-122"/>
              </a:rPr>
              <a:t>随时准备重画</a:t>
            </a:r>
            <a:r>
              <a:rPr lang="zh-CN" altLang="en-US" sz="3600" b="1">
                <a:latin typeface="宋体" panose="02010600030101010101" pitchFamily="2" charset="-122"/>
              </a:rPr>
              <a:t> </a:t>
            </a:r>
            <a:endParaRPr lang="zh-CN" altLang="en-US" sz="3600">
              <a:latin typeface="宋体" panose="02010600030101010101" pitchFamily="2" charset="-122"/>
            </a:endParaRPr>
          </a:p>
        </p:txBody>
      </p:sp>
      <p:grpSp>
        <p:nvGrpSpPr>
          <p:cNvPr id="22532" name="Group 4">
            <a:extLst>
              <a:ext uri="{FF2B5EF4-FFF2-40B4-BE49-F238E27FC236}">
                <a16:creationId xmlns:a16="http://schemas.microsoft.com/office/drawing/2014/main" id="{4916F225-8AE2-4457-84EA-E6115ADFC68F}"/>
              </a:ext>
            </a:extLst>
          </p:cNvPr>
          <p:cNvGrpSpPr>
            <a:grpSpLocks/>
          </p:cNvGrpSpPr>
          <p:nvPr/>
        </p:nvGrpSpPr>
        <p:grpSpPr bwMode="auto">
          <a:xfrm>
            <a:off x="4419600" y="4086225"/>
            <a:ext cx="4114800" cy="1843088"/>
            <a:chOff x="2784" y="2574"/>
            <a:chExt cx="2592" cy="1161"/>
          </a:xfrm>
        </p:grpSpPr>
        <p:sp>
          <p:nvSpPr>
            <p:cNvPr id="22533" name="Oval 5">
              <a:extLst>
                <a:ext uri="{FF2B5EF4-FFF2-40B4-BE49-F238E27FC236}">
                  <a16:creationId xmlns:a16="http://schemas.microsoft.com/office/drawing/2014/main" id="{0B51176A-A88B-4033-B23D-BDAEEC160998}"/>
                </a:ext>
              </a:extLst>
            </p:cNvPr>
            <p:cNvSpPr>
              <a:spLocks noChangeArrowheads="1"/>
            </p:cNvSpPr>
            <p:nvPr/>
          </p:nvSpPr>
          <p:spPr bwMode="auto">
            <a:xfrm>
              <a:off x="3504" y="2574"/>
              <a:ext cx="816" cy="72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34" name="Line 6">
              <a:extLst>
                <a:ext uri="{FF2B5EF4-FFF2-40B4-BE49-F238E27FC236}">
                  <a16:creationId xmlns:a16="http://schemas.microsoft.com/office/drawing/2014/main" id="{BAD021D2-08ED-4FCB-A2AB-3087A0D44977}"/>
                </a:ext>
              </a:extLst>
            </p:cNvPr>
            <p:cNvSpPr>
              <a:spLocks noChangeShapeType="1"/>
            </p:cNvSpPr>
            <p:nvPr/>
          </p:nvSpPr>
          <p:spPr bwMode="auto">
            <a:xfrm>
              <a:off x="2784" y="2958"/>
              <a:ext cx="72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535" name="Line 7">
              <a:extLst>
                <a:ext uri="{FF2B5EF4-FFF2-40B4-BE49-F238E27FC236}">
                  <a16:creationId xmlns:a16="http://schemas.microsoft.com/office/drawing/2014/main" id="{FB784296-76D3-4F7A-A855-5F7DA7AB1798}"/>
                </a:ext>
              </a:extLst>
            </p:cNvPr>
            <p:cNvSpPr>
              <a:spLocks noChangeShapeType="1"/>
            </p:cNvSpPr>
            <p:nvPr/>
          </p:nvSpPr>
          <p:spPr bwMode="auto">
            <a:xfrm>
              <a:off x="4320" y="2958"/>
              <a:ext cx="10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536" name="Text Box 8">
              <a:extLst>
                <a:ext uri="{FF2B5EF4-FFF2-40B4-BE49-F238E27FC236}">
                  <a16:creationId xmlns:a16="http://schemas.microsoft.com/office/drawing/2014/main" id="{33F05F6E-22C2-40B1-855C-BE533603F162}"/>
                </a:ext>
              </a:extLst>
            </p:cNvPr>
            <p:cNvSpPr txBox="1">
              <a:spLocks noChangeArrowheads="1"/>
            </p:cNvSpPr>
            <p:nvPr/>
          </p:nvSpPr>
          <p:spPr bwMode="auto">
            <a:xfrm>
              <a:off x="2808" y="2708"/>
              <a:ext cx="76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t>报名单</a:t>
              </a:r>
            </a:p>
          </p:txBody>
        </p:sp>
        <p:sp>
          <p:nvSpPr>
            <p:cNvPr id="22537" name="Text Box 9">
              <a:extLst>
                <a:ext uri="{FF2B5EF4-FFF2-40B4-BE49-F238E27FC236}">
                  <a16:creationId xmlns:a16="http://schemas.microsoft.com/office/drawing/2014/main" id="{1BC52402-782B-4819-B7FB-AF408EC5C766}"/>
                </a:ext>
              </a:extLst>
            </p:cNvPr>
            <p:cNvSpPr txBox="1">
              <a:spLocks noChangeArrowheads="1"/>
            </p:cNvSpPr>
            <p:nvPr/>
          </p:nvSpPr>
          <p:spPr bwMode="auto">
            <a:xfrm>
              <a:off x="4368" y="2718"/>
              <a:ext cx="100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t>合格报名单</a:t>
              </a:r>
            </a:p>
          </p:txBody>
        </p:sp>
        <p:sp>
          <p:nvSpPr>
            <p:cNvPr id="22538" name="Text Box 10">
              <a:extLst>
                <a:ext uri="{FF2B5EF4-FFF2-40B4-BE49-F238E27FC236}">
                  <a16:creationId xmlns:a16="http://schemas.microsoft.com/office/drawing/2014/main" id="{C1C182FC-75F9-4F66-AF66-5DE7F863E77E}"/>
                </a:ext>
              </a:extLst>
            </p:cNvPr>
            <p:cNvSpPr txBox="1">
              <a:spLocks noChangeArrowheads="1"/>
            </p:cNvSpPr>
            <p:nvPr/>
          </p:nvSpPr>
          <p:spPr bwMode="auto">
            <a:xfrm>
              <a:off x="3590" y="2700"/>
              <a:ext cx="62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000"/>
                <a:t>检验 报名单</a:t>
              </a:r>
            </a:p>
          </p:txBody>
        </p:sp>
        <p:sp>
          <p:nvSpPr>
            <p:cNvPr id="22539" name="Freeform 11">
              <a:extLst>
                <a:ext uri="{FF2B5EF4-FFF2-40B4-BE49-F238E27FC236}">
                  <a16:creationId xmlns:a16="http://schemas.microsoft.com/office/drawing/2014/main" id="{3FA16614-1810-4593-82CB-C3D612054574}"/>
                </a:ext>
              </a:extLst>
            </p:cNvPr>
            <p:cNvSpPr>
              <a:spLocks/>
            </p:cNvSpPr>
            <p:nvPr/>
          </p:nvSpPr>
          <p:spPr bwMode="auto">
            <a:xfrm>
              <a:off x="4224" y="3168"/>
              <a:ext cx="224" cy="328"/>
            </a:xfrm>
            <a:custGeom>
              <a:avLst/>
              <a:gdLst>
                <a:gd name="T0" fmla="*/ 0 w 224"/>
                <a:gd name="T1" fmla="*/ 0 h 328"/>
                <a:gd name="T2" fmla="*/ 192 w 224"/>
                <a:gd name="T3" fmla="*/ 48 h 328"/>
                <a:gd name="T4" fmla="*/ 192 w 224"/>
                <a:gd name="T5" fmla="*/ 288 h 328"/>
                <a:gd name="T6" fmla="*/ 96 w 224"/>
                <a:gd name="T7" fmla="*/ 288 h 328"/>
              </a:gdLst>
              <a:ahLst/>
              <a:cxnLst>
                <a:cxn ang="0">
                  <a:pos x="T0" y="T1"/>
                </a:cxn>
                <a:cxn ang="0">
                  <a:pos x="T2" y="T3"/>
                </a:cxn>
                <a:cxn ang="0">
                  <a:pos x="T4" y="T5"/>
                </a:cxn>
                <a:cxn ang="0">
                  <a:pos x="T6" y="T7"/>
                </a:cxn>
              </a:cxnLst>
              <a:rect l="0" t="0" r="r" b="b"/>
              <a:pathLst>
                <a:path w="224" h="328">
                  <a:moveTo>
                    <a:pt x="0" y="0"/>
                  </a:moveTo>
                  <a:cubicBezTo>
                    <a:pt x="80" y="0"/>
                    <a:pt x="160" y="0"/>
                    <a:pt x="192" y="48"/>
                  </a:cubicBezTo>
                  <a:cubicBezTo>
                    <a:pt x="224" y="96"/>
                    <a:pt x="208" y="248"/>
                    <a:pt x="192" y="288"/>
                  </a:cubicBezTo>
                  <a:cubicBezTo>
                    <a:pt x="176" y="328"/>
                    <a:pt x="136" y="308"/>
                    <a:pt x="96" y="288"/>
                  </a:cubicBezTo>
                </a:path>
              </a:pathLst>
            </a:custGeom>
            <a:noFill/>
            <a:ln w="9525">
              <a:solidFill>
                <a:srgbClr val="FF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540" name="Text Box 12">
              <a:extLst>
                <a:ext uri="{FF2B5EF4-FFF2-40B4-BE49-F238E27FC236}">
                  <a16:creationId xmlns:a16="http://schemas.microsoft.com/office/drawing/2014/main" id="{9BB2405B-6A88-47A7-BCAB-0DA52C6C238A}"/>
                </a:ext>
              </a:extLst>
            </p:cNvPr>
            <p:cNvSpPr txBox="1">
              <a:spLocks noChangeArrowheads="1"/>
            </p:cNvSpPr>
            <p:nvPr/>
          </p:nvSpPr>
          <p:spPr bwMode="auto">
            <a:xfrm>
              <a:off x="4128" y="3504"/>
              <a:ext cx="105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a:solidFill>
                    <a:srgbClr val="FF0000"/>
                  </a:solidFill>
                </a:rPr>
                <a:t>错误的报名单</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D9BA7AC9-DFD6-43FD-9123-6BAD3AD7B24C}"/>
              </a:ext>
            </a:extLst>
          </p:cNvPr>
          <p:cNvSpPr>
            <a:spLocks noGrp="1" noChangeArrowheads="1"/>
          </p:cNvSpPr>
          <p:nvPr>
            <p:ph type="title"/>
          </p:nvPr>
        </p:nvSpPr>
        <p:spPr>
          <a:xfrm>
            <a:off x="1208088" y="609600"/>
            <a:ext cx="7227887" cy="1143000"/>
          </a:xfrm>
        </p:spPr>
        <p:txBody>
          <a:bodyPr/>
          <a:lstStyle/>
          <a:p>
            <a:r>
              <a:rPr lang="en-US" altLang="zh-CN" sz="4000"/>
              <a:t>3</a:t>
            </a:r>
            <a:r>
              <a:rPr lang="zh-CN" altLang="en-US" sz="4000"/>
              <a:t>） 画分层</a:t>
            </a:r>
            <a:r>
              <a:rPr lang="en-US" altLang="zh-CN" sz="4000">
                <a:latin typeface="宋体" panose="02010600030101010101" pitchFamily="2" charset="-122"/>
              </a:rPr>
              <a:t>DFD</a:t>
            </a:r>
            <a:r>
              <a:rPr lang="zh-CN" altLang="en-US" sz="4000">
                <a:latin typeface="宋体" panose="02010600030101010101" pitchFamily="2" charset="-122"/>
              </a:rPr>
              <a:t>的指导原则</a:t>
            </a:r>
          </a:p>
        </p:txBody>
      </p:sp>
      <p:sp>
        <p:nvSpPr>
          <p:cNvPr id="23555" name="Rectangle 3">
            <a:extLst>
              <a:ext uri="{FF2B5EF4-FFF2-40B4-BE49-F238E27FC236}">
                <a16:creationId xmlns:a16="http://schemas.microsoft.com/office/drawing/2014/main" id="{C77209CD-DFDA-4B35-B58D-ABAB4D9C5E30}"/>
              </a:ext>
            </a:extLst>
          </p:cNvPr>
          <p:cNvSpPr>
            <a:spLocks noGrp="1" noChangeArrowheads="1"/>
          </p:cNvSpPr>
          <p:nvPr>
            <p:ph idx="1"/>
          </p:nvPr>
        </p:nvSpPr>
        <p:spPr>
          <a:xfrm>
            <a:off x="990600" y="2133600"/>
            <a:ext cx="8153400" cy="3124200"/>
          </a:xfrm>
        </p:spPr>
        <p:txBody>
          <a:bodyPr/>
          <a:lstStyle/>
          <a:p>
            <a:pPr algn="just">
              <a:buFontTx/>
              <a:buNone/>
            </a:pPr>
            <a:r>
              <a:rPr lang="zh-CN" altLang="en-US" sz="3600" b="1">
                <a:latin typeface="宋体" panose="02010600030101010101" pitchFamily="2" charset="-122"/>
              </a:rPr>
              <a:t>（</a:t>
            </a:r>
            <a:r>
              <a:rPr lang="en-US" altLang="zh-CN" sz="3600" b="1">
                <a:latin typeface="宋体" panose="02010600030101010101" pitchFamily="2" charset="-122"/>
              </a:rPr>
              <a:t>1</a:t>
            </a:r>
            <a:r>
              <a:rPr lang="zh-CN" altLang="en-US" sz="3600" b="1">
                <a:latin typeface="宋体" panose="02010600030101010101" pitchFamily="2" charset="-122"/>
              </a:rPr>
              <a:t>）父图</a:t>
            </a:r>
            <a:r>
              <a:rPr lang="en-US" altLang="zh-CN" sz="3600" b="1">
                <a:latin typeface="宋体" panose="02010600030101010101" pitchFamily="2" charset="-122"/>
              </a:rPr>
              <a:t>-</a:t>
            </a:r>
            <a:r>
              <a:rPr lang="zh-CN" altLang="en-US" sz="3600" b="1">
                <a:latin typeface="宋体" panose="02010600030101010101" pitchFamily="2" charset="-122"/>
              </a:rPr>
              <a:t>子图平衡</a:t>
            </a:r>
          </a:p>
          <a:p>
            <a:pPr algn="just">
              <a:buFontTx/>
              <a:buNone/>
            </a:pPr>
            <a:r>
              <a:rPr lang="zh-CN" altLang="en-US" sz="3600" b="1">
                <a:latin typeface="宋体" panose="02010600030101010101" pitchFamily="2" charset="-122"/>
              </a:rPr>
              <a:t>（</a:t>
            </a:r>
            <a:r>
              <a:rPr lang="en-US" altLang="zh-CN" sz="3600" b="1">
                <a:latin typeface="宋体" panose="02010600030101010101" pitchFamily="2" charset="-122"/>
              </a:rPr>
              <a:t>2</a:t>
            </a:r>
            <a:r>
              <a:rPr lang="zh-CN" altLang="en-US" sz="3600" b="1">
                <a:latin typeface="宋体" panose="02010600030101010101" pitchFamily="2" charset="-122"/>
              </a:rPr>
              <a:t>）局部数据存储</a:t>
            </a:r>
          </a:p>
          <a:p>
            <a:pPr algn="just">
              <a:buFontTx/>
              <a:buNone/>
            </a:pPr>
            <a:r>
              <a:rPr lang="zh-CN" altLang="en-US" sz="3600" b="1">
                <a:latin typeface="宋体" panose="02010600030101010101" pitchFamily="2" charset="-122"/>
              </a:rPr>
              <a:t>（</a:t>
            </a:r>
            <a:r>
              <a:rPr lang="en-US" altLang="zh-CN" sz="3600" b="1">
                <a:latin typeface="宋体" panose="02010600030101010101" pitchFamily="2" charset="-122"/>
              </a:rPr>
              <a:t>3</a:t>
            </a:r>
            <a:r>
              <a:rPr lang="zh-CN" altLang="en-US" sz="3600" b="1">
                <a:latin typeface="宋体" panose="02010600030101010101" pitchFamily="2" charset="-122"/>
              </a:rPr>
              <a:t>）编号</a:t>
            </a:r>
          </a:p>
          <a:p>
            <a:pPr algn="just">
              <a:buFontTx/>
              <a:buNone/>
            </a:pPr>
            <a:r>
              <a:rPr lang="zh-CN" altLang="en-US" sz="3600" b="1">
                <a:latin typeface="宋体" panose="02010600030101010101" pitchFamily="2" charset="-122"/>
              </a:rPr>
              <a:t>（</a:t>
            </a:r>
            <a:r>
              <a:rPr lang="en-US" altLang="zh-CN" sz="3600" b="1">
                <a:latin typeface="宋体" panose="02010600030101010101" pitchFamily="2" charset="-122"/>
              </a:rPr>
              <a:t>4</a:t>
            </a:r>
            <a:r>
              <a:rPr lang="zh-CN" altLang="en-US" sz="3600" b="1">
                <a:latin typeface="宋体" panose="02010600030101010101" pitchFamily="2" charset="-122"/>
              </a:rPr>
              <a:t>）分解的程度</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A4E6E636-9784-4623-A297-63B6F927C486}"/>
              </a:ext>
            </a:extLst>
          </p:cNvPr>
          <p:cNvSpPr>
            <a:spLocks noGrp="1" noChangeArrowheads="1"/>
          </p:cNvSpPr>
          <p:nvPr>
            <p:ph type="title"/>
          </p:nvPr>
        </p:nvSpPr>
        <p:spPr>
          <a:xfrm>
            <a:off x="1208088" y="609600"/>
            <a:ext cx="7227887" cy="1143000"/>
          </a:xfrm>
        </p:spPr>
        <p:txBody>
          <a:bodyPr/>
          <a:lstStyle/>
          <a:p>
            <a:r>
              <a:rPr lang="zh-CN" altLang="en-US" sz="4000" u="sng">
                <a:latin typeface="宋体" panose="02010600030101010101" pitchFamily="2" charset="-122"/>
              </a:rPr>
              <a:t>父图</a:t>
            </a:r>
            <a:r>
              <a:rPr lang="en-US" altLang="zh-CN" sz="4000" u="sng">
                <a:latin typeface="宋体" panose="02010600030101010101" pitchFamily="2" charset="-122"/>
              </a:rPr>
              <a:t>-</a:t>
            </a:r>
            <a:r>
              <a:rPr lang="zh-CN" altLang="en-US" sz="4000" u="sng">
                <a:latin typeface="宋体" panose="02010600030101010101" pitchFamily="2" charset="-122"/>
              </a:rPr>
              <a:t>子图平衡</a:t>
            </a:r>
          </a:p>
        </p:txBody>
      </p:sp>
      <p:sp>
        <p:nvSpPr>
          <p:cNvPr id="24579" name="Rectangle 3">
            <a:extLst>
              <a:ext uri="{FF2B5EF4-FFF2-40B4-BE49-F238E27FC236}">
                <a16:creationId xmlns:a16="http://schemas.microsoft.com/office/drawing/2014/main" id="{EBAAA24B-DE1F-4692-A3D4-0C05C2A8D6EC}"/>
              </a:ext>
            </a:extLst>
          </p:cNvPr>
          <p:cNvSpPr>
            <a:spLocks noGrp="1" noChangeArrowheads="1"/>
          </p:cNvSpPr>
          <p:nvPr>
            <p:ph idx="1"/>
          </p:nvPr>
        </p:nvSpPr>
        <p:spPr>
          <a:xfrm>
            <a:off x="762000" y="2133600"/>
            <a:ext cx="8153400" cy="3124200"/>
          </a:xfrm>
        </p:spPr>
        <p:txBody>
          <a:bodyPr/>
          <a:lstStyle/>
          <a:p>
            <a:pPr algn="just">
              <a:buFontTx/>
              <a:buNone/>
            </a:pPr>
            <a:r>
              <a:rPr lang="zh-CN" altLang="en-US" sz="3600" b="1">
                <a:latin typeface="宋体" panose="02010600030101010101" pitchFamily="2" charset="-122"/>
              </a:rPr>
              <a:t>父图</a:t>
            </a:r>
            <a:r>
              <a:rPr lang="en-US" altLang="zh-CN" sz="3600" b="1">
                <a:latin typeface="宋体" panose="02010600030101010101" pitchFamily="2" charset="-122"/>
              </a:rPr>
              <a:t>-</a:t>
            </a:r>
            <a:r>
              <a:rPr lang="zh-CN" altLang="en-US" sz="3600" b="1">
                <a:latin typeface="宋体" panose="02010600030101010101" pitchFamily="2" charset="-122"/>
              </a:rPr>
              <a:t>子图平衡：</a:t>
            </a:r>
          </a:p>
          <a:p>
            <a:pPr>
              <a:lnSpc>
                <a:spcPct val="120000"/>
              </a:lnSpc>
              <a:buFontTx/>
              <a:buNone/>
            </a:pPr>
            <a:r>
              <a:rPr lang="zh-CN" altLang="en-US" sz="4000" b="1">
                <a:latin typeface="宋体" panose="02010600030101010101" pitchFamily="2" charset="-122"/>
              </a:rPr>
              <a:t>  </a:t>
            </a:r>
            <a:r>
              <a:rPr lang="zh-CN" altLang="en-US" sz="4000">
                <a:latin typeface="宋体" panose="02010600030101010101" pitchFamily="2" charset="-122"/>
              </a:rPr>
              <a:t>模型分解时必须保持父图的输入输出数据流和子图输入输出数据流相同。</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D46B00BC-A159-45E2-848E-3DE6EF3E096A}"/>
              </a:ext>
            </a:extLst>
          </p:cNvPr>
          <p:cNvSpPr>
            <a:spLocks noGrp="1" noChangeArrowheads="1"/>
          </p:cNvSpPr>
          <p:nvPr>
            <p:ph type="title"/>
          </p:nvPr>
        </p:nvSpPr>
        <p:spPr>
          <a:xfrm>
            <a:off x="1208088" y="609600"/>
            <a:ext cx="7227887" cy="1143000"/>
          </a:xfrm>
        </p:spPr>
        <p:txBody>
          <a:bodyPr/>
          <a:lstStyle/>
          <a:p>
            <a:r>
              <a:rPr lang="zh-CN" altLang="en-US" sz="4000" u="sng">
                <a:latin typeface="宋体" panose="02010600030101010101" pitchFamily="2" charset="-122"/>
              </a:rPr>
              <a:t>父图</a:t>
            </a:r>
            <a:r>
              <a:rPr lang="en-US" altLang="zh-CN" sz="4000" u="sng">
                <a:latin typeface="宋体" panose="02010600030101010101" pitchFamily="2" charset="-122"/>
              </a:rPr>
              <a:t>-</a:t>
            </a:r>
            <a:r>
              <a:rPr lang="zh-CN" altLang="en-US" sz="4000" u="sng">
                <a:latin typeface="宋体" panose="02010600030101010101" pitchFamily="2" charset="-122"/>
              </a:rPr>
              <a:t>子图平衡</a:t>
            </a:r>
          </a:p>
        </p:txBody>
      </p:sp>
      <p:grpSp>
        <p:nvGrpSpPr>
          <p:cNvPr id="25603" name="Group 3">
            <a:extLst>
              <a:ext uri="{FF2B5EF4-FFF2-40B4-BE49-F238E27FC236}">
                <a16:creationId xmlns:a16="http://schemas.microsoft.com/office/drawing/2014/main" id="{26326B1E-2321-489F-BE63-01A897C5AE38}"/>
              </a:ext>
            </a:extLst>
          </p:cNvPr>
          <p:cNvGrpSpPr>
            <a:grpSpLocks/>
          </p:cNvGrpSpPr>
          <p:nvPr/>
        </p:nvGrpSpPr>
        <p:grpSpPr bwMode="auto">
          <a:xfrm>
            <a:off x="990600" y="1504950"/>
            <a:ext cx="7680325" cy="5124450"/>
            <a:chOff x="624" y="948"/>
            <a:chExt cx="4838" cy="3228"/>
          </a:xfrm>
        </p:grpSpPr>
        <p:sp>
          <p:nvSpPr>
            <p:cNvPr id="25604" name="Rectangle 4">
              <a:extLst>
                <a:ext uri="{FF2B5EF4-FFF2-40B4-BE49-F238E27FC236}">
                  <a16:creationId xmlns:a16="http://schemas.microsoft.com/office/drawing/2014/main" id="{0ACCFA57-9D72-4270-B38D-BA0379C4A543}"/>
                </a:ext>
              </a:extLst>
            </p:cNvPr>
            <p:cNvSpPr>
              <a:spLocks noChangeArrowheads="1"/>
            </p:cNvSpPr>
            <p:nvPr/>
          </p:nvSpPr>
          <p:spPr bwMode="auto">
            <a:xfrm>
              <a:off x="862" y="2307"/>
              <a:ext cx="24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600" b="1">
                  <a:solidFill>
                    <a:srgbClr val="01050F"/>
                  </a:solidFill>
                  <a:ea typeface="黑体" panose="02010609060101010101" pitchFamily="49" charset="-122"/>
                </a:rPr>
                <a:t>A</a:t>
              </a:r>
              <a:endParaRPr lang="en-US" altLang="zh-CN" sz="3200" b="1">
                <a:solidFill>
                  <a:srgbClr val="01050F"/>
                </a:solidFill>
                <a:latin typeface="黑体" panose="02010609060101010101" pitchFamily="49" charset="-122"/>
                <a:ea typeface="黑体" panose="02010609060101010101" pitchFamily="49" charset="-122"/>
              </a:endParaRPr>
            </a:p>
          </p:txBody>
        </p:sp>
        <p:sp>
          <p:nvSpPr>
            <p:cNvPr id="25605" name="Line 5">
              <a:extLst>
                <a:ext uri="{FF2B5EF4-FFF2-40B4-BE49-F238E27FC236}">
                  <a16:creationId xmlns:a16="http://schemas.microsoft.com/office/drawing/2014/main" id="{0BA72DD8-6C0B-456C-944A-A4718741A4F7}"/>
                </a:ext>
              </a:extLst>
            </p:cNvPr>
            <p:cNvSpPr>
              <a:spLocks noChangeShapeType="1"/>
            </p:cNvSpPr>
            <p:nvPr/>
          </p:nvSpPr>
          <p:spPr bwMode="auto">
            <a:xfrm>
              <a:off x="624" y="2633"/>
              <a:ext cx="739"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06" name="Line 6">
              <a:extLst>
                <a:ext uri="{FF2B5EF4-FFF2-40B4-BE49-F238E27FC236}">
                  <a16:creationId xmlns:a16="http://schemas.microsoft.com/office/drawing/2014/main" id="{928C6892-8FF1-45E3-8C1C-0012777632D0}"/>
                </a:ext>
              </a:extLst>
            </p:cNvPr>
            <p:cNvSpPr>
              <a:spLocks noChangeShapeType="1"/>
            </p:cNvSpPr>
            <p:nvPr/>
          </p:nvSpPr>
          <p:spPr bwMode="auto">
            <a:xfrm>
              <a:off x="4641" y="2592"/>
              <a:ext cx="821"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07" name="Rectangle 7">
              <a:extLst>
                <a:ext uri="{FF2B5EF4-FFF2-40B4-BE49-F238E27FC236}">
                  <a16:creationId xmlns:a16="http://schemas.microsoft.com/office/drawing/2014/main" id="{B033D57C-5DDF-465D-B679-2F9CBE7CCB70}"/>
                </a:ext>
              </a:extLst>
            </p:cNvPr>
            <p:cNvSpPr>
              <a:spLocks noChangeArrowheads="1"/>
            </p:cNvSpPr>
            <p:nvPr/>
          </p:nvSpPr>
          <p:spPr bwMode="auto">
            <a:xfrm>
              <a:off x="1519" y="2052"/>
              <a:ext cx="205"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600" b="1">
                  <a:solidFill>
                    <a:srgbClr val="01050F"/>
                  </a:solidFill>
                  <a:latin typeface="黑体" panose="02010609060101010101" pitchFamily="49" charset="-122"/>
                  <a:ea typeface="黑体" panose="02010609060101010101" pitchFamily="49" charset="-122"/>
                </a:rPr>
                <a:t>1</a:t>
              </a:r>
            </a:p>
          </p:txBody>
        </p:sp>
        <p:sp>
          <p:nvSpPr>
            <p:cNvPr id="25608" name="Rectangle 8">
              <a:extLst>
                <a:ext uri="{FF2B5EF4-FFF2-40B4-BE49-F238E27FC236}">
                  <a16:creationId xmlns:a16="http://schemas.microsoft.com/office/drawing/2014/main" id="{FFF1F304-330E-4DA8-A36D-FB23FB034A06}"/>
                </a:ext>
              </a:extLst>
            </p:cNvPr>
            <p:cNvSpPr>
              <a:spLocks noChangeArrowheads="1"/>
            </p:cNvSpPr>
            <p:nvPr/>
          </p:nvSpPr>
          <p:spPr bwMode="auto">
            <a:xfrm>
              <a:off x="4148" y="2055"/>
              <a:ext cx="24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600" b="1">
                  <a:solidFill>
                    <a:srgbClr val="01050F"/>
                  </a:solidFill>
                  <a:latin typeface="黑体" panose="02010609060101010101" pitchFamily="49" charset="-122"/>
                  <a:ea typeface="黑体" panose="02010609060101010101" pitchFamily="49" charset="-122"/>
                </a:rPr>
                <a:t>4</a:t>
              </a:r>
            </a:p>
          </p:txBody>
        </p:sp>
        <p:sp>
          <p:nvSpPr>
            <p:cNvPr id="25609" name="Line 9">
              <a:extLst>
                <a:ext uri="{FF2B5EF4-FFF2-40B4-BE49-F238E27FC236}">
                  <a16:creationId xmlns:a16="http://schemas.microsoft.com/office/drawing/2014/main" id="{F49EFE3D-3789-4781-A066-8EC08EC682B5}"/>
                </a:ext>
              </a:extLst>
            </p:cNvPr>
            <p:cNvSpPr>
              <a:spLocks noChangeShapeType="1"/>
            </p:cNvSpPr>
            <p:nvPr/>
          </p:nvSpPr>
          <p:spPr bwMode="auto">
            <a:xfrm>
              <a:off x="1683" y="3161"/>
              <a:ext cx="0" cy="528"/>
            </a:xfrm>
            <a:prstGeom prst="line">
              <a:avLst/>
            </a:prstGeom>
            <a:noFill/>
            <a:ln w="38100">
              <a:solidFill>
                <a:srgbClr val="01050F"/>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0" name="Line 10">
              <a:extLst>
                <a:ext uri="{FF2B5EF4-FFF2-40B4-BE49-F238E27FC236}">
                  <a16:creationId xmlns:a16="http://schemas.microsoft.com/office/drawing/2014/main" id="{ECE30BEC-FE34-49DE-B6EA-1D0922E0B2FF}"/>
                </a:ext>
              </a:extLst>
            </p:cNvPr>
            <p:cNvSpPr>
              <a:spLocks noChangeShapeType="1"/>
            </p:cNvSpPr>
            <p:nvPr/>
          </p:nvSpPr>
          <p:spPr bwMode="auto">
            <a:xfrm>
              <a:off x="4271" y="3161"/>
              <a:ext cx="0" cy="528"/>
            </a:xfrm>
            <a:prstGeom prst="line">
              <a:avLst/>
            </a:prstGeom>
            <a:noFill/>
            <a:ln w="25400">
              <a:solidFill>
                <a:srgbClr val="01050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1" name="AutoShape 11">
              <a:extLst>
                <a:ext uri="{FF2B5EF4-FFF2-40B4-BE49-F238E27FC236}">
                  <a16:creationId xmlns:a16="http://schemas.microsoft.com/office/drawing/2014/main" id="{A017C069-6845-4A3A-A4AE-2A35774BE754}"/>
                </a:ext>
              </a:extLst>
            </p:cNvPr>
            <p:cNvSpPr>
              <a:spLocks noChangeArrowheads="1"/>
            </p:cNvSpPr>
            <p:nvPr/>
          </p:nvSpPr>
          <p:spPr bwMode="auto">
            <a:xfrm>
              <a:off x="1321" y="2152"/>
              <a:ext cx="725" cy="1002"/>
            </a:xfrm>
            <a:prstGeom prst="roundRect">
              <a:avLst>
                <a:gd name="adj" fmla="val 12495"/>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5612" name="Line 12">
              <a:extLst>
                <a:ext uri="{FF2B5EF4-FFF2-40B4-BE49-F238E27FC236}">
                  <a16:creationId xmlns:a16="http://schemas.microsoft.com/office/drawing/2014/main" id="{53A48760-1838-4278-877E-300E9FD09330}"/>
                </a:ext>
              </a:extLst>
            </p:cNvPr>
            <p:cNvSpPr>
              <a:spLocks noChangeShapeType="1"/>
            </p:cNvSpPr>
            <p:nvPr/>
          </p:nvSpPr>
          <p:spPr bwMode="auto">
            <a:xfrm>
              <a:off x="1314" y="2389"/>
              <a:ext cx="739"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5613" name="AutoShape 13">
              <a:extLst>
                <a:ext uri="{FF2B5EF4-FFF2-40B4-BE49-F238E27FC236}">
                  <a16:creationId xmlns:a16="http://schemas.microsoft.com/office/drawing/2014/main" id="{C61837A9-96EB-4FB5-A014-E740B3308E2B}"/>
                </a:ext>
              </a:extLst>
            </p:cNvPr>
            <p:cNvSpPr>
              <a:spLocks noChangeArrowheads="1"/>
            </p:cNvSpPr>
            <p:nvPr/>
          </p:nvSpPr>
          <p:spPr bwMode="auto">
            <a:xfrm>
              <a:off x="3949" y="2152"/>
              <a:ext cx="685" cy="1002"/>
            </a:xfrm>
            <a:prstGeom prst="roundRect">
              <a:avLst>
                <a:gd name="adj" fmla="val 12495"/>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5614" name="Line 14">
              <a:extLst>
                <a:ext uri="{FF2B5EF4-FFF2-40B4-BE49-F238E27FC236}">
                  <a16:creationId xmlns:a16="http://schemas.microsoft.com/office/drawing/2014/main" id="{D2C7CC7C-0D45-4A1C-8F66-BCC9DFE9879A}"/>
                </a:ext>
              </a:extLst>
            </p:cNvPr>
            <p:cNvSpPr>
              <a:spLocks noChangeShapeType="1"/>
            </p:cNvSpPr>
            <p:nvPr/>
          </p:nvSpPr>
          <p:spPr bwMode="auto">
            <a:xfrm>
              <a:off x="3942" y="2389"/>
              <a:ext cx="699"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5615" name="Line 15">
              <a:extLst>
                <a:ext uri="{FF2B5EF4-FFF2-40B4-BE49-F238E27FC236}">
                  <a16:creationId xmlns:a16="http://schemas.microsoft.com/office/drawing/2014/main" id="{6FBC9163-FAF9-4901-B375-8FB797D6F1EB}"/>
                </a:ext>
              </a:extLst>
            </p:cNvPr>
            <p:cNvSpPr>
              <a:spLocks noChangeShapeType="1"/>
            </p:cNvSpPr>
            <p:nvPr/>
          </p:nvSpPr>
          <p:spPr bwMode="auto">
            <a:xfrm>
              <a:off x="1314" y="2917"/>
              <a:ext cx="739"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5616" name="Line 16">
              <a:extLst>
                <a:ext uri="{FF2B5EF4-FFF2-40B4-BE49-F238E27FC236}">
                  <a16:creationId xmlns:a16="http://schemas.microsoft.com/office/drawing/2014/main" id="{9D76FF98-AAFD-48D4-8A1B-D902EA0FB123}"/>
                </a:ext>
              </a:extLst>
            </p:cNvPr>
            <p:cNvSpPr>
              <a:spLocks noChangeShapeType="1"/>
            </p:cNvSpPr>
            <p:nvPr/>
          </p:nvSpPr>
          <p:spPr bwMode="auto">
            <a:xfrm>
              <a:off x="3942" y="2917"/>
              <a:ext cx="699"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5617" name="Line 17">
              <a:extLst>
                <a:ext uri="{FF2B5EF4-FFF2-40B4-BE49-F238E27FC236}">
                  <a16:creationId xmlns:a16="http://schemas.microsoft.com/office/drawing/2014/main" id="{05945F98-CD9E-4EC0-AB8D-A88304606699}"/>
                </a:ext>
              </a:extLst>
            </p:cNvPr>
            <p:cNvSpPr>
              <a:spLocks noChangeShapeType="1"/>
            </p:cNvSpPr>
            <p:nvPr/>
          </p:nvSpPr>
          <p:spPr bwMode="auto">
            <a:xfrm>
              <a:off x="1683" y="1617"/>
              <a:ext cx="0" cy="528"/>
            </a:xfrm>
            <a:prstGeom prst="line">
              <a:avLst/>
            </a:prstGeom>
            <a:noFill/>
            <a:ln w="25400">
              <a:solidFill>
                <a:srgbClr val="01050F"/>
              </a:solidFill>
              <a:round/>
              <a:headEnd type="non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8" name="Line 18">
              <a:extLst>
                <a:ext uri="{FF2B5EF4-FFF2-40B4-BE49-F238E27FC236}">
                  <a16:creationId xmlns:a16="http://schemas.microsoft.com/office/drawing/2014/main" id="{35D3B4A5-5A36-4E8F-8895-C5E950912DA3}"/>
                </a:ext>
              </a:extLst>
            </p:cNvPr>
            <p:cNvSpPr>
              <a:spLocks noChangeShapeType="1"/>
            </p:cNvSpPr>
            <p:nvPr/>
          </p:nvSpPr>
          <p:spPr bwMode="auto">
            <a:xfrm>
              <a:off x="4271" y="1617"/>
              <a:ext cx="0" cy="528"/>
            </a:xfrm>
            <a:prstGeom prst="line">
              <a:avLst/>
            </a:prstGeom>
            <a:noFill/>
            <a:ln w="25400">
              <a:solidFill>
                <a:srgbClr val="01050F"/>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9" name="Rectangle 19">
              <a:extLst>
                <a:ext uri="{FF2B5EF4-FFF2-40B4-BE49-F238E27FC236}">
                  <a16:creationId xmlns:a16="http://schemas.microsoft.com/office/drawing/2014/main" id="{E6D7FD1B-DFE3-476A-9420-022EB0837A82}"/>
                </a:ext>
              </a:extLst>
            </p:cNvPr>
            <p:cNvSpPr>
              <a:spLocks noChangeArrowheads="1"/>
            </p:cNvSpPr>
            <p:nvPr/>
          </p:nvSpPr>
          <p:spPr bwMode="auto">
            <a:xfrm>
              <a:off x="2833" y="948"/>
              <a:ext cx="20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600" b="1">
                  <a:solidFill>
                    <a:srgbClr val="01050F"/>
                  </a:solidFill>
                  <a:latin typeface="黑体" panose="02010609060101010101" pitchFamily="49" charset="-122"/>
                  <a:ea typeface="黑体" panose="02010609060101010101" pitchFamily="49" charset="-122"/>
                </a:rPr>
                <a:t>2</a:t>
              </a:r>
            </a:p>
          </p:txBody>
        </p:sp>
        <p:sp>
          <p:nvSpPr>
            <p:cNvPr id="25620" name="AutoShape 20">
              <a:extLst>
                <a:ext uri="{FF2B5EF4-FFF2-40B4-BE49-F238E27FC236}">
                  <a16:creationId xmlns:a16="http://schemas.microsoft.com/office/drawing/2014/main" id="{28735E5F-B1FE-4EE4-9036-414709603744}"/>
                </a:ext>
              </a:extLst>
            </p:cNvPr>
            <p:cNvSpPr>
              <a:spLocks noChangeArrowheads="1"/>
            </p:cNvSpPr>
            <p:nvPr/>
          </p:nvSpPr>
          <p:spPr bwMode="auto">
            <a:xfrm>
              <a:off x="2635" y="1062"/>
              <a:ext cx="725" cy="1002"/>
            </a:xfrm>
            <a:prstGeom prst="roundRect">
              <a:avLst>
                <a:gd name="adj" fmla="val 12495"/>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5621" name="Line 21">
              <a:extLst>
                <a:ext uri="{FF2B5EF4-FFF2-40B4-BE49-F238E27FC236}">
                  <a16:creationId xmlns:a16="http://schemas.microsoft.com/office/drawing/2014/main" id="{0B401CFA-1E36-4380-B09F-5DE8D06B231E}"/>
                </a:ext>
              </a:extLst>
            </p:cNvPr>
            <p:cNvSpPr>
              <a:spLocks noChangeShapeType="1"/>
            </p:cNvSpPr>
            <p:nvPr/>
          </p:nvSpPr>
          <p:spPr bwMode="auto">
            <a:xfrm>
              <a:off x="2628" y="1299"/>
              <a:ext cx="739"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5622" name="Line 22">
              <a:extLst>
                <a:ext uri="{FF2B5EF4-FFF2-40B4-BE49-F238E27FC236}">
                  <a16:creationId xmlns:a16="http://schemas.microsoft.com/office/drawing/2014/main" id="{967F6601-4B52-4593-AF7C-2745D7E0439F}"/>
                </a:ext>
              </a:extLst>
            </p:cNvPr>
            <p:cNvSpPr>
              <a:spLocks noChangeShapeType="1"/>
            </p:cNvSpPr>
            <p:nvPr/>
          </p:nvSpPr>
          <p:spPr bwMode="auto">
            <a:xfrm>
              <a:off x="2628" y="1827"/>
              <a:ext cx="739"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5623" name="Rectangle 23">
              <a:extLst>
                <a:ext uri="{FF2B5EF4-FFF2-40B4-BE49-F238E27FC236}">
                  <a16:creationId xmlns:a16="http://schemas.microsoft.com/office/drawing/2014/main" id="{06D52C6B-B993-4B52-BAA8-D8240A5AF976}"/>
                </a:ext>
              </a:extLst>
            </p:cNvPr>
            <p:cNvSpPr>
              <a:spLocks noChangeArrowheads="1"/>
            </p:cNvSpPr>
            <p:nvPr/>
          </p:nvSpPr>
          <p:spPr bwMode="auto">
            <a:xfrm>
              <a:off x="2843" y="3084"/>
              <a:ext cx="20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600" b="1">
                  <a:solidFill>
                    <a:srgbClr val="01050F"/>
                  </a:solidFill>
                  <a:latin typeface="黑体" panose="02010609060101010101" pitchFamily="49" charset="-122"/>
                  <a:ea typeface="黑体" panose="02010609060101010101" pitchFamily="49" charset="-122"/>
                </a:rPr>
                <a:t>3</a:t>
              </a:r>
            </a:p>
          </p:txBody>
        </p:sp>
        <p:sp>
          <p:nvSpPr>
            <p:cNvPr id="25624" name="AutoShape 24">
              <a:extLst>
                <a:ext uri="{FF2B5EF4-FFF2-40B4-BE49-F238E27FC236}">
                  <a16:creationId xmlns:a16="http://schemas.microsoft.com/office/drawing/2014/main" id="{3C1D6007-5A15-47D0-9B2E-886EC3645893}"/>
                </a:ext>
              </a:extLst>
            </p:cNvPr>
            <p:cNvSpPr>
              <a:spLocks noChangeArrowheads="1"/>
            </p:cNvSpPr>
            <p:nvPr/>
          </p:nvSpPr>
          <p:spPr bwMode="auto">
            <a:xfrm>
              <a:off x="2635" y="3174"/>
              <a:ext cx="725" cy="1002"/>
            </a:xfrm>
            <a:prstGeom prst="roundRect">
              <a:avLst>
                <a:gd name="adj" fmla="val 12495"/>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5625" name="Line 25">
              <a:extLst>
                <a:ext uri="{FF2B5EF4-FFF2-40B4-BE49-F238E27FC236}">
                  <a16:creationId xmlns:a16="http://schemas.microsoft.com/office/drawing/2014/main" id="{30629A8A-A36B-46BA-8328-6D8D31F0985E}"/>
                </a:ext>
              </a:extLst>
            </p:cNvPr>
            <p:cNvSpPr>
              <a:spLocks noChangeShapeType="1"/>
            </p:cNvSpPr>
            <p:nvPr/>
          </p:nvSpPr>
          <p:spPr bwMode="auto">
            <a:xfrm>
              <a:off x="2628" y="3411"/>
              <a:ext cx="739"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5626" name="Line 26">
              <a:extLst>
                <a:ext uri="{FF2B5EF4-FFF2-40B4-BE49-F238E27FC236}">
                  <a16:creationId xmlns:a16="http://schemas.microsoft.com/office/drawing/2014/main" id="{9A28ABF2-FC75-4003-9377-BC13132057A2}"/>
                </a:ext>
              </a:extLst>
            </p:cNvPr>
            <p:cNvSpPr>
              <a:spLocks noChangeShapeType="1"/>
            </p:cNvSpPr>
            <p:nvPr/>
          </p:nvSpPr>
          <p:spPr bwMode="auto">
            <a:xfrm>
              <a:off x="2628" y="3939"/>
              <a:ext cx="739"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5627" name="Line 27">
              <a:extLst>
                <a:ext uri="{FF2B5EF4-FFF2-40B4-BE49-F238E27FC236}">
                  <a16:creationId xmlns:a16="http://schemas.microsoft.com/office/drawing/2014/main" id="{07D0F4B3-B268-41A1-87A5-65D24964CA87}"/>
                </a:ext>
              </a:extLst>
            </p:cNvPr>
            <p:cNvSpPr>
              <a:spLocks noChangeShapeType="1"/>
            </p:cNvSpPr>
            <p:nvPr/>
          </p:nvSpPr>
          <p:spPr bwMode="auto">
            <a:xfrm>
              <a:off x="3367" y="3689"/>
              <a:ext cx="904" cy="0"/>
            </a:xfrm>
            <a:prstGeom prst="line">
              <a:avLst/>
            </a:prstGeom>
            <a:noFill/>
            <a:ln w="381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5628" name="Line 28">
              <a:extLst>
                <a:ext uri="{FF2B5EF4-FFF2-40B4-BE49-F238E27FC236}">
                  <a16:creationId xmlns:a16="http://schemas.microsoft.com/office/drawing/2014/main" id="{BF3B4172-717B-4603-AA16-3647C874FB52}"/>
                </a:ext>
              </a:extLst>
            </p:cNvPr>
            <p:cNvSpPr>
              <a:spLocks noChangeShapeType="1"/>
            </p:cNvSpPr>
            <p:nvPr/>
          </p:nvSpPr>
          <p:spPr bwMode="auto">
            <a:xfrm>
              <a:off x="1683" y="3689"/>
              <a:ext cx="945" cy="0"/>
            </a:xfrm>
            <a:prstGeom prst="line">
              <a:avLst/>
            </a:prstGeom>
            <a:noFill/>
            <a:ln w="38100">
              <a:solidFill>
                <a:srgbClr val="01050F"/>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5629" name="Line 29">
              <a:extLst>
                <a:ext uri="{FF2B5EF4-FFF2-40B4-BE49-F238E27FC236}">
                  <a16:creationId xmlns:a16="http://schemas.microsoft.com/office/drawing/2014/main" id="{504B7A4E-33A9-42F9-9AD3-535208FFC37C}"/>
                </a:ext>
              </a:extLst>
            </p:cNvPr>
            <p:cNvSpPr>
              <a:spLocks noChangeShapeType="1"/>
            </p:cNvSpPr>
            <p:nvPr/>
          </p:nvSpPr>
          <p:spPr bwMode="auto">
            <a:xfrm>
              <a:off x="1683" y="1617"/>
              <a:ext cx="945" cy="0"/>
            </a:xfrm>
            <a:prstGeom prst="line">
              <a:avLst/>
            </a:prstGeom>
            <a:noFill/>
            <a:ln w="38100">
              <a:solidFill>
                <a:srgbClr val="01050F"/>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5630" name="Line 30">
              <a:extLst>
                <a:ext uri="{FF2B5EF4-FFF2-40B4-BE49-F238E27FC236}">
                  <a16:creationId xmlns:a16="http://schemas.microsoft.com/office/drawing/2014/main" id="{34738746-F0E1-4AA5-8225-350B503FB7F4}"/>
                </a:ext>
              </a:extLst>
            </p:cNvPr>
            <p:cNvSpPr>
              <a:spLocks noChangeShapeType="1"/>
            </p:cNvSpPr>
            <p:nvPr/>
          </p:nvSpPr>
          <p:spPr bwMode="auto">
            <a:xfrm>
              <a:off x="3367" y="1617"/>
              <a:ext cx="904" cy="0"/>
            </a:xfrm>
            <a:prstGeom prst="line">
              <a:avLst/>
            </a:prstGeom>
            <a:noFill/>
            <a:ln w="381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5631" name="Line 31">
              <a:extLst>
                <a:ext uri="{FF2B5EF4-FFF2-40B4-BE49-F238E27FC236}">
                  <a16:creationId xmlns:a16="http://schemas.microsoft.com/office/drawing/2014/main" id="{BEC365D4-BC2C-41E1-9153-BD551AC123EC}"/>
                </a:ext>
              </a:extLst>
            </p:cNvPr>
            <p:cNvSpPr>
              <a:spLocks noChangeShapeType="1"/>
            </p:cNvSpPr>
            <p:nvPr/>
          </p:nvSpPr>
          <p:spPr bwMode="auto">
            <a:xfrm flipV="1">
              <a:off x="2957" y="2064"/>
              <a:ext cx="0" cy="1097"/>
            </a:xfrm>
            <a:prstGeom prst="line">
              <a:avLst/>
            </a:prstGeom>
            <a:noFill/>
            <a:ln w="38100">
              <a:solidFill>
                <a:srgbClr val="01050F"/>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5632" name="Rectangle 32">
              <a:extLst>
                <a:ext uri="{FF2B5EF4-FFF2-40B4-BE49-F238E27FC236}">
                  <a16:creationId xmlns:a16="http://schemas.microsoft.com/office/drawing/2014/main" id="{4E82DCD2-9D79-4D72-B115-7BB5F8FC2D3C}"/>
                </a:ext>
              </a:extLst>
            </p:cNvPr>
            <p:cNvSpPr>
              <a:spLocks noChangeArrowheads="1"/>
            </p:cNvSpPr>
            <p:nvPr/>
          </p:nvSpPr>
          <p:spPr bwMode="auto">
            <a:xfrm>
              <a:off x="1807" y="1252"/>
              <a:ext cx="24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600" b="1">
                  <a:solidFill>
                    <a:srgbClr val="01050F"/>
                  </a:solidFill>
                  <a:ea typeface="黑体" panose="02010609060101010101" pitchFamily="49" charset="-122"/>
                </a:rPr>
                <a:t>B</a:t>
              </a:r>
              <a:endParaRPr lang="en-US" altLang="zh-CN" sz="3200" b="1">
                <a:solidFill>
                  <a:srgbClr val="01050F"/>
                </a:solidFill>
                <a:latin typeface="黑体" panose="02010609060101010101" pitchFamily="49" charset="-122"/>
                <a:ea typeface="黑体" panose="02010609060101010101" pitchFamily="49" charset="-122"/>
              </a:endParaRPr>
            </a:p>
          </p:txBody>
        </p:sp>
        <p:sp>
          <p:nvSpPr>
            <p:cNvPr id="25633" name="Rectangle 33">
              <a:extLst>
                <a:ext uri="{FF2B5EF4-FFF2-40B4-BE49-F238E27FC236}">
                  <a16:creationId xmlns:a16="http://schemas.microsoft.com/office/drawing/2014/main" id="{C87D1B89-93CE-4211-B5FF-B11FF46CE8AA}"/>
                </a:ext>
              </a:extLst>
            </p:cNvPr>
            <p:cNvSpPr>
              <a:spLocks noChangeArrowheads="1"/>
            </p:cNvSpPr>
            <p:nvPr/>
          </p:nvSpPr>
          <p:spPr bwMode="auto">
            <a:xfrm>
              <a:off x="3655" y="1210"/>
              <a:ext cx="24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600" b="1">
                  <a:solidFill>
                    <a:srgbClr val="01050F"/>
                  </a:solidFill>
                  <a:ea typeface="黑体" panose="02010609060101010101" pitchFamily="49" charset="-122"/>
                </a:rPr>
                <a:t>F</a:t>
              </a:r>
              <a:endParaRPr lang="en-US" altLang="zh-CN" sz="3200" b="1">
                <a:solidFill>
                  <a:srgbClr val="01050F"/>
                </a:solidFill>
                <a:latin typeface="黑体" panose="02010609060101010101" pitchFamily="49" charset="-122"/>
                <a:ea typeface="黑体" panose="02010609060101010101" pitchFamily="49" charset="-122"/>
              </a:endParaRPr>
            </a:p>
          </p:txBody>
        </p:sp>
        <p:sp>
          <p:nvSpPr>
            <p:cNvPr id="25634" name="Rectangle 34">
              <a:extLst>
                <a:ext uri="{FF2B5EF4-FFF2-40B4-BE49-F238E27FC236}">
                  <a16:creationId xmlns:a16="http://schemas.microsoft.com/office/drawing/2014/main" id="{31B8D8D7-8068-4CBD-B4D1-3276BD5D8A70}"/>
                </a:ext>
              </a:extLst>
            </p:cNvPr>
            <p:cNvSpPr>
              <a:spLocks noChangeArrowheads="1"/>
            </p:cNvSpPr>
            <p:nvPr/>
          </p:nvSpPr>
          <p:spPr bwMode="auto">
            <a:xfrm>
              <a:off x="2997" y="2348"/>
              <a:ext cx="247"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600" b="1">
                  <a:solidFill>
                    <a:srgbClr val="01050F"/>
                  </a:solidFill>
                  <a:ea typeface="黑体" panose="02010609060101010101" pitchFamily="49" charset="-122"/>
                </a:rPr>
                <a:t>E</a:t>
              </a:r>
              <a:endParaRPr lang="en-US" altLang="zh-CN" sz="3200" b="1">
                <a:solidFill>
                  <a:srgbClr val="01050F"/>
                </a:solidFill>
                <a:latin typeface="黑体" panose="02010609060101010101" pitchFamily="49" charset="-122"/>
                <a:ea typeface="黑体" panose="02010609060101010101" pitchFamily="49" charset="-122"/>
              </a:endParaRPr>
            </a:p>
          </p:txBody>
        </p:sp>
        <p:sp>
          <p:nvSpPr>
            <p:cNvPr id="25635" name="Rectangle 35">
              <a:extLst>
                <a:ext uri="{FF2B5EF4-FFF2-40B4-BE49-F238E27FC236}">
                  <a16:creationId xmlns:a16="http://schemas.microsoft.com/office/drawing/2014/main" id="{C9696321-7E05-44EB-934F-30BFEBBEE8F2}"/>
                </a:ext>
              </a:extLst>
            </p:cNvPr>
            <p:cNvSpPr>
              <a:spLocks noChangeArrowheads="1"/>
            </p:cNvSpPr>
            <p:nvPr/>
          </p:nvSpPr>
          <p:spPr bwMode="auto">
            <a:xfrm>
              <a:off x="4805" y="2226"/>
              <a:ext cx="24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600" b="1">
                  <a:solidFill>
                    <a:srgbClr val="01050F"/>
                  </a:solidFill>
                  <a:ea typeface="黑体" panose="02010609060101010101" pitchFamily="49" charset="-122"/>
                </a:rPr>
                <a:t>G</a:t>
              </a:r>
              <a:endParaRPr lang="en-US" altLang="zh-CN" sz="3200" b="1">
                <a:solidFill>
                  <a:srgbClr val="01050F"/>
                </a:solidFill>
                <a:latin typeface="黑体" panose="02010609060101010101" pitchFamily="49" charset="-122"/>
                <a:ea typeface="黑体" panose="02010609060101010101" pitchFamily="49" charset="-122"/>
              </a:endParaRPr>
            </a:p>
          </p:txBody>
        </p:sp>
        <p:sp>
          <p:nvSpPr>
            <p:cNvPr id="25636" name="Rectangle 36">
              <a:extLst>
                <a:ext uri="{FF2B5EF4-FFF2-40B4-BE49-F238E27FC236}">
                  <a16:creationId xmlns:a16="http://schemas.microsoft.com/office/drawing/2014/main" id="{74949A37-CE94-4C7E-944A-004A713D8CBA}"/>
                </a:ext>
              </a:extLst>
            </p:cNvPr>
            <p:cNvSpPr>
              <a:spLocks noChangeArrowheads="1"/>
            </p:cNvSpPr>
            <p:nvPr/>
          </p:nvSpPr>
          <p:spPr bwMode="auto">
            <a:xfrm>
              <a:off x="1971" y="3282"/>
              <a:ext cx="24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600" b="1">
                  <a:solidFill>
                    <a:srgbClr val="01050F"/>
                  </a:solidFill>
                  <a:ea typeface="黑体" panose="02010609060101010101" pitchFamily="49" charset="-122"/>
                </a:rPr>
                <a:t>C</a:t>
              </a:r>
              <a:endParaRPr lang="en-US" altLang="zh-CN" sz="3200" b="1">
                <a:solidFill>
                  <a:srgbClr val="01050F"/>
                </a:solidFill>
                <a:latin typeface="黑体" panose="02010609060101010101" pitchFamily="49" charset="-122"/>
                <a:ea typeface="黑体" panose="02010609060101010101" pitchFamily="49" charset="-122"/>
              </a:endParaRPr>
            </a:p>
          </p:txBody>
        </p:sp>
        <p:sp>
          <p:nvSpPr>
            <p:cNvPr id="25637" name="Rectangle 37">
              <a:extLst>
                <a:ext uri="{FF2B5EF4-FFF2-40B4-BE49-F238E27FC236}">
                  <a16:creationId xmlns:a16="http://schemas.microsoft.com/office/drawing/2014/main" id="{E4E72834-EAA0-43AD-A21B-2C878AEC747A}"/>
                </a:ext>
              </a:extLst>
            </p:cNvPr>
            <p:cNvSpPr>
              <a:spLocks noChangeArrowheads="1"/>
            </p:cNvSpPr>
            <p:nvPr/>
          </p:nvSpPr>
          <p:spPr bwMode="auto">
            <a:xfrm>
              <a:off x="4353" y="3282"/>
              <a:ext cx="24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600" b="1">
                  <a:solidFill>
                    <a:srgbClr val="01050F"/>
                  </a:solidFill>
                  <a:ea typeface="黑体" panose="02010609060101010101" pitchFamily="49" charset="-122"/>
                </a:rPr>
                <a:t>D</a:t>
              </a:r>
              <a:endParaRPr lang="en-US" altLang="zh-CN" sz="3200" b="1">
                <a:solidFill>
                  <a:srgbClr val="01050F"/>
                </a:solidFill>
                <a:latin typeface="黑体" panose="02010609060101010101" pitchFamily="49" charset="-122"/>
                <a:ea typeface="黑体" panose="02010609060101010101" pitchFamily="49" charset="-122"/>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BB6BCBB7-E227-4829-9310-DE424DAD1E86}"/>
              </a:ext>
            </a:extLst>
          </p:cNvPr>
          <p:cNvSpPr>
            <a:spLocks noGrp="1" noChangeArrowheads="1"/>
          </p:cNvSpPr>
          <p:nvPr>
            <p:ph type="title"/>
          </p:nvPr>
        </p:nvSpPr>
        <p:spPr>
          <a:xfrm>
            <a:off x="1208088" y="609600"/>
            <a:ext cx="7227887" cy="1143000"/>
          </a:xfrm>
        </p:spPr>
        <p:txBody>
          <a:bodyPr/>
          <a:lstStyle/>
          <a:p>
            <a:r>
              <a:rPr lang="zh-CN" altLang="en-US" sz="4000" u="sng">
                <a:latin typeface="宋体" panose="02010600030101010101" pitchFamily="2" charset="-122"/>
              </a:rPr>
              <a:t>父图</a:t>
            </a:r>
            <a:r>
              <a:rPr lang="en-US" altLang="zh-CN" sz="4000" u="sng">
                <a:latin typeface="宋体" panose="02010600030101010101" pitchFamily="2" charset="-122"/>
              </a:rPr>
              <a:t>-</a:t>
            </a:r>
            <a:r>
              <a:rPr lang="zh-CN" altLang="en-US" sz="4000" u="sng">
                <a:latin typeface="宋体" panose="02010600030101010101" pitchFamily="2" charset="-122"/>
              </a:rPr>
              <a:t>子图平衡</a:t>
            </a:r>
          </a:p>
        </p:txBody>
      </p:sp>
      <p:grpSp>
        <p:nvGrpSpPr>
          <p:cNvPr id="26627" name="Group 3">
            <a:extLst>
              <a:ext uri="{FF2B5EF4-FFF2-40B4-BE49-F238E27FC236}">
                <a16:creationId xmlns:a16="http://schemas.microsoft.com/office/drawing/2014/main" id="{F73A8464-47C4-4293-A413-5A3572396C0F}"/>
              </a:ext>
            </a:extLst>
          </p:cNvPr>
          <p:cNvGrpSpPr>
            <a:grpSpLocks/>
          </p:cNvGrpSpPr>
          <p:nvPr/>
        </p:nvGrpSpPr>
        <p:grpSpPr bwMode="auto">
          <a:xfrm>
            <a:off x="609600" y="1450975"/>
            <a:ext cx="7086600" cy="5105400"/>
            <a:chOff x="384" y="914"/>
            <a:chExt cx="4464" cy="3216"/>
          </a:xfrm>
        </p:grpSpPr>
        <p:sp>
          <p:nvSpPr>
            <p:cNvPr id="26628" name="Rectangle 4">
              <a:extLst>
                <a:ext uri="{FF2B5EF4-FFF2-40B4-BE49-F238E27FC236}">
                  <a16:creationId xmlns:a16="http://schemas.microsoft.com/office/drawing/2014/main" id="{FC9C5958-AEB3-43B5-B03A-61645354735C}"/>
                </a:ext>
              </a:extLst>
            </p:cNvPr>
            <p:cNvSpPr>
              <a:spLocks noChangeArrowheads="1"/>
            </p:cNvSpPr>
            <p:nvPr/>
          </p:nvSpPr>
          <p:spPr bwMode="auto">
            <a:xfrm>
              <a:off x="384" y="2304"/>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b="1">
                  <a:solidFill>
                    <a:srgbClr val="FF0000"/>
                  </a:solidFill>
                  <a:latin typeface="黑体" panose="02010609060101010101" pitchFamily="49" charset="-122"/>
                  <a:ea typeface="黑体" panose="02010609060101010101" pitchFamily="49" charset="-122"/>
                </a:rPr>
                <a:t>缺少</a:t>
              </a:r>
              <a:r>
                <a:rPr lang="en-US" altLang="zh-CN" b="1">
                  <a:solidFill>
                    <a:srgbClr val="FF0000"/>
                  </a:solidFill>
                  <a:latin typeface="黑体" panose="02010609060101010101" pitchFamily="49" charset="-122"/>
                  <a:ea typeface="黑体" panose="02010609060101010101" pitchFamily="49" charset="-122"/>
                </a:rPr>
                <a:t>C</a:t>
              </a:r>
            </a:p>
          </p:txBody>
        </p:sp>
        <p:sp>
          <p:nvSpPr>
            <p:cNvPr id="26629" name="Rectangle 5">
              <a:extLst>
                <a:ext uri="{FF2B5EF4-FFF2-40B4-BE49-F238E27FC236}">
                  <a16:creationId xmlns:a16="http://schemas.microsoft.com/office/drawing/2014/main" id="{643613E3-B35F-44B8-BA29-CED303CC17FC}"/>
                </a:ext>
              </a:extLst>
            </p:cNvPr>
            <p:cNvSpPr>
              <a:spLocks noChangeArrowheads="1"/>
            </p:cNvSpPr>
            <p:nvPr/>
          </p:nvSpPr>
          <p:spPr bwMode="auto">
            <a:xfrm>
              <a:off x="1329" y="1952"/>
              <a:ext cx="611"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600" b="1">
                  <a:solidFill>
                    <a:srgbClr val="01050F"/>
                  </a:solidFill>
                  <a:latin typeface="黑体" panose="02010609060101010101" pitchFamily="49" charset="-122"/>
                  <a:ea typeface="黑体" panose="02010609060101010101" pitchFamily="49" charset="-122"/>
                </a:rPr>
                <a:t>3.1</a:t>
              </a:r>
            </a:p>
          </p:txBody>
        </p:sp>
        <p:sp>
          <p:nvSpPr>
            <p:cNvPr id="26630" name="Line 6">
              <a:extLst>
                <a:ext uri="{FF2B5EF4-FFF2-40B4-BE49-F238E27FC236}">
                  <a16:creationId xmlns:a16="http://schemas.microsoft.com/office/drawing/2014/main" id="{C0C6AA4F-E484-4E20-B116-EF0219C62CE7}"/>
                </a:ext>
              </a:extLst>
            </p:cNvPr>
            <p:cNvSpPr>
              <a:spLocks noChangeShapeType="1"/>
            </p:cNvSpPr>
            <p:nvPr/>
          </p:nvSpPr>
          <p:spPr bwMode="auto">
            <a:xfrm>
              <a:off x="1594" y="2998"/>
              <a:ext cx="0" cy="488"/>
            </a:xfrm>
            <a:prstGeom prst="line">
              <a:avLst/>
            </a:prstGeom>
            <a:noFill/>
            <a:ln w="38100">
              <a:solidFill>
                <a:srgbClr val="01050F"/>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1" name="AutoShape 7">
              <a:extLst>
                <a:ext uri="{FF2B5EF4-FFF2-40B4-BE49-F238E27FC236}">
                  <a16:creationId xmlns:a16="http://schemas.microsoft.com/office/drawing/2014/main" id="{257422E6-9BAF-4FE3-9499-FF7D6A20BE64}"/>
                </a:ext>
              </a:extLst>
            </p:cNvPr>
            <p:cNvSpPr>
              <a:spLocks noChangeArrowheads="1"/>
            </p:cNvSpPr>
            <p:nvPr/>
          </p:nvSpPr>
          <p:spPr bwMode="auto">
            <a:xfrm>
              <a:off x="1144" y="2065"/>
              <a:ext cx="899" cy="926"/>
            </a:xfrm>
            <a:prstGeom prst="roundRect">
              <a:avLst>
                <a:gd name="adj" fmla="val 12495"/>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6632" name="Line 8">
              <a:extLst>
                <a:ext uri="{FF2B5EF4-FFF2-40B4-BE49-F238E27FC236}">
                  <a16:creationId xmlns:a16="http://schemas.microsoft.com/office/drawing/2014/main" id="{FBEB14F4-6699-4D37-9094-A5F5448E0BC3}"/>
                </a:ext>
              </a:extLst>
            </p:cNvPr>
            <p:cNvSpPr>
              <a:spLocks noChangeShapeType="1"/>
            </p:cNvSpPr>
            <p:nvPr/>
          </p:nvSpPr>
          <p:spPr bwMode="auto">
            <a:xfrm>
              <a:off x="1136" y="2284"/>
              <a:ext cx="916"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6633" name="Line 9">
              <a:extLst>
                <a:ext uri="{FF2B5EF4-FFF2-40B4-BE49-F238E27FC236}">
                  <a16:creationId xmlns:a16="http://schemas.microsoft.com/office/drawing/2014/main" id="{F848D09F-7D13-4DFF-A08F-D802E97987D6}"/>
                </a:ext>
              </a:extLst>
            </p:cNvPr>
            <p:cNvSpPr>
              <a:spLocks noChangeShapeType="1"/>
            </p:cNvSpPr>
            <p:nvPr/>
          </p:nvSpPr>
          <p:spPr bwMode="auto">
            <a:xfrm>
              <a:off x="1136" y="2772"/>
              <a:ext cx="916"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6634" name="Line 10">
              <a:extLst>
                <a:ext uri="{FF2B5EF4-FFF2-40B4-BE49-F238E27FC236}">
                  <a16:creationId xmlns:a16="http://schemas.microsoft.com/office/drawing/2014/main" id="{94F7D61F-85C6-4826-BA42-EB4070F7CEBF}"/>
                </a:ext>
              </a:extLst>
            </p:cNvPr>
            <p:cNvSpPr>
              <a:spLocks noChangeShapeType="1"/>
            </p:cNvSpPr>
            <p:nvPr/>
          </p:nvSpPr>
          <p:spPr bwMode="auto">
            <a:xfrm>
              <a:off x="1594" y="1571"/>
              <a:ext cx="0" cy="488"/>
            </a:xfrm>
            <a:prstGeom prst="line">
              <a:avLst/>
            </a:prstGeom>
            <a:noFill/>
            <a:ln w="25400">
              <a:solidFill>
                <a:srgbClr val="01050F"/>
              </a:solidFill>
              <a:round/>
              <a:headEnd type="non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5" name="AutoShape 11">
              <a:extLst>
                <a:ext uri="{FF2B5EF4-FFF2-40B4-BE49-F238E27FC236}">
                  <a16:creationId xmlns:a16="http://schemas.microsoft.com/office/drawing/2014/main" id="{FC7BFC70-47F1-45DE-B0CB-475B182257CE}"/>
                </a:ext>
              </a:extLst>
            </p:cNvPr>
            <p:cNvSpPr>
              <a:spLocks noChangeArrowheads="1"/>
            </p:cNvSpPr>
            <p:nvPr/>
          </p:nvSpPr>
          <p:spPr bwMode="auto">
            <a:xfrm>
              <a:off x="2773" y="1058"/>
              <a:ext cx="899" cy="926"/>
            </a:xfrm>
            <a:prstGeom prst="roundRect">
              <a:avLst>
                <a:gd name="adj" fmla="val 12495"/>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6636" name="Line 12">
              <a:extLst>
                <a:ext uri="{FF2B5EF4-FFF2-40B4-BE49-F238E27FC236}">
                  <a16:creationId xmlns:a16="http://schemas.microsoft.com/office/drawing/2014/main" id="{65B3F007-A08F-4B9A-A3DB-0BFB55A0485B}"/>
                </a:ext>
              </a:extLst>
            </p:cNvPr>
            <p:cNvSpPr>
              <a:spLocks noChangeShapeType="1"/>
            </p:cNvSpPr>
            <p:nvPr/>
          </p:nvSpPr>
          <p:spPr bwMode="auto">
            <a:xfrm>
              <a:off x="2764" y="1277"/>
              <a:ext cx="916"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6637" name="Line 13">
              <a:extLst>
                <a:ext uri="{FF2B5EF4-FFF2-40B4-BE49-F238E27FC236}">
                  <a16:creationId xmlns:a16="http://schemas.microsoft.com/office/drawing/2014/main" id="{3612C06A-1454-4E2A-B902-34AC1FAFD002}"/>
                </a:ext>
              </a:extLst>
            </p:cNvPr>
            <p:cNvSpPr>
              <a:spLocks noChangeShapeType="1"/>
            </p:cNvSpPr>
            <p:nvPr/>
          </p:nvSpPr>
          <p:spPr bwMode="auto">
            <a:xfrm>
              <a:off x="2764" y="1765"/>
              <a:ext cx="916"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6638" name="AutoShape 14">
              <a:extLst>
                <a:ext uri="{FF2B5EF4-FFF2-40B4-BE49-F238E27FC236}">
                  <a16:creationId xmlns:a16="http://schemas.microsoft.com/office/drawing/2014/main" id="{8B6ED988-0F4E-4069-9B36-69502776529D}"/>
                </a:ext>
              </a:extLst>
            </p:cNvPr>
            <p:cNvSpPr>
              <a:spLocks noChangeArrowheads="1"/>
            </p:cNvSpPr>
            <p:nvPr/>
          </p:nvSpPr>
          <p:spPr bwMode="auto">
            <a:xfrm>
              <a:off x="2773" y="3010"/>
              <a:ext cx="899" cy="926"/>
            </a:xfrm>
            <a:prstGeom prst="roundRect">
              <a:avLst>
                <a:gd name="adj" fmla="val 12495"/>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6639" name="Line 15">
              <a:extLst>
                <a:ext uri="{FF2B5EF4-FFF2-40B4-BE49-F238E27FC236}">
                  <a16:creationId xmlns:a16="http://schemas.microsoft.com/office/drawing/2014/main" id="{3DB4024A-3621-42F7-8F44-27E42AA968F2}"/>
                </a:ext>
              </a:extLst>
            </p:cNvPr>
            <p:cNvSpPr>
              <a:spLocks noChangeShapeType="1"/>
            </p:cNvSpPr>
            <p:nvPr/>
          </p:nvSpPr>
          <p:spPr bwMode="auto">
            <a:xfrm>
              <a:off x="2764" y="3229"/>
              <a:ext cx="916"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6640" name="Line 16">
              <a:extLst>
                <a:ext uri="{FF2B5EF4-FFF2-40B4-BE49-F238E27FC236}">
                  <a16:creationId xmlns:a16="http://schemas.microsoft.com/office/drawing/2014/main" id="{74CF27AB-51D6-4665-9686-6599C72ED1A3}"/>
                </a:ext>
              </a:extLst>
            </p:cNvPr>
            <p:cNvSpPr>
              <a:spLocks noChangeShapeType="1"/>
            </p:cNvSpPr>
            <p:nvPr/>
          </p:nvSpPr>
          <p:spPr bwMode="auto">
            <a:xfrm>
              <a:off x="2764" y="3717"/>
              <a:ext cx="916"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6641" name="Line 17">
              <a:extLst>
                <a:ext uri="{FF2B5EF4-FFF2-40B4-BE49-F238E27FC236}">
                  <a16:creationId xmlns:a16="http://schemas.microsoft.com/office/drawing/2014/main" id="{7709E68E-CC05-44AD-AFBC-277466803B87}"/>
                </a:ext>
              </a:extLst>
            </p:cNvPr>
            <p:cNvSpPr>
              <a:spLocks noChangeShapeType="1"/>
            </p:cNvSpPr>
            <p:nvPr/>
          </p:nvSpPr>
          <p:spPr bwMode="auto">
            <a:xfrm>
              <a:off x="3680" y="3486"/>
              <a:ext cx="1120" cy="0"/>
            </a:xfrm>
            <a:prstGeom prst="line">
              <a:avLst/>
            </a:prstGeom>
            <a:noFill/>
            <a:ln w="38100">
              <a:solidFill>
                <a:srgbClr val="01050F"/>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6642" name="Line 18">
              <a:extLst>
                <a:ext uri="{FF2B5EF4-FFF2-40B4-BE49-F238E27FC236}">
                  <a16:creationId xmlns:a16="http://schemas.microsoft.com/office/drawing/2014/main" id="{55E6A691-CC22-4EEC-B2C2-AB4ED89B410B}"/>
                </a:ext>
              </a:extLst>
            </p:cNvPr>
            <p:cNvSpPr>
              <a:spLocks noChangeShapeType="1"/>
            </p:cNvSpPr>
            <p:nvPr/>
          </p:nvSpPr>
          <p:spPr bwMode="auto">
            <a:xfrm>
              <a:off x="1594" y="3486"/>
              <a:ext cx="1170" cy="0"/>
            </a:xfrm>
            <a:prstGeom prst="line">
              <a:avLst/>
            </a:prstGeom>
            <a:noFill/>
            <a:ln w="38100">
              <a:solidFill>
                <a:srgbClr val="01050F"/>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6643" name="Line 19">
              <a:extLst>
                <a:ext uri="{FF2B5EF4-FFF2-40B4-BE49-F238E27FC236}">
                  <a16:creationId xmlns:a16="http://schemas.microsoft.com/office/drawing/2014/main" id="{D0A042D9-969C-4B6A-AAE1-CAB72BDA8BD4}"/>
                </a:ext>
              </a:extLst>
            </p:cNvPr>
            <p:cNvSpPr>
              <a:spLocks noChangeShapeType="1"/>
            </p:cNvSpPr>
            <p:nvPr/>
          </p:nvSpPr>
          <p:spPr bwMode="auto">
            <a:xfrm>
              <a:off x="1594" y="1571"/>
              <a:ext cx="1170" cy="0"/>
            </a:xfrm>
            <a:prstGeom prst="line">
              <a:avLst/>
            </a:prstGeom>
            <a:noFill/>
            <a:ln w="38100">
              <a:solidFill>
                <a:srgbClr val="01050F"/>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6644" name="Line 20">
              <a:extLst>
                <a:ext uri="{FF2B5EF4-FFF2-40B4-BE49-F238E27FC236}">
                  <a16:creationId xmlns:a16="http://schemas.microsoft.com/office/drawing/2014/main" id="{BBAA0DA3-2552-4E92-9C2D-0131B1DDD535}"/>
                </a:ext>
              </a:extLst>
            </p:cNvPr>
            <p:cNvSpPr>
              <a:spLocks noChangeShapeType="1"/>
            </p:cNvSpPr>
            <p:nvPr/>
          </p:nvSpPr>
          <p:spPr bwMode="auto">
            <a:xfrm>
              <a:off x="3680" y="1571"/>
              <a:ext cx="1120" cy="0"/>
            </a:xfrm>
            <a:prstGeom prst="line">
              <a:avLst/>
            </a:prstGeom>
            <a:noFill/>
            <a:ln w="38100">
              <a:solidFill>
                <a:srgbClr val="01050F"/>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6645" name="Rectangle 21">
              <a:extLst>
                <a:ext uri="{FF2B5EF4-FFF2-40B4-BE49-F238E27FC236}">
                  <a16:creationId xmlns:a16="http://schemas.microsoft.com/office/drawing/2014/main" id="{1FE4E8B8-C14A-4A57-ADFB-F73924F72730}"/>
                </a:ext>
              </a:extLst>
            </p:cNvPr>
            <p:cNvSpPr>
              <a:spLocks noChangeArrowheads="1"/>
            </p:cNvSpPr>
            <p:nvPr/>
          </p:nvSpPr>
          <p:spPr bwMode="auto">
            <a:xfrm>
              <a:off x="4037" y="1196"/>
              <a:ext cx="305"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600" b="1">
                  <a:solidFill>
                    <a:srgbClr val="1F4300"/>
                  </a:solidFill>
                  <a:ea typeface="黑体" panose="02010609060101010101" pitchFamily="49" charset="-122"/>
                </a:rPr>
                <a:t>E</a:t>
              </a:r>
              <a:endParaRPr lang="en-US" altLang="zh-CN" sz="3200" b="1">
                <a:solidFill>
                  <a:srgbClr val="A3F25F"/>
                </a:solidFill>
                <a:latin typeface="黑体" panose="02010609060101010101" pitchFamily="49" charset="-122"/>
                <a:ea typeface="黑体" panose="02010609060101010101" pitchFamily="49" charset="-122"/>
              </a:endParaRPr>
            </a:p>
          </p:txBody>
        </p:sp>
        <p:sp>
          <p:nvSpPr>
            <p:cNvPr id="26646" name="Rectangle 22">
              <a:extLst>
                <a:ext uri="{FF2B5EF4-FFF2-40B4-BE49-F238E27FC236}">
                  <a16:creationId xmlns:a16="http://schemas.microsoft.com/office/drawing/2014/main" id="{B1114857-83CF-4CCA-B7A4-7364B08F4BDA}"/>
                </a:ext>
              </a:extLst>
            </p:cNvPr>
            <p:cNvSpPr>
              <a:spLocks noChangeArrowheads="1"/>
            </p:cNvSpPr>
            <p:nvPr/>
          </p:nvSpPr>
          <p:spPr bwMode="auto">
            <a:xfrm>
              <a:off x="4037" y="3110"/>
              <a:ext cx="305"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600" b="1">
                  <a:solidFill>
                    <a:srgbClr val="1F4300"/>
                  </a:solidFill>
                  <a:ea typeface="黑体" panose="02010609060101010101" pitchFamily="49" charset="-122"/>
                </a:rPr>
                <a:t>D</a:t>
              </a:r>
              <a:endParaRPr lang="en-US" altLang="zh-CN" sz="3200" b="1">
                <a:solidFill>
                  <a:srgbClr val="A3F25F"/>
                </a:solidFill>
                <a:latin typeface="黑体" panose="02010609060101010101" pitchFamily="49" charset="-122"/>
                <a:ea typeface="黑体" panose="02010609060101010101" pitchFamily="49" charset="-122"/>
              </a:endParaRPr>
            </a:p>
          </p:txBody>
        </p:sp>
        <p:sp>
          <p:nvSpPr>
            <p:cNvPr id="26647" name="Rectangle 23">
              <a:extLst>
                <a:ext uri="{FF2B5EF4-FFF2-40B4-BE49-F238E27FC236}">
                  <a16:creationId xmlns:a16="http://schemas.microsoft.com/office/drawing/2014/main" id="{FB9300DC-D30D-4742-BB77-C26775C80B89}"/>
                </a:ext>
              </a:extLst>
            </p:cNvPr>
            <p:cNvSpPr>
              <a:spLocks noChangeArrowheads="1"/>
            </p:cNvSpPr>
            <p:nvPr/>
          </p:nvSpPr>
          <p:spPr bwMode="auto">
            <a:xfrm>
              <a:off x="2936" y="948"/>
              <a:ext cx="611"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600" b="1">
                  <a:solidFill>
                    <a:srgbClr val="01050F"/>
                  </a:solidFill>
                  <a:latin typeface="黑体" panose="02010609060101010101" pitchFamily="49" charset="-122"/>
                  <a:ea typeface="黑体" panose="02010609060101010101" pitchFamily="49" charset="-122"/>
                </a:rPr>
                <a:t>3.3</a:t>
              </a:r>
            </a:p>
          </p:txBody>
        </p:sp>
        <p:sp>
          <p:nvSpPr>
            <p:cNvPr id="26648" name="Line 24">
              <a:extLst>
                <a:ext uri="{FF2B5EF4-FFF2-40B4-BE49-F238E27FC236}">
                  <a16:creationId xmlns:a16="http://schemas.microsoft.com/office/drawing/2014/main" id="{565DA67A-F625-4667-AD27-DC168F51BFF8}"/>
                </a:ext>
              </a:extLst>
            </p:cNvPr>
            <p:cNvSpPr>
              <a:spLocks noChangeShapeType="1"/>
            </p:cNvSpPr>
            <p:nvPr/>
          </p:nvSpPr>
          <p:spPr bwMode="auto">
            <a:xfrm>
              <a:off x="2753" y="1271"/>
              <a:ext cx="916"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6649" name="Rectangle 25">
              <a:extLst>
                <a:ext uri="{FF2B5EF4-FFF2-40B4-BE49-F238E27FC236}">
                  <a16:creationId xmlns:a16="http://schemas.microsoft.com/office/drawing/2014/main" id="{79B702B7-009F-4E5B-BB7C-F2D27F74F537}"/>
                </a:ext>
              </a:extLst>
            </p:cNvPr>
            <p:cNvSpPr>
              <a:spLocks noChangeArrowheads="1"/>
            </p:cNvSpPr>
            <p:nvPr/>
          </p:nvSpPr>
          <p:spPr bwMode="auto">
            <a:xfrm>
              <a:off x="2937" y="2904"/>
              <a:ext cx="611"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600" b="1">
                  <a:solidFill>
                    <a:srgbClr val="01050F"/>
                  </a:solidFill>
                  <a:latin typeface="黑体" panose="02010609060101010101" pitchFamily="49" charset="-122"/>
                  <a:ea typeface="黑体" panose="02010609060101010101" pitchFamily="49" charset="-122"/>
                </a:rPr>
                <a:t>3.2</a:t>
              </a:r>
            </a:p>
          </p:txBody>
        </p:sp>
        <p:sp>
          <p:nvSpPr>
            <p:cNvPr id="26650" name="Text Box 26">
              <a:extLst>
                <a:ext uri="{FF2B5EF4-FFF2-40B4-BE49-F238E27FC236}">
                  <a16:creationId xmlns:a16="http://schemas.microsoft.com/office/drawing/2014/main" id="{30563532-941A-44F5-B066-D8340EF675C7}"/>
                </a:ext>
              </a:extLst>
            </p:cNvPr>
            <p:cNvSpPr txBox="1">
              <a:spLocks noChangeArrowheads="1"/>
            </p:cNvSpPr>
            <p:nvPr/>
          </p:nvSpPr>
          <p:spPr bwMode="auto">
            <a:xfrm>
              <a:off x="480" y="1104"/>
              <a:ext cx="1248"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solidFill>
                    <a:srgbClr val="AC5232"/>
                  </a:solidFill>
                </a:rPr>
                <a:t>对加工</a:t>
              </a:r>
              <a:r>
                <a:rPr lang="en-US" altLang="zh-CN" b="1">
                  <a:solidFill>
                    <a:srgbClr val="AC5232"/>
                  </a:solidFill>
                </a:rPr>
                <a:t>3</a:t>
              </a:r>
              <a:r>
                <a:rPr lang="zh-CN" altLang="en-US" b="1">
                  <a:solidFill>
                    <a:srgbClr val="AC5232"/>
                  </a:solidFill>
                </a:rPr>
                <a:t>细化的子图：</a:t>
              </a:r>
            </a:p>
          </p:txBody>
        </p:sp>
        <p:sp>
          <p:nvSpPr>
            <p:cNvPr id="26651" name="Oval 27">
              <a:extLst>
                <a:ext uri="{FF2B5EF4-FFF2-40B4-BE49-F238E27FC236}">
                  <a16:creationId xmlns:a16="http://schemas.microsoft.com/office/drawing/2014/main" id="{BDCA6FD6-32C4-45DA-80CB-889184985C4A}"/>
                </a:ext>
              </a:extLst>
            </p:cNvPr>
            <p:cNvSpPr>
              <a:spLocks noChangeArrowheads="1"/>
            </p:cNvSpPr>
            <p:nvPr/>
          </p:nvSpPr>
          <p:spPr bwMode="auto">
            <a:xfrm>
              <a:off x="1008" y="914"/>
              <a:ext cx="3840" cy="3216"/>
            </a:xfrm>
            <a:prstGeom prst="ellipse">
              <a:avLst/>
            </a:prstGeom>
            <a:noFill/>
            <a:ln w="25400" cap="rnd">
              <a:solidFill>
                <a:srgbClr val="AC5232"/>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52" name="Text Box 28">
              <a:extLst>
                <a:ext uri="{FF2B5EF4-FFF2-40B4-BE49-F238E27FC236}">
                  <a16:creationId xmlns:a16="http://schemas.microsoft.com/office/drawing/2014/main" id="{1B0A814D-D92C-4146-BFE3-06557E7E12E8}"/>
                </a:ext>
              </a:extLst>
            </p:cNvPr>
            <p:cNvSpPr txBox="1">
              <a:spLocks noChangeArrowheads="1"/>
            </p:cNvSpPr>
            <p:nvPr/>
          </p:nvSpPr>
          <p:spPr bwMode="auto">
            <a:xfrm>
              <a:off x="2006" y="3762"/>
              <a:ext cx="6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solidFill>
                    <a:srgbClr val="AC5232"/>
                  </a:solidFill>
                </a:rPr>
                <a:t>加工</a:t>
              </a:r>
              <a:r>
                <a:rPr lang="en-US" altLang="zh-CN" sz="2000" b="1">
                  <a:solidFill>
                    <a:srgbClr val="AC5232"/>
                  </a:solidFill>
                </a:rPr>
                <a:t>3</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FD820D-9B56-491B-B37E-784588EE4407}"/>
              </a:ext>
            </a:extLst>
          </p:cNvPr>
          <p:cNvSpPr>
            <a:spLocks noGrp="1"/>
          </p:cNvSpPr>
          <p:nvPr>
            <p:ph type="title"/>
          </p:nvPr>
        </p:nvSpPr>
        <p:spPr/>
        <p:txBody>
          <a:bodyPr/>
          <a:lstStyle/>
          <a:p>
            <a:r>
              <a:rPr lang="zh-CN" altLang="en-US" dirty="0">
                <a:solidFill>
                  <a:schemeClr val="tx1"/>
                </a:solidFill>
              </a:rPr>
              <a:t>教材购销系统的顶层</a:t>
            </a:r>
            <a:r>
              <a:rPr lang="en-US" altLang="zh-CN" dirty="0">
                <a:solidFill>
                  <a:schemeClr val="tx1"/>
                </a:solidFill>
              </a:rPr>
              <a:t>DFD</a:t>
            </a:r>
            <a:endParaRPr lang="zh-CN" altLang="en-US" dirty="0"/>
          </a:p>
        </p:txBody>
      </p:sp>
      <p:sp>
        <p:nvSpPr>
          <p:cNvPr id="3" name="内容占位符 2">
            <a:extLst>
              <a:ext uri="{FF2B5EF4-FFF2-40B4-BE49-F238E27FC236}">
                <a16:creationId xmlns:a16="http://schemas.microsoft.com/office/drawing/2014/main" id="{88203F7D-F3D6-4753-B367-4DBFB9084550}"/>
              </a:ext>
            </a:extLst>
          </p:cNvPr>
          <p:cNvSpPr>
            <a:spLocks noGrp="1"/>
          </p:cNvSpPr>
          <p:nvPr>
            <p:ph idx="1"/>
          </p:nvPr>
        </p:nvSpPr>
        <p:spPr/>
        <p:txBody>
          <a:bodyPr/>
          <a:lstStyle/>
          <a:p>
            <a:endParaRPr lang="zh-CN" altLang="en-US" dirty="0"/>
          </a:p>
        </p:txBody>
      </p:sp>
      <p:grpSp>
        <p:nvGrpSpPr>
          <p:cNvPr id="4" name="组合 3">
            <a:extLst>
              <a:ext uri="{FF2B5EF4-FFF2-40B4-BE49-F238E27FC236}">
                <a16:creationId xmlns:a16="http://schemas.microsoft.com/office/drawing/2014/main" id="{332C6EA7-09FF-47AF-BEA8-254C0969B715}"/>
              </a:ext>
            </a:extLst>
          </p:cNvPr>
          <p:cNvGrpSpPr/>
          <p:nvPr/>
        </p:nvGrpSpPr>
        <p:grpSpPr>
          <a:xfrm>
            <a:off x="72390" y="2492896"/>
            <a:ext cx="8614410" cy="2295004"/>
            <a:chOff x="76200" y="2284413"/>
            <a:chExt cx="9067800" cy="2503487"/>
          </a:xfrm>
        </p:grpSpPr>
        <p:sp>
          <p:nvSpPr>
            <p:cNvPr id="5" name="Rectangle 2">
              <a:extLst>
                <a:ext uri="{FF2B5EF4-FFF2-40B4-BE49-F238E27FC236}">
                  <a16:creationId xmlns:a16="http://schemas.microsoft.com/office/drawing/2014/main" id="{3FBFBBF7-BD62-4E13-A411-CA1B63833784}"/>
                </a:ext>
              </a:extLst>
            </p:cNvPr>
            <p:cNvSpPr>
              <a:spLocks noChangeArrowheads="1"/>
            </p:cNvSpPr>
            <p:nvPr/>
          </p:nvSpPr>
          <p:spPr bwMode="auto">
            <a:xfrm>
              <a:off x="1431925" y="2284413"/>
              <a:ext cx="2044700" cy="772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eaLnBrk="0" hangingPunct="0"/>
              <a:r>
                <a:rPr lang="zh-CN" altLang="en-US" sz="4000" b="1" dirty="0">
                  <a:solidFill>
                    <a:srgbClr val="B04C03"/>
                  </a:solidFill>
                  <a:latin typeface="黑体" panose="02010609060101010101" pitchFamily="49" charset="-122"/>
                  <a:ea typeface="黑体" panose="02010609060101010101" pitchFamily="49" charset="-122"/>
                </a:rPr>
                <a:t>购书单</a:t>
              </a:r>
              <a:endParaRPr lang="zh-CN" altLang="en-US" sz="4000" b="1" dirty="0">
                <a:solidFill>
                  <a:schemeClr val="tx2"/>
                </a:solidFill>
                <a:latin typeface="黑体" panose="02010609060101010101" pitchFamily="49" charset="-122"/>
                <a:ea typeface="黑体" panose="02010609060101010101" pitchFamily="49" charset="-122"/>
              </a:endParaRPr>
            </a:p>
          </p:txBody>
        </p:sp>
        <p:sp>
          <p:nvSpPr>
            <p:cNvPr id="6" name="Rectangle 3">
              <a:extLst>
                <a:ext uri="{FF2B5EF4-FFF2-40B4-BE49-F238E27FC236}">
                  <a16:creationId xmlns:a16="http://schemas.microsoft.com/office/drawing/2014/main" id="{F158BC85-4E67-4D28-84EE-A31C83F438FD}"/>
                </a:ext>
              </a:extLst>
            </p:cNvPr>
            <p:cNvSpPr>
              <a:spLocks noChangeArrowheads="1"/>
            </p:cNvSpPr>
            <p:nvPr/>
          </p:nvSpPr>
          <p:spPr bwMode="auto">
            <a:xfrm>
              <a:off x="3473451" y="2703433"/>
              <a:ext cx="2301871" cy="1712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eaLnBrk="0" hangingPunct="0"/>
              <a:r>
                <a:rPr lang="zh-CN" altLang="en-US" sz="4800" b="1" dirty="0">
                  <a:solidFill>
                    <a:srgbClr val="1F4300"/>
                  </a:solidFill>
                  <a:latin typeface="黑体" panose="02010609060101010101" pitchFamily="49" charset="-122"/>
                  <a:ea typeface="黑体" panose="02010609060101010101" pitchFamily="49" charset="-122"/>
                </a:rPr>
                <a:t>教材购销系统</a:t>
              </a:r>
              <a:endParaRPr lang="zh-CN" altLang="en-US" sz="4800" b="1" dirty="0">
                <a:latin typeface="黑体" panose="02010609060101010101" pitchFamily="49" charset="-122"/>
                <a:ea typeface="黑体" panose="02010609060101010101" pitchFamily="49" charset="-122"/>
              </a:endParaRPr>
            </a:p>
          </p:txBody>
        </p:sp>
        <p:sp>
          <p:nvSpPr>
            <p:cNvPr id="7" name="Line 4">
              <a:extLst>
                <a:ext uri="{FF2B5EF4-FFF2-40B4-BE49-F238E27FC236}">
                  <a16:creationId xmlns:a16="http://schemas.microsoft.com/office/drawing/2014/main" id="{6CA72F38-83A2-4170-A2AD-E4B97B9D5DFB}"/>
                </a:ext>
              </a:extLst>
            </p:cNvPr>
            <p:cNvSpPr>
              <a:spLocks noChangeShapeType="1"/>
            </p:cNvSpPr>
            <p:nvPr/>
          </p:nvSpPr>
          <p:spPr bwMode="auto">
            <a:xfrm>
              <a:off x="1143000" y="2971800"/>
              <a:ext cx="2286000"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AutoShape 6">
              <a:extLst>
                <a:ext uri="{FF2B5EF4-FFF2-40B4-BE49-F238E27FC236}">
                  <a16:creationId xmlns:a16="http://schemas.microsoft.com/office/drawing/2014/main" id="{85DD9BDF-C59F-4DF8-A01E-03C6034C39D9}"/>
                </a:ext>
              </a:extLst>
            </p:cNvPr>
            <p:cNvSpPr>
              <a:spLocks noChangeArrowheads="1"/>
            </p:cNvSpPr>
            <p:nvPr/>
          </p:nvSpPr>
          <p:spPr bwMode="auto">
            <a:xfrm>
              <a:off x="3441700" y="2298700"/>
              <a:ext cx="2184400" cy="2489200"/>
            </a:xfrm>
            <a:prstGeom prst="roundRect">
              <a:avLst>
                <a:gd name="adj" fmla="val 12495"/>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useBgFill="1">
          <p:nvSpPr>
            <p:cNvPr id="9" name="Rectangle 7">
              <a:extLst>
                <a:ext uri="{FF2B5EF4-FFF2-40B4-BE49-F238E27FC236}">
                  <a16:creationId xmlns:a16="http://schemas.microsoft.com/office/drawing/2014/main" id="{D79C4F55-3385-415F-A5E1-06D1A2AA1AA6}"/>
                </a:ext>
              </a:extLst>
            </p:cNvPr>
            <p:cNvSpPr>
              <a:spLocks noChangeArrowheads="1"/>
            </p:cNvSpPr>
            <p:nvPr/>
          </p:nvSpPr>
          <p:spPr bwMode="auto">
            <a:xfrm>
              <a:off x="177800" y="2819400"/>
              <a:ext cx="1270000" cy="1193800"/>
            </a:xfrm>
            <a:prstGeom prst="rect">
              <a:avLst/>
            </a:prstGeom>
            <a:ln w="25400">
              <a:solidFill>
                <a:srgbClr val="01050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8">
              <a:extLst>
                <a:ext uri="{FF2B5EF4-FFF2-40B4-BE49-F238E27FC236}">
                  <a16:creationId xmlns:a16="http://schemas.microsoft.com/office/drawing/2014/main" id="{5759735B-4D71-4145-9225-DE22D2F90258}"/>
                </a:ext>
              </a:extLst>
            </p:cNvPr>
            <p:cNvSpPr>
              <a:spLocks noChangeArrowheads="1"/>
            </p:cNvSpPr>
            <p:nvPr/>
          </p:nvSpPr>
          <p:spPr bwMode="auto">
            <a:xfrm>
              <a:off x="116602" y="3034751"/>
              <a:ext cx="1524000" cy="840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400" b="1" dirty="0">
                  <a:solidFill>
                    <a:srgbClr val="1F4300"/>
                  </a:solidFill>
                  <a:latin typeface="黑体" panose="02010609060101010101" pitchFamily="49" charset="-122"/>
                  <a:ea typeface="黑体" panose="02010609060101010101" pitchFamily="49" charset="-122"/>
                </a:rPr>
                <a:t>学生</a:t>
              </a:r>
              <a:endParaRPr lang="zh-CN" altLang="en-US" sz="4400" b="1" dirty="0">
                <a:latin typeface="黑体" panose="02010609060101010101" pitchFamily="49" charset="-122"/>
                <a:ea typeface="黑体" panose="02010609060101010101" pitchFamily="49" charset="-122"/>
              </a:endParaRPr>
            </a:p>
          </p:txBody>
        </p:sp>
        <p:sp>
          <p:nvSpPr>
            <p:cNvPr id="11" name="Line 9">
              <a:extLst>
                <a:ext uri="{FF2B5EF4-FFF2-40B4-BE49-F238E27FC236}">
                  <a16:creationId xmlns:a16="http://schemas.microsoft.com/office/drawing/2014/main" id="{D8D4DA1B-6BC5-46C4-9189-F877C263740E}"/>
                </a:ext>
              </a:extLst>
            </p:cNvPr>
            <p:cNvSpPr>
              <a:spLocks noChangeShapeType="1"/>
            </p:cNvSpPr>
            <p:nvPr/>
          </p:nvSpPr>
          <p:spPr bwMode="auto">
            <a:xfrm>
              <a:off x="76200" y="2819400"/>
              <a:ext cx="0" cy="1295400"/>
            </a:xfrm>
            <a:prstGeom prst="line">
              <a:avLst/>
            </a:prstGeom>
            <a:noFill/>
            <a:ln w="254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0">
              <a:extLst>
                <a:ext uri="{FF2B5EF4-FFF2-40B4-BE49-F238E27FC236}">
                  <a16:creationId xmlns:a16="http://schemas.microsoft.com/office/drawing/2014/main" id="{A78810EA-F24D-4F40-B7D9-7B62A3F15FD2}"/>
                </a:ext>
              </a:extLst>
            </p:cNvPr>
            <p:cNvSpPr>
              <a:spLocks noChangeShapeType="1"/>
            </p:cNvSpPr>
            <p:nvPr/>
          </p:nvSpPr>
          <p:spPr bwMode="auto">
            <a:xfrm>
              <a:off x="76200" y="4114800"/>
              <a:ext cx="1371600" cy="0"/>
            </a:xfrm>
            <a:prstGeom prst="line">
              <a:avLst/>
            </a:prstGeom>
            <a:noFill/>
            <a:ln w="254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3" name="Rectangle 11">
              <a:extLst>
                <a:ext uri="{FF2B5EF4-FFF2-40B4-BE49-F238E27FC236}">
                  <a16:creationId xmlns:a16="http://schemas.microsoft.com/office/drawing/2014/main" id="{57BBC442-4728-43FD-BAA8-73103F4BF1D3}"/>
                </a:ext>
              </a:extLst>
            </p:cNvPr>
            <p:cNvSpPr>
              <a:spLocks noChangeArrowheads="1"/>
            </p:cNvSpPr>
            <p:nvPr/>
          </p:nvSpPr>
          <p:spPr bwMode="auto">
            <a:xfrm>
              <a:off x="1508125" y="3198812"/>
              <a:ext cx="2044700" cy="772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eaLnBrk="0" hangingPunct="0"/>
              <a:r>
                <a:rPr lang="zh-CN" altLang="en-US" sz="4000" b="1" dirty="0">
                  <a:solidFill>
                    <a:srgbClr val="1F4300"/>
                  </a:solidFill>
                  <a:latin typeface="黑体" panose="02010609060101010101" pitchFamily="49" charset="-122"/>
                  <a:ea typeface="黑体" panose="02010609060101010101" pitchFamily="49" charset="-122"/>
                </a:rPr>
                <a:t>领书单</a:t>
              </a:r>
              <a:endParaRPr lang="zh-CN" altLang="en-US" sz="4000" b="1" dirty="0">
                <a:latin typeface="黑体" panose="02010609060101010101" pitchFamily="49" charset="-122"/>
                <a:ea typeface="黑体" panose="02010609060101010101" pitchFamily="49" charset="-122"/>
              </a:endParaRPr>
            </a:p>
          </p:txBody>
        </p:sp>
        <p:sp>
          <p:nvSpPr>
            <p:cNvPr id="14" name="Line 12">
              <a:extLst>
                <a:ext uri="{FF2B5EF4-FFF2-40B4-BE49-F238E27FC236}">
                  <a16:creationId xmlns:a16="http://schemas.microsoft.com/office/drawing/2014/main" id="{62DC2A79-6AA6-425E-BD97-512B43287979}"/>
                </a:ext>
              </a:extLst>
            </p:cNvPr>
            <p:cNvSpPr>
              <a:spLocks noChangeShapeType="1"/>
            </p:cNvSpPr>
            <p:nvPr/>
          </p:nvSpPr>
          <p:spPr bwMode="auto">
            <a:xfrm flipH="1">
              <a:off x="1371600" y="3886200"/>
              <a:ext cx="2057400"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Rectangle 13">
              <a:extLst>
                <a:ext uri="{FF2B5EF4-FFF2-40B4-BE49-F238E27FC236}">
                  <a16:creationId xmlns:a16="http://schemas.microsoft.com/office/drawing/2014/main" id="{23870B2A-BD0F-4A35-AF12-6A124446DE3C}"/>
                </a:ext>
              </a:extLst>
            </p:cNvPr>
            <p:cNvSpPr>
              <a:spLocks noChangeArrowheads="1"/>
            </p:cNvSpPr>
            <p:nvPr/>
          </p:nvSpPr>
          <p:spPr bwMode="auto">
            <a:xfrm>
              <a:off x="5699125" y="2284413"/>
              <a:ext cx="2073275" cy="772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eaLnBrk="0" hangingPunct="0"/>
              <a:r>
                <a:rPr lang="zh-CN" altLang="en-US" sz="4000" b="1" dirty="0">
                  <a:solidFill>
                    <a:srgbClr val="1F4300"/>
                  </a:solidFill>
                  <a:latin typeface="黑体" panose="02010609060101010101" pitchFamily="49" charset="-122"/>
                  <a:ea typeface="黑体" panose="02010609060101010101" pitchFamily="49" charset="-122"/>
                </a:rPr>
                <a:t>缺书单</a:t>
              </a:r>
              <a:endParaRPr lang="zh-CN" altLang="en-US" sz="4000" b="1" dirty="0">
                <a:latin typeface="黑体" panose="02010609060101010101" pitchFamily="49" charset="-122"/>
                <a:ea typeface="黑体" panose="02010609060101010101" pitchFamily="49" charset="-122"/>
              </a:endParaRPr>
            </a:p>
          </p:txBody>
        </p:sp>
        <p:sp>
          <p:nvSpPr>
            <p:cNvPr id="16" name="Line 14">
              <a:extLst>
                <a:ext uri="{FF2B5EF4-FFF2-40B4-BE49-F238E27FC236}">
                  <a16:creationId xmlns:a16="http://schemas.microsoft.com/office/drawing/2014/main" id="{6AB12FD1-8245-4E6C-9AD0-7BE58C60C8D6}"/>
                </a:ext>
              </a:extLst>
            </p:cNvPr>
            <p:cNvSpPr>
              <a:spLocks noChangeShapeType="1"/>
            </p:cNvSpPr>
            <p:nvPr/>
          </p:nvSpPr>
          <p:spPr bwMode="auto">
            <a:xfrm flipH="1">
              <a:off x="5638800" y="3962400"/>
              <a:ext cx="1828800"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17" name="Rectangle 15">
              <a:extLst>
                <a:ext uri="{FF2B5EF4-FFF2-40B4-BE49-F238E27FC236}">
                  <a16:creationId xmlns:a16="http://schemas.microsoft.com/office/drawing/2014/main" id="{33AE7DB0-DD9C-4364-B292-1D6C06D450A1}"/>
                </a:ext>
              </a:extLst>
            </p:cNvPr>
            <p:cNvSpPr>
              <a:spLocks noChangeArrowheads="1"/>
            </p:cNvSpPr>
            <p:nvPr/>
          </p:nvSpPr>
          <p:spPr bwMode="auto">
            <a:xfrm>
              <a:off x="7632700" y="2679700"/>
              <a:ext cx="1422400" cy="1346200"/>
            </a:xfrm>
            <a:prstGeom prst="rect">
              <a:avLst/>
            </a:prstGeom>
            <a:ln w="25400">
              <a:solidFill>
                <a:srgbClr val="01050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16">
              <a:extLst>
                <a:ext uri="{FF2B5EF4-FFF2-40B4-BE49-F238E27FC236}">
                  <a16:creationId xmlns:a16="http://schemas.microsoft.com/office/drawing/2014/main" id="{F38D05F3-FF49-4921-B5AA-0576C483349B}"/>
                </a:ext>
              </a:extLst>
            </p:cNvPr>
            <p:cNvSpPr>
              <a:spLocks noChangeShapeType="1"/>
            </p:cNvSpPr>
            <p:nvPr/>
          </p:nvSpPr>
          <p:spPr bwMode="auto">
            <a:xfrm>
              <a:off x="7543800" y="2667000"/>
              <a:ext cx="0" cy="14478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7">
              <a:extLst>
                <a:ext uri="{FF2B5EF4-FFF2-40B4-BE49-F238E27FC236}">
                  <a16:creationId xmlns:a16="http://schemas.microsoft.com/office/drawing/2014/main" id="{B554EE7F-DC53-4F63-A843-70B68C463C8E}"/>
                </a:ext>
              </a:extLst>
            </p:cNvPr>
            <p:cNvSpPr>
              <a:spLocks noChangeShapeType="1"/>
            </p:cNvSpPr>
            <p:nvPr/>
          </p:nvSpPr>
          <p:spPr bwMode="auto">
            <a:xfrm>
              <a:off x="7543800" y="4114800"/>
              <a:ext cx="15240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0" name="Line 18">
              <a:extLst>
                <a:ext uri="{FF2B5EF4-FFF2-40B4-BE49-F238E27FC236}">
                  <a16:creationId xmlns:a16="http://schemas.microsoft.com/office/drawing/2014/main" id="{DDA66B17-1369-42AE-964D-4A4A545857F4}"/>
                </a:ext>
              </a:extLst>
            </p:cNvPr>
            <p:cNvSpPr>
              <a:spLocks noChangeShapeType="1"/>
            </p:cNvSpPr>
            <p:nvPr/>
          </p:nvSpPr>
          <p:spPr bwMode="auto">
            <a:xfrm>
              <a:off x="5638800" y="2971800"/>
              <a:ext cx="1905000"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Rectangle 19">
              <a:extLst>
                <a:ext uri="{FF2B5EF4-FFF2-40B4-BE49-F238E27FC236}">
                  <a16:creationId xmlns:a16="http://schemas.microsoft.com/office/drawing/2014/main" id="{C2FC051B-2FC4-42BF-AC72-FA1A37977D93}"/>
                </a:ext>
              </a:extLst>
            </p:cNvPr>
            <p:cNvSpPr>
              <a:spLocks noChangeArrowheads="1"/>
            </p:cNvSpPr>
            <p:nvPr/>
          </p:nvSpPr>
          <p:spPr bwMode="auto">
            <a:xfrm>
              <a:off x="5546725" y="3275013"/>
              <a:ext cx="2301871" cy="6721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eaLnBrk="0" hangingPunct="0"/>
              <a:r>
                <a:rPr lang="zh-CN" altLang="en-US" sz="3400" b="1" dirty="0">
                  <a:solidFill>
                    <a:srgbClr val="B04C03"/>
                  </a:solidFill>
                  <a:latin typeface="黑体" panose="02010609060101010101" pitchFamily="49" charset="-122"/>
                  <a:ea typeface="黑体" panose="02010609060101010101" pitchFamily="49" charset="-122"/>
                </a:rPr>
                <a:t>进书通知</a:t>
              </a:r>
              <a:endParaRPr lang="zh-CN" altLang="en-US" sz="3400" b="1" dirty="0">
                <a:solidFill>
                  <a:schemeClr val="tx2"/>
                </a:solidFill>
                <a:latin typeface="黑体" panose="02010609060101010101" pitchFamily="49" charset="-122"/>
                <a:ea typeface="黑体" panose="02010609060101010101" pitchFamily="49" charset="-122"/>
              </a:endParaRPr>
            </a:p>
          </p:txBody>
        </p:sp>
        <p:sp>
          <p:nvSpPr>
            <p:cNvPr id="22" name="Rectangle 20">
              <a:extLst>
                <a:ext uri="{FF2B5EF4-FFF2-40B4-BE49-F238E27FC236}">
                  <a16:creationId xmlns:a16="http://schemas.microsoft.com/office/drawing/2014/main" id="{6A15749D-801A-4089-A7F8-925EDA61FA3A}"/>
                </a:ext>
              </a:extLst>
            </p:cNvPr>
            <p:cNvSpPr>
              <a:spLocks noChangeArrowheads="1"/>
            </p:cNvSpPr>
            <p:nvPr/>
          </p:nvSpPr>
          <p:spPr bwMode="auto">
            <a:xfrm>
              <a:off x="7543800" y="2895600"/>
              <a:ext cx="1600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dirty="0">
                  <a:solidFill>
                    <a:srgbClr val="1F4300"/>
                  </a:solidFill>
                  <a:latin typeface="黑体" panose="02010609060101010101" pitchFamily="49" charset="-122"/>
                  <a:ea typeface="黑体" panose="02010609060101010101" pitchFamily="49" charset="-122"/>
                </a:rPr>
                <a:t>书库保</a:t>
              </a:r>
            </a:p>
            <a:p>
              <a:pPr eaLnBrk="0" hangingPunct="0"/>
              <a:r>
                <a:rPr lang="zh-CN" altLang="en-US" sz="3200" b="1" dirty="0">
                  <a:solidFill>
                    <a:srgbClr val="1F4300"/>
                  </a:solidFill>
                  <a:latin typeface="黑体" panose="02010609060101010101" pitchFamily="49" charset="-122"/>
                  <a:ea typeface="黑体" panose="02010609060101010101" pitchFamily="49" charset="-122"/>
                </a:rPr>
                <a:t>管员</a:t>
              </a:r>
            </a:p>
          </p:txBody>
        </p:sp>
      </p:grpSp>
    </p:spTree>
    <p:extLst>
      <p:ext uri="{BB962C8B-B14F-4D97-AF65-F5344CB8AC3E}">
        <p14:creationId xmlns:p14="http://schemas.microsoft.com/office/powerpoint/2010/main" val="38262005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AACA3E-8023-4707-9C56-27E59C8235F1}"/>
              </a:ext>
            </a:extLst>
          </p:cNvPr>
          <p:cNvSpPr>
            <a:spLocks noGrp="1"/>
          </p:cNvSpPr>
          <p:nvPr>
            <p:ph type="title"/>
          </p:nvPr>
        </p:nvSpPr>
        <p:spPr/>
        <p:txBody>
          <a:bodyPr/>
          <a:lstStyle/>
          <a:p>
            <a:r>
              <a:rPr lang="zh-CN" altLang="en-US" dirty="0">
                <a:solidFill>
                  <a:schemeClr val="tx1"/>
                </a:solidFill>
              </a:rPr>
              <a:t>第二层</a:t>
            </a:r>
            <a:r>
              <a:rPr lang="en-US" altLang="zh-CN" dirty="0">
                <a:solidFill>
                  <a:schemeClr val="tx1"/>
                </a:solidFill>
              </a:rPr>
              <a:t>DFD(</a:t>
            </a:r>
            <a:r>
              <a:rPr lang="zh-CN" altLang="en-US" dirty="0">
                <a:solidFill>
                  <a:schemeClr val="tx1"/>
                </a:solidFill>
              </a:rPr>
              <a:t>０层</a:t>
            </a:r>
            <a:r>
              <a:rPr lang="en-US" altLang="zh-CN" dirty="0">
                <a:solidFill>
                  <a:schemeClr val="tx1"/>
                </a:solidFill>
              </a:rPr>
              <a:t>)  </a:t>
            </a:r>
            <a:r>
              <a:rPr lang="zh-CN" altLang="en-US" dirty="0">
                <a:solidFill>
                  <a:schemeClr val="tx1"/>
                </a:solidFill>
              </a:rPr>
              <a:t>教材购销系统</a:t>
            </a:r>
            <a:endParaRPr lang="zh-CN" altLang="en-US" dirty="0"/>
          </a:p>
        </p:txBody>
      </p:sp>
      <p:grpSp>
        <p:nvGrpSpPr>
          <p:cNvPr id="4" name="组合 3">
            <a:extLst>
              <a:ext uri="{FF2B5EF4-FFF2-40B4-BE49-F238E27FC236}">
                <a16:creationId xmlns:a16="http://schemas.microsoft.com/office/drawing/2014/main" id="{A2B74CB1-061A-4416-82A4-5E649C4BACF9}"/>
              </a:ext>
            </a:extLst>
          </p:cNvPr>
          <p:cNvGrpSpPr/>
          <p:nvPr/>
        </p:nvGrpSpPr>
        <p:grpSpPr>
          <a:xfrm>
            <a:off x="179512" y="1700808"/>
            <a:ext cx="8305800" cy="4800600"/>
            <a:chOff x="0" y="1219200"/>
            <a:chExt cx="9067800" cy="5410200"/>
          </a:xfrm>
        </p:grpSpPr>
        <p:sp>
          <p:nvSpPr>
            <p:cNvPr id="5" name="Rectangle 2">
              <a:extLst>
                <a:ext uri="{FF2B5EF4-FFF2-40B4-BE49-F238E27FC236}">
                  <a16:creationId xmlns:a16="http://schemas.microsoft.com/office/drawing/2014/main" id="{F3565675-F726-4924-8E4E-0035C68A6B84}"/>
                </a:ext>
              </a:extLst>
            </p:cNvPr>
            <p:cNvSpPr>
              <a:spLocks noChangeArrowheads="1"/>
            </p:cNvSpPr>
            <p:nvPr/>
          </p:nvSpPr>
          <p:spPr bwMode="auto">
            <a:xfrm>
              <a:off x="825794" y="3046413"/>
              <a:ext cx="1768475" cy="659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dirty="0">
                  <a:solidFill>
                    <a:srgbClr val="01050F"/>
                  </a:solidFill>
                  <a:latin typeface="黑体" panose="02010609060101010101" pitchFamily="49" charset="-122"/>
                  <a:ea typeface="黑体" panose="02010609060101010101" pitchFamily="49" charset="-122"/>
                </a:rPr>
                <a:t>购书单</a:t>
              </a:r>
            </a:p>
          </p:txBody>
        </p:sp>
        <p:sp>
          <p:nvSpPr>
            <p:cNvPr id="6" name="Rectangle 3">
              <a:extLst>
                <a:ext uri="{FF2B5EF4-FFF2-40B4-BE49-F238E27FC236}">
                  <a16:creationId xmlns:a16="http://schemas.microsoft.com/office/drawing/2014/main" id="{67F10B72-7001-4D82-8235-C998F74FD997}"/>
                </a:ext>
              </a:extLst>
            </p:cNvPr>
            <p:cNvSpPr>
              <a:spLocks noChangeArrowheads="1"/>
            </p:cNvSpPr>
            <p:nvPr/>
          </p:nvSpPr>
          <p:spPr bwMode="auto">
            <a:xfrm>
              <a:off x="6210525" y="2975071"/>
              <a:ext cx="1828797" cy="590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algn="ctr" eaLnBrk="0" hangingPunct="0"/>
              <a:r>
                <a:rPr lang="zh-CN" altLang="en-US" sz="2800" b="1" dirty="0">
                  <a:solidFill>
                    <a:srgbClr val="B04C03"/>
                  </a:solidFill>
                  <a:latin typeface="黑体" panose="02010609060101010101" pitchFamily="49" charset="-122"/>
                  <a:ea typeface="黑体" panose="02010609060101010101" pitchFamily="49" charset="-122"/>
                </a:rPr>
                <a:t>缺书单</a:t>
              </a:r>
              <a:endParaRPr lang="zh-CN" altLang="en-US" sz="2800" b="1" dirty="0">
                <a:solidFill>
                  <a:schemeClr val="tx2"/>
                </a:solidFill>
                <a:latin typeface="黑体" panose="02010609060101010101" pitchFamily="49" charset="-122"/>
                <a:ea typeface="黑体" panose="02010609060101010101" pitchFamily="49" charset="-122"/>
              </a:endParaRPr>
            </a:p>
          </p:txBody>
        </p:sp>
        <p:sp>
          <p:nvSpPr>
            <p:cNvPr id="7" name="Rectangle 4">
              <a:extLst>
                <a:ext uri="{FF2B5EF4-FFF2-40B4-BE49-F238E27FC236}">
                  <a16:creationId xmlns:a16="http://schemas.microsoft.com/office/drawing/2014/main" id="{B2538BEE-206D-4506-98C5-A1DEFE8A162B}"/>
                </a:ext>
              </a:extLst>
            </p:cNvPr>
            <p:cNvSpPr>
              <a:spLocks noChangeArrowheads="1"/>
            </p:cNvSpPr>
            <p:nvPr/>
          </p:nvSpPr>
          <p:spPr bwMode="auto">
            <a:xfrm>
              <a:off x="2498725" y="3329149"/>
              <a:ext cx="1539875" cy="1145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000" b="1" dirty="0">
                  <a:solidFill>
                    <a:srgbClr val="01050F"/>
                  </a:solidFill>
                  <a:latin typeface="黑体" panose="02010609060101010101" pitchFamily="49" charset="-122"/>
                  <a:ea typeface="黑体" panose="02010609060101010101" pitchFamily="49" charset="-122"/>
                </a:rPr>
                <a:t>销售</a:t>
              </a:r>
            </a:p>
            <a:p>
              <a:pPr eaLnBrk="0" hangingPunct="0"/>
              <a:r>
                <a:rPr lang="zh-CN" altLang="en-US" sz="3000" b="1" dirty="0">
                  <a:solidFill>
                    <a:srgbClr val="01050F"/>
                  </a:solidFill>
                  <a:latin typeface="黑体" panose="02010609060101010101" pitchFamily="49" charset="-122"/>
                  <a:ea typeface="黑体" panose="02010609060101010101" pitchFamily="49" charset="-122"/>
                </a:rPr>
                <a:t>教材</a:t>
              </a:r>
            </a:p>
          </p:txBody>
        </p:sp>
        <p:sp>
          <p:nvSpPr>
            <p:cNvPr id="8" name="Rectangle 5">
              <a:extLst>
                <a:ext uri="{FF2B5EF4-FFF2-40B4-BE49-F238E27FC236}">
                  <a16:creationId xmlns:a16="http://schemas.microsoft.com/office/drawing/2014/main" id="{3EA6BA8D-8E67-40FB-AB62-6FB8D142D067}"/>
                </a:ext>
              </a:extLst>
            </p:cNvPr>
            <p:cNvSpPr>
              <a:spLocks noChangeArrowheads="1"/>
            </p:cNvSpPr>
            <p:nvPr/>
          </p:nvSpPr>
          <p:spPr bwMode="auto">
            <a:xfrm>
              <a:off x="5334000" y="3343438"/>
              <a:ext cx="1447800" cy="1145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000" b="1">
                  <a:solidFill>
                    <a:srgbClr val="1F4300"/>
                  </a:solidFill>
                  <a:latin typeface="黑体" panose="02010609060101010101" pitchFamily="49" charset="-122"/>
                  <a:ea typeface="黑体" panose="02010609060101010101" pitchFamily="49" charset="-122"/>
                </a:rPr>
                <a:t>采购</a:t>
              </a:r>
            </a:p>
            <a:p>
              <a:pPr eaLnBrk="0" hangingPunct="0"/>
              <a:r>
                <a:rPr lang="zh-CN" altLang="en-US" sz="3000" b="1">
                  <a:solidFill>
                    <a:srgbClr val="1F4300"/>
                  </a:solidFill>
                  <a:latin typeface="黑体" panose="02010609060101010101" pitchFamily="49" charset="-122"/>
                  <a:ea typeface="黑体" panose="02010609060101010101" pitchFamily="49" charset="-122"/>
                </a:rPr>
                <a:t>教材</a:t>
              </a:r>
              <a:endParaRPr lang="zh-CN" altLang="en-US" sz="3000" b="1">
                <a:solidFill>
                  <a:srgbClr val="A3F25F"/>
                </a:solidFill>
                <a:latin typeface="黑体" panose="02010609060101010101" pitchFamily="49" charset="-122"/>
                <a:ea typeface="黑体" panose="02010609060101010101" pitchFamily="49" charset="-122"/>
              </a:endParaRPr>
            </a:p>
          </p:txBody>
        </p:sp>
        <p:sp>
          <p:nvSpPr>
            <p:cNvPr id="9" name="Line 6">
              <a:extLst>
                <a:ext uri="{FF2B5EF4-FFF2-40B4-BE49-F238E27FC236}">
                  <a16:creationId xmlns:a16="http://schemas.microsoft.com/office/drawing/2014/main" id="{312BA5D1-EBB9-49B3-85DE-8239C791AB57}"/>
                </a:ext>
              </a:extLst>
            </p:cNvPr>
            <p:cNvSpPr>
              <a:spLocks noChangeShapeType="1"/>
            </p:cNvSpPr>
            <p:nvPr/>
          </p:nvSpPr>
          <p:spPr bwMode="auto">
            <a:xfrm>
              <a:off x="914400" y="3657600"/>
              <a:ext cx="1371600"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7">
              <a:extLst>
                <a:ext uri="{FF2B5EF4-FFF2-40B4-BE49-F238E27FC236}">
                  <a16:creationId xmlns:a16="http://schemas.microsoft.com/office/drawing/2014/main" id="{F1D861A8-749F-4DCD-8BA3-09371047FB9C}"/>
                </a:ext>
              </a:extLst>
            </p:cNvPr>
            <p:cNvSpPr>
              <a:spLocks noChangeShapeType="1"/>
            </p:cNvSpPr>
            <p:nvPr/>
          </p:nvSpPr>
          <p:spPr bwMode="auto">
            <a:xfrm>
              <a:off x="6477000" y="3657600"/>
              <a:ext cx="1676400"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Rectangle 8">
              <a:extLst>
                <a:ext uri="{FF2B5EF4-FFF2-40B4-BE49-F238E27FC236}">
                  <a16:creationId xmlns:a16="http://schemas.microsoft.com/office/drawing/2014/main" id="{96121C8E-0287-4745-9D53-6937C0DEE845}"/>
                </a:ext>
              </a:extLst>
            </p:cNvPr>
            <p:cNvSpPr>
              <a:spLocks noChangeArrowheads="1"/>
            </p:cNvSpPr>
            <p:nvPr/>
          </p:nvSpPr>
          <p:spPr bwMode="auto">
            <a:xfrm>
              <a:off x="2667000" y="2842237"/>
              <a:ext cx="381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600" b="1" dirty="0">
                  <a:solidFill>
                    <a:srgbClr val="01050F"/>
                  </a:solidFill>
                  <a:latin typeface="黑体" panose="02010609060101010101" pitchFamily="49" charset="-122"/>
                  <a:ea typeface="黑体" panose="02010609060101010101" pitchFamily="49" charset="-122"/>
                </a:rPr>
                <a:t>1</a:t>
              </a:r>
            </a:p>
          </p:txBody>
        </p:sp>
        <p:sp>
          <p:nvSpPr>
            <p:cNvPr id="12" name="Rectangle 9">
              <a:extLst>
                <a:ext uri="{FF2B5EF4-FFF2-40B4-BE49-F238E27FC236}">
                  <a16:creationId xmlns:a16="http://schemas.microsoft.com/office/drawing/2014/main" id="{D096148B-BE81-4386-93F9-6983BE080F21}"/>
                </a:ext>
              </a:extLst>
            </p:cNvPr>
            <p:cNvSpPr>
              <a:spLocks noChangeArrowheads="1"/>
            </p:cNvSpPr>
            <p:nvPr/>
          </p:nvSpPr>
          <p:spPr bwMode="auto">
            <a:xfrm>
              <a:off x="5715000" y="2842237"/>
              <a:ext cx="381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600" b="1">
                  <a:solidFill>
                    <a:srgbClr val="1F4300"/>
                  </a:solidFill>
                  <a:latin typeface="黑体" panose="02010609060101010101" pitchFamily="49" charset="-122"/>
                  <a:ea typeface="黑体" panose="02010609060101010101" pitchFamily="49" charset="-122"/>
                </a:rPr>
                <a:t>2</a:t>
              </a:r>
              <a:endParaRPr lang="en-US" altLang="zh-CN" sz="3600" b="1">
                <a:solidFill>
                  <a:srgbClr val="A3F25F"/>
                </a:solidFill>
                <a:latin typeface="黑体" panose="02010609060101010101" pitchFamily="49" charset="-122"/>
                <a:ea typeface="黑体" panose="02010609060101010101" pitchFamily="49" charset="-122"/>
              </a:endParaRPr>
            </a:p>
          </p:txBody>
        </p:sp>
        <p:sp>
          <p:nvSpPr>
            <p:cNvPr id="13" name="Line 10">
              <a:extLst>
                <a:ext uri="{FF2B5EF4-FFF2-40B4-BE49-F238E27FC236}">
                  <a16:creationId xmlns:a16="http://schemas.microsoft.com/office/drawing/2014/main" id="{2ED6B716-16F2-4043-B586-21C2A5202089}"/>
                </a:ext>
              </a:extLst>
            </p:cNvPr>
            <p:cNvSpPr>
              <a:spLocks noChangeShapeType="1"/>
            </p:cNvSpPr>
            <p:nvPr/>
          </p:nvSpPr>
          <p:spPr bwMode="auto">
            <a:xfrm>
              <a:off x="3429000" y="4876800"/>
              <a:ext cx="0" cy="990600"/>
            </a:xfrm>
            <a:prstGeom prst="line">
              <a:avLst/>
            </a:prstGeom>
            <a:noFill/>
            <a:ln w="25400">
              <a:solidFill>
                <a:srgbClr val="01050F"/>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1">
              <a:extLst>
                <a:ext uri="{FF2B5EF4-FFF2-40B4-BE49-F238E27FC236}">
                  <a16:creationId xmlns:a16="http://schemas.microsoft.com/office/drawing/2014/main" id="{A7FD4AAC-0D09-4DF2-A85A-9CFA2D8DB911}"/>
                </a:ext>
              </a:extLst>
            </p:cNvPr>
            <p:cNvSpPr>
              <a:spLocks noChangeShapeType="1"/>
            </p:cNvSpPr>
            <p:nvPr/>
          </p:nvSpPr>
          <p:spPr bwMode="auto">
            <a:xfrm>
              <a:off x="5410200" y="4876800"/>
              <a:ext cx="0" cy="990600"/>
            </a:xfrm>
            <a:prstGeom prst="line">
              <a:avLst/>
            </a:prstGeom>
            <a:noFill/>
            <a:ln w="25400">
              <a:solidFill>
                <a:srgbClr val="01050F"/>
              </a:solidFill>
              <a:round/>
              <a:headEnd type="stealth"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AutoShape 13">
              <a:extLst>
                <a:ext uri="{FF2B5EF4-FFF2-40B4-BE49-F238E27FC236}">
                  <a16:creationId xmlns:a16="http://schemas.microsoft.com/office/drawing/2014/main" id="{6CC90E85-11BA-4A86-B9E3-A46565DCB754}"/>
                </a:ext>
              </a:extLst>
            </p:cNvPr>
            <p:cNvSpPr>
              <a:spLocks noChangeArrowheads="1"/>
            </p:cNvSpPr>
            <p:nvPr/>
          </p:nvSpPr>
          <p:spPr bwMode="auto">
            <a:xfrm>
              <a:off x="2298700" y="2984500"/>
              <a:ext cx="1346200" cy="1879600"/>
            </a:xfrm>
            <a:prstGeom prst="roundRect">
              <a:avLst>
                <a:gd name="adj" fmla="val 12495"/>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6" name="Line 14">
              <a:extLst>
                <a:ext uri="{FF2B5EF4-FFF2-40B4-BE49-F238E27FC236}">
                  <a16:creationId xmlns:a16="http://schemas.microsoft.com/office/drawing/2014/main" id="{B2AD96E5-5A2B-41B2-AAFB-3F9314332C42}"/>
                </a:ext>
              </a:extLst>
            </p:cNvPr>
            <p:cNvSpPr>
              <a:spLocks noChangeShapeType="1"/>
            </p:cNvSpPr>
            <p:nvPr/>
          </p:nvSpPr>
          <p:spPr bwMode="auto">
            <a:xfrm>
              <a:off x="2286000" y="3429000"/>
              <a:ext cx="1371600"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7" name="AutoShape 15">
              <a:extLst>
                <a:ext uri="{FF2B5EF4-FFF2-40B4-BE49-F238E27FC236}">
                  <a16:creationId xmlns:a16="http://schemas.microsoft.com/office/drawing/2014/main" id="{789E1727-06A0-4D14-8534-B9A15426597E}"/>
                </a:ext>
              </a:extLst>
            </p:cNvPr>
            <p:cNvSpPr>
              <a:spLocks noChangeArrowheads="1"/>
            </p:cNvSpPr>
            <p:nvPr/>
          </p:nvSpPr>
          <p:spPr bwMode="auto">
            <a:xfrm>
              <a:off x="5194300" y="2984500"/>
              <a:ext cx="1270000" cy="1879600"/>
            </a:xfrm>
            <a:prstGeom prst="roundRect">
              <a:avLst>
                <a:gd name="adj" fmla="val 12495"/>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8" name="Line 16">
              <a:extLst>
                <a:ext uri="{FF2B5EF4-FFF2-40B4-BE49-F238E27FC236}">
                  <a16:creationId xmlns:a16="http://schemas.microsoft.com/office/drawing/2014/main" id="{6832BD35-AE8C-4B77-9AE2-6C4A121FD986}"/>
                </a:ext>
              </a:extLst>
            </p:cNvPr>
            <p:cNvSpPr>
              <a:spLocks noChangeShapeType="1"/>
            </p:cNvSpPr>
            <p:nvPr/>
          </p:nvSpPr>
          <p:spPr bwMode="auto">
            <a:xfrm>
              <a:off x="5181600" y="3429000"/>
              <a:ext cx="1295400"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9" name="Line 17">
              <a:extLst>
                <a:ext uri="{FF2B5EF4-FFF2-40B4-BE49-F238E27FC236}">
                  <a16:creationId xmlns:a16="http://schemas.microsoft.com/office/drawing/2014/main" id="{002CA288-8206-40B6-9474-4017A19C5F2C}"/>
                </a:ext>
              </a:extLst>
            </p:cNvPr>
            <p:cNvSpPr>
              <a:spLocks noChangeShapeType="1"/>
            </p:cNvSpPr>
            <p:nvPr/>
          </p:nvSpPr>
          <p:spPr bwMode="auto">
            <a:xfrm>
              <a:off x="6400800" y="4495800"/>
              <a:ext cx="1752600" cy="0"/>
            </a:xfrm>
            <a:prstGeom prst="line">
              <a:avLst/>
            </a:prstGeom>
            <a:noFill/>
            <a:ln w="25400">
              <a:solidFill>
                <a:srgbClr val="01050F"/>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0" name="Line 18">
              <a:extLst>
                <a:ext uri="{FF2B5EF4-FFF2-40B4-BE49-F238E27FC236}">
                  <a16:creationId xmlns:a16="http://schemas.microsoft.com/office/drawing/2014/main" id="{CE392046-2C07-43EE-ADAA-A645E49DAD1F}"/>
                </a:ext>
              </a:extLst>
            </p:cNvPr>
            <p:cNvSpPr>
              <a:spLocks noChangeShapeType="1"/>
            </p:cNvSpPr>
            <p:nvPr/>
          </p:nvSpPr>
          <p:spPr bwMode="auto">
            <a:xfrm>
              <a:off x="3124200" y="1219200"/>
              <a:ext cx="25908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9">
              <a:extLst>
                <a:ext uri="{FF2B5EF4-FFF2-40B4-BE49-F238E27FC236}">
                  <a16:creationId xmlns:a16="http://schemas.microsoft.com/office/drawing/2014/main" id="{9E0CEE63-509D-45F2-9D1A-D3923FCC5755}"/>
                </a:ext>
              </a:extLst>
            </p:cNvPr>
            <p:cNvSpPr>
              <a:spLocks noChangeShapeType="1"/>
            </p:cNvSpPr>
            <p:nvPr/>
          </p:nvSpPr>
          <p:spPr bwMode="auto">
            <a:xfrm>
              <a:off x="3124200" y="1981200"/>
              <a:ext cx="25908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20">
              <a:extLst>
                <a:ext uri="{FF2B5EF4-FFF2-40B4-BE49-F238E27FC236}">
                  <a16:creationId xmlns:a16="http://schemas.microsoft.com/office/drawing/2014/main" id="{4B22BF44-ECD4-4A0A-9B05-C3C2F8639A8B}"/>
                </a:ext>
              </a:extLst>
            </p:cNvPr>
            <p:cNvSpPr>
              <a:spLocks noChangeShapeType="1"/>
            </p:cNvSpPr>
            <p:nvPr/>
          </p:nvSpPr>
          <p:spPr bwMode="auto">
            <a:xfrm>
              <a:off x="3124200" y="1219200"/>
              <a:ext cx="0" cy="7620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3" name="Line 21">
              <a:extLst>
                <a:ext uri="{FF2B5EF4-FFF2-40B4-BE49-F238E27FC236}">
                  <a16:creationId xmlns:a16="http://schemas.microsoft.com/office/drawing/2014/main" id="{7FD4A9EC-9895-4D4B-A4B7-1F4152D681D1}"/>
                </a:ext>
              </a:extLst>
            </p:cNvPr>
            <p:cNvSpPr>
              <a:spLocks noChangeShapeType="1"/>
            </p:cNvSpPr>
            <p:nvPr/>
          </p:nvSpPr>
          <p:spPr bwMode="auto">
            <a:xfrm>
              <a:off x="3657600" y="1219200"/>
              <a:ext cx="0" cy="76200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4" name="Rectangle 22">
              <a:extLst>
                <a:ext uri="{FF2B5EF4-FFF2-40B4-BE49-F238E27FC236}">
                  <a16:creationId xmlns:a16="http://schemas.microsoft.com/office/drawing/2014/main" id="{1CAE7494-223D-45C5-8EB0-3E7B5E0FEA75}"/>
                </a:ext>
              </a:extLst>
            </p:cNvPr>
            <p:cNvSpPr>
              <a:spLocks noChangeArrowheads="1"/>
            </p:cNvSpPr>
            <p:nvPr/>
          </p:nvSpPr>
          <p:spPr bwMode="auto">
            <a:xfrm>
              <a:off x="3622676" y="1264326"/>
              <a:ext cx="22320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en-US" sz="3200" b="1" dirty="0">
                  <a:solidFill>
                    <a:srgbClr val="01050F"/>
                  </a:solidFill>
                  <a:latin typeface="黑体" panose="02010609060101010101" pitchFamily="49" charset="-122"/>
                  <a:ea typeface="黑体" panose="02010609060101010101" pitchFamily="49" charset="-122"/>
                </a:rPr>
                <a:t>教材存量表</a:t>
              </a:r>
            </a:p>
          </p:txBody>
        </p:sp>
        <p:sp useBgFill="1">
          <p:nvSpPr>
            <p:cNvPr id="25" name="Rectangle 23">
              <a:extLst>
                <a:ext uri="{FF2B5EF4-FFF2-40B4-BE49-F238E27FC236}">
                  <a16:creationId xmlns:a16="http://schemas.microsoft.com/office/drawing/2014/main" id="{9DDE7591-1916-45F4-A4B0-4A2F46B80553}"/>
                </a:ext>
              </a:extLst>
            </p:cNvPr>
            <p:cNvSpPr>
              <a:spLocks noChangeArrowheads="1"/>
            </p:cNvSpPr>
            <p:nvPr/>
          </p:nvSpPr>
          <p:spPr bwMode="auto">
            <a:xfrm>
              <a:off x="88900" y="2755900"/>
              <a:ext cx="812800" cy="1955800"/>
            </a:xfrm>
            <a:prstGeom prst="rect">
              <a:avLst/>
            </a:prstGeom>
            <a:ln w="25400">
              <a:solidFill>
                <a:srgbClr val="01050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Rectangle 24">
              <a:extLst>
                <a:ext uri="{FF2B5EF4-FFF2-40B4-BE49-F238E27FC236}">
                  <a16:creationId xmlns:a16="http://schemas.microsoft.com/office/drawing/2014/main" id="{FD3C6644-D1B2-447A-BDD6-6179D67E546F}"/>
                </a:ext>
              </a:extLst>
            </p:cNvPr>
            <p:cNvSpPr>
              <a:spLocks noChangeArrowheads="1"/>
            </p:cNvSpPr>
            <p:nvPr/>
          </p:nvSpPr>
          <p:spPr bwMode="auto">
            <a:xfrm>
              <a:off x="76200" y="2971800"/>
              <a:ext cx="838200"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400" b="1">
                  <a:solidFill>
                    <a:srgbClr val="01050F"/>
                  </a:solidFill>
                  <a:latin typeface="黑体" panose="02010609060101010101" pitchFamily="49" charset="-122"/>
                  <a:ea typeface="黑体" panose="02010609060101010101" pitchFamily="49" charset="-122"/>
                </a:rPr>
                <a:t>学</a:t>
              </a:r>
            </a:p>
            <a:p>
              <a:pPr eaLnBrk="0" hangingPunct="0"/>
              <a:r>
                <a:rPr lang="zh-CN" altLang="en-US" sz="4400" b="1">
                  <a:solidFill>
                    <a:srgbClr val="01050F"/>
                  </a:solidFill>
                  <a:latin typeface="黑体" panose="02010609060101010101" pitchFamily="49" charset="-122"/>
                  <a:ea typeface="黑体" panose="02010609060101010101" pitchFamily="49" charset="-122"/>
                </a:rPr>
                <a:t>生</a:t>
              </a:r>
            </a:p>
          </p:txBody>
        </p:sp>
        <p:sp>
          <p:nvSpPr>
            <p:cNvPr id="27" name="Line 25">
              <a:extLst>
                <a:ext uri="{FF2B5EF4-FFF2-40B4-BE49-F238E27FC236}">
                  <a16:creationId xmlns:a16="http://schemas.microsoft.com/office/drawing/2014/main" id="{FB0BE48C-EA07-4DB6-AAF1-0E951EB2C00D}"/>
                </a:ext>
              </a:extLst>
            </p:cNvPr>
            <p:cNvSpPr>
              <a:spLocks noChangeShapeType="1"/>
            </p:cNvSpPr>
            <p:nvPr/>
          </p:nvSpPr>
          <p:spPr bwMode="auto">
            <a:xfrm>
              <a:off x="0" y="2743200"/>
              <a:ext cx="0" cy="20574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26">
              <a:extLst>
                <a:ext uri="{FF2B5EF4-FFF2-40B4-BE49-F238E27FC236}">
                  <a16:creationId xmlns:a16="http://schemas.microsoft.com/office/drawing/2014/main" id="{40F7A602-DBB5-4DAA-AE23-04377CFC5696}"/>
                </a:ext>
              </a:extLst>
            </p:cNvPr>
            <p:cNvSpPr>
              <a:spLocks noChangeShapeType="1"/>
            </p:cNvSpPr>
            <p:nvPr/>
          </p:nvSpPr>
          <p:spPr bwMode="auto">
            <a:xfrm>
              <a:off x="0" y="4800600"/>
              <a:ext cx="9144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9" name="Rectangle 27">
              <a:extLst>
                <a:ext uri="{FF2B5EF4-FFF2-40B4-BE49-F238E27FC236}">
                  <a16:creationId xmlns:a16="http://schemas.microsoft.com/office/drawing/2014/main" id="{09DA33A5-2AFD-49AA-BFFC-C7F88862034B}"/>
                </a:ext>
              </a:extLst>
            </p:cNvPr>
            <p:cNvSpPr>
              <a:spLocks noChangeArrowheads="1"/>
            </p:cNvSpPr>
            <p:nvPr/>
          </p:nvSpPr>
          <p:spPr bwMode="auto">
            <a:xfrm>
              <a:off x="3108325" y="1265238"/>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200" b="1">
                  <a:solidFill>
                    <a:srgbClr val="01050F"/>
                  </a:solidFill>
                  <a:latin typeface="黑体" panose="02010609060101010101" pitchFamily="49" charset="-122"/>
                  <a:ea typeface="黑体" panose="02010609060101010101" pitchFamily="49" charset="-122"/>
                </a:rPr>
                <a:t>F1</a:t>
              </a:r>
            </a:p>
          </p:txBody>
        </p:sp>
        <p:sp>
          <p:nvSpPr>
            <p:cNvPr id="30" name="Line 28">
              <a:extLst>
                <a:ext uri="{FF2B5EF4-FFF2-40B4-BE49-F238E27FC236}">
                  <a16:creationId xmlns:a16="http://schemas.microsoft.com/office/drawing/2014/main" id="{74E090BA-26F0-417F-9478-40F51DEFCD9A}"/>
                </a:ext>
              </a:extLst>
            </p:cNvPr>
            <p:cNvSpPr>
              <a:spLocks noChangeShapeType="1"/>
            </p:cNvSpPr>
            <p:nvPr/>
          </p:nvSpPr>
          <p:spPr bwMode="auto">
            <a:xfrm>
              <a:off x="3048000" y="5867400"/>
              <a:ext cx="25908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29">
              <a:extLst>
                <a:ext uri="{FF2B5EF4-FFF2-40B4-BE49-F238E27FC236}">
                  <a16:creationId xmlns:a16="http://schemas.microsoft.com/office/drawing/2014/main" id="{8216EB43-1DDB-4444-BDE3-6447375F5DFB}"/>
                </a:ext>
              </a:extLst>
            </p:cNvPr>
            <p:cNvSpPr>
              <a:spLocks noChangeShapeType="1"/>
            </p:cNvSpPr>
            <p:nvPr/>
          </p:nvSpPr>
          <p:spPr bwMode="auto">
            <a:xfrm>
              <a:off x="3048000" y="6629400"/>
              <a:ext cx="25908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30">
              <a:extLst>
                <a:ext uri="{FF2B5EF4-FFF2-40B4-BE49-F238E27FC236}">
                  <a16:creationId xmlns:a16="http://schemas.microsoft.com/office/drawing/2014/main" id="{B1B2C284-BF7C-42A8-9A9A-76C0E8187E49}"/>
                </a:ext>
              </a:extLst>
            </p:cNvPr>
            <p:cNvSpPr>
              <a:spLocks noChangeShapeType="1"/>
            </p:cNvSpPr>
            <p:nvPr/>
          </p:nvSpPr>
          <p:spPr bwMode="auto">
            <a:xfrm>
              <a:off x="3048000" y="5867400"/>
              <a:ext cx="0" cy="7620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3" name="Line 31">
              <a:extLst>
                <a:ext uri="{FF2B5EF4-FFF2-40B4-BE49-F238E27FC236}">
                  <a16:creationId xmlns:a16="http://schemas.microsoft.com/office/drawing/2014/main" id="{1D0702A4-F5A7-4E54-8224-1B652119B5CC}"/>
                </a:ext>
              </a:extLst>
            </p:cNvPr>
            <p:cNvSpPr>
              <a:spLocks noChangeShapeType="1"/>
            </p:cNvSpPr>
            <p:nvPr/>
          </p:nvSpPr>
          <p:spPr bwMode="auto">
            <a:xfrm>
              <a:off x="3581400" y="5867400"/>
              <a:ext cx="0" cy="76200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4" name="Rectangle 32">
              <a:extLst>
                <a:ext uri="{FF2B5EF4-FFF2-40B4-BE49-F238E27FC236}">
                  <a16:creationId xmlns:a16="http://schemas.microsoft.com/office/drawing/2014/main" id="{DCB9E57F-929E-4683-B863-B63B7D8C38D1}"/>
                </a:ext>
              </a:extLst>
            </p:cNvPr>
            <p:cNvSpPr>
              <a:spLocks noChangeArrowheads="1"/>
            </p:cNvSpPr>
            <p:nvPr/>
          </p:nvSpPr>
          <p:spPr bwMode="auto">
            <a:xfrm>
              <a:off x="3563868" y="5913437"/>
              <a:ext cx="22320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en-US" sz="3200" b="1" dirty="0">
                  <a:solidFill>
                    <a:srgbClr val="01050F"/>
                  </a:solidFill>
                  <a:latin typeface="黑体" panose="02010609060101010101" pitchFamily="49" charset="-122"/>
                  <a:ea typeface="黑体" panose="02010609060101010101" pitchFamily="49" charset="-122"/>
                </a:rPr>
                <a:t>缺书登记表</a:t>
              </a:r>
            </a:p>
          </p:txBody>
        </p:sp>
        <p:sp>
          <p:nvSpPr>
            <p:cNvPr id="35" name="Rectangle 33">
              <a:extLst>
                <a:ext uri="{FF2B5EF4-FFF2-40B4-BE49-F238E27FC236}">
                  <a16:creationId xmlns:a16="http://schemas.microsoft.com/office/drawing/2014/main" id="{CE33B9E8-5075-496C-9664-89D845906747}"/>
                </a:ext>
              </a:extLst>
            </p:cNvPr>
            <p:cNvSpPr>
              <a:spLocks noChangeArrowheads="1"/>
            </p:cNvSpPr>
            <p:nvPr/>
          </p:nvSpPr>
          <p:spPr bwMode="auto">
            <a:xfrm>
              <a:off x="3032125" y="5913438"/>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200" b="1">
                  <a:solidFill>
                    <a:srgbClr val="01050F"/>
                  </a:solidFill>
                  <a:latin typeface="黑体" panose="02010609060101010101" pitchFamily="49" charset="-122"/>
                  <a:ea typeface="黑体" panose="02010609060101010101" pitchFamily="49" charset="-122"/>
                </a:rPr>
                <a:t>F2</a:t>
              </a:r>
            </a:p>
          </p:txBody>
        </p:sp>
        <p:sp>
          <p:nvSpPr>
            <p:cNvPr id="36" name="Line 34">
              <a:extLst>
                <a:ext uri="{FF2B5EF4-FFF2-40B4-BE49-F238E27FC236}">
                  <a16:creationId xmlns:a16="http://schemas.microsoft.com/office/drawing/2014/main" id="{14E0D611-F34D-4FDB-A5BB-4ABB5AF7FA00}"/>
                </a:ext>
              </a:extLst>
            </p:cNvPr>
            <p:cNvSpPr>
              <a:spLocks noChangeShapeType="1"/>
            </p:cNvSpPr>
            <p:nvPr/>
          </p:nvSpPr>
          <p:spPr bwMode="auto">
            <a:xfrm>
              <a:off x="2286000" y="4419600"/>
              <a:ext cx="1371600"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7" name="Line 35">
              <a:extLst>
                <a:ext uri="{FF2B5EF4-FFF2-40B4-BE49-F238E27FC236}">
                  <a16:creationId xmlns:a16="http://schemas.microsoft.com/office/drawing/2014/main" id="{9DC44DAA-4E87-4652-97CE-DDC37666875A}"/>
                </a:ext>
              </a:extLst>
            </p:cNvPr>
            <p:cNvSpPr>
              <a:spLocks noChangeShapeType="1"/>
            </p:cNvSpPr>
            <p:nvPr/>
          </p:nvSpPr>
          <p:spPr bwMode="auto">
            <a:xfrm>
              <a:off x="5181600" y="4419600"/>
              <a:ext cx="1295400"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useBgFill="1">
          <p:nvSpPr>
            <p:cNvPr id="38" name="Rectangle 36">
              <a:extLst>
                <a:ext uri="{FF2B5EF4-FFF2-40B4-BE49-F238E27FC236}">
                  <a16:creationId xmlns:a16="http://schemas.microsoft.com/office/drawing/2014/main" id="{0371B342-5C0B-4F3E-B8CA-2C9EF9968DFA}"/>
                </a:ext>
              </a:extLst>
            </p:cNvPr>
            <p:cNvSpPr>
              <a:spLocks noChangeArrowheads="1"/>
            </p:cNvSpPr>
            <p:nvPr/>
          </p:nvSpPr>
          <p:spPr bwMode="auto">
            <a:xfrm>
              <a:off x="8242300" y="2755900"/>
              <a:ext cx="812800" cy="2336800"/>
            </a:xfrm>
            <a:prstGeom prst="rect">
              <a:avLst/>
            </a:prstGeom>
            <a:ln w="25400">
              <a:solidFill>
                <a:srgbClr val="01050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Rectangle 37">
              <a:extLst>
                <a:ext uri="{FF2B5EF4-FFF2-40B4-BE49-F238E27FC236}">
                  <a16:creationId xmlns:a16="http://schemas.microsoft.com/office/drawing/2014/main" id="{93DFDE09-4BB6-4A5D-A6A0-0EFCC144C443}"/>
                </a:ext>
              </a:extLst>
            </p:cNvPr>
            <p:cNvSpPr>
              <a:spLocks noChangeArrowheads="1"/>
            </p:cNvSpPr>
            <p:nvPr/>
          </p:nvSpPr>
          <p:spPr bwMode="auto">
            <a:xfrm>
              <a:off x="8229600" y="2667000"/>
              <a:ext cx="838200" cy="2532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2800" b="1" dirty="0">
                  <a:solidFill>
                    <a:srgbClr val="01050F"/>
                  </a:solidFill>
                  <a:latin typeface="黑体" panose="02010609060101010101" pitchFamily="49" charset="-122"/>
                  <a:ea typeface="黑体" panose="02010609060101010101" pitchFamily="49" charset="-122"/>
                </a:rPr>
                <a:t>书库</a:t>
              </a:r>
            </a:p>
            <a:p>
              <a:pPr eaLnBrk="0" hangingPunct="0"/>
              <a:r>
                <a:rPr lang="zh-CN" altLang="en-US" sz="2800" b="1" dirty="0">
                  <a:solidFill>
                    <a:srgbClr val="01050F"/>
                  </a:solidFill>
                  <a:latin typeface="黑体" panose="02010609060101010101" pitchFamily="49" charset="-122"/>
                  <a:ea typeface="黑体" panose="02010609060101010101" pitchFamily="49" charset="-122"/>
                </a:rPr>
                <a:t>保</a:t>
              </a:r>
            </a:p>
            <a:p>
              <a:pPr eaLnBrk="0" hangingPunct="0"/>
              <a:r>
                <a:rPr lang="zh-CN" altLang="en-US" sz="2800" b="1" dirty="0">
                  <a:solidFill>
                    <a:srgbClr val="01050F"/>
                  </a:solidFill>
                  <a:latin typeface="黑体" panose="02010609060101010101" pitchFamily="49" charset="-122"/>
                  <a:ea typeface="黑体" panose="02010609060101010101" pitchFamily="49" charset="-122"/>
                </a:rPr>
                <a:t>管</a:t>
              </a:r>
            </a:p>
            <a:p>
              <a:pPr eaLnBrk="0" hangingPunct="0"/>
              <a:r>
                <a:rPr lang="zh-CN" altLang="en-US" sz="2800" b="1" dirty="0">
                  <a:solidFill>
                    <a:srgbClr val="01050F"/>
                  </a:solidFill>
                  <a:latin typeface="黑体" panose="02010609060101010101" pitchFamily="49" charset="-122"/>
                  <a:ea typeface="黑体" panose="02010609060101010101" pitchFamily="49" charset="-122"/>
                </a:rPr>
                <a:t>员</a:t>
              </a:r>
            </a:p>
          </p:txBody>
        </p:sp>
        <p:sp>
          <p:nvSpPr>
            <p:cNvPr id="40" name="Line 38">
              <a:extLst>
                <a:ext uri="{FF2B5EF4-FFF2-40B4-BE49-F238E27FC236}">
                  <a16:creationId xmlns:a16="http://schemas.microsoft.com/office/drawing/2014/main" id="{060943F6-CE30-4A7D-9D8F-C8B0FD7AF66E}"/>
                </a:ext>
              </a:extLst>
            </p:cNvPr>
            <p:cNvSpPr>
              <a:spLocks noChangeShapeType="1"/>
            </p:cNvSpPr>
            <p:nvPr/>
          </p:nvSpPr>
          <p:spPr bwMode="auto">
            <a:xfrm>
              <a:off x="8153400" y="2819400"/>
              <a:ext cx="0" cy="23622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39">
              <a:extLst>
                <a:ext uri="{FF2B5EF4-FFF2-40B4-BE49-F238E27FC236}">
                  <a16:creationId xmlns:a16="http://schemas.microsoft.com/office/drawing/2014/main" id="{E7AA27CF-326D-4A17-BC7E-79C84741F63E}"/>
                </a:ext>
              </a:extLst>
            </p:cNvPr>
            <p:cNvSpPr>
              <a:spLocks noChangeShapeType="1"/>
            </p:cNvSpPr>
            <p:nvPr/>
          </p:nvSpPr>
          <p:spPr bwMode="auto">
            <a:xfrm>
              <a:off x="8153400" y="5181600"/>
              <a:ext cx="9144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42" name="Rectangle 40">
              <a:extLst>
                <a:ext uri="{FF2B5EF4-FFF2-40B4-BE49-F238E27FC236}">
                  <a16:creationId xmlns:a16="http://schemas.microsoft.com/office/drawing/2014/main" id="{57EDE288-E384-4E5D-915D-E032F4D53DC2}"/>
                </a:ext>
              </a:extLst>
            </p:cNvPr>
            <p:cNvSpPr>
              <a:spLocks noChangeArrowheads="1"/>
            </p:cNvSpPr>
            <p:nvPr/>
          </p:nvSpPr>
          <p:spPr bwMode="auto">
            <a:xfrm>
              <a:off x="6210525" y="3900488"/>
              <a:ext cx="2209801" cy="590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2800" b="1">
                  <a:solidFill>
                    <a:srgbClr val="FC0128"/>
                  </a:solidFill>
                  <a:latin typeface="黑体" panose="02010609060101010101" pitchFamily="49" charset="-122"/>
                  <a:ea typeface="黑体" panose="02010609060101010101" pitchFamily="49" charset="-122"/>
                </a:rPr>
                <a:t>进书通知</a:t>
              </a:r>
            </a:p>
          </p:txBody>
        </p:sp>
        <p:sp>
          <p:nvSpPr>
            <p:cNvPr id="43" name="Line 41">
              <a:extLst>
                <a:ext uri="{FF2B5EF4-FFF2-40B4-BE49-F238E27FC236}">
                  <a16:creationId xmlns:a16="http://schemas.microsoft.com/office/drawing/2014/main" id="{BB812D06-DC00-4738-A738-16CF7E9F3CC1}"/>
                </a:ext>
              </a:extLst>
            </p:cNvPr>
            <p:cNvSpPr>
              <a:spLocks noChangeShapeType="1"/>
            </p:cNvSpPr>
            <p:nvPr/>
          </p:nvSpPr>
          <p:spPr bwMode="auto">
            <a:xfrm>
              <a:off x="3657600" y="3962400"/>
              <a:ext cx="1524000" cy="0"/>
            </a:xfrm>
            <a:prstGeom prst="line">
              <a:avLst/>
            </a:prstGeom>
            <a:noFill/>
            <a:ln w="25400">
              <a:solidFill>
                <a:srgbClr val="01050F"/>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44" name="Rectangle 42">
              <a:extLst>
                <a:ext uri="{FF2B5EF4-FFF2-40B4-BE49-F238E27FC236}">
                  <a16:creationId xmlns:a16="http://schemas.microsoft.com/office/drawing/2014/main" id="{A0656395-BF52-4C18-A42E-DD6DD5771830}"/>
                </a:ext>
              </a:extLst>
            </p:cNvPr>
            <p:cNvSpPr>
              <a:spLocks noChangeArrowheads="1"/>
            </p:cNvSpPr>
            <p:nvPr/>
          </p:nvSpPr>
          <p:spPr bwMode="auto">
            <a:xfrm>
              <a:off x="3721099" y="2939557"/>
              <a:ext cx="1371599" cy="946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2800" b="1" dirty="0">
                  <a:solidFill>
                    <a:srgbClr val="B04C03"/>
                  </a:solidFill>
                  <a:latin typeface="黑体" panose="02010609060101010101" pitchFamily="49" charset="-122"/>
                  <a:ea typeface="黑体" panose="02010609060101010101" pitchFamily="49" charset="-122"/>
                </a:rPr>
                <a:t>教材入</a:t>
              </a:r>
            </a:p>
            <a:p>
              <a:pPr eaLnBrk="0" hangingPunct="0"/>
              <a:r>
                <a:rPr lang="zh-CN" altLang="en-US" sz="2800" b="1" dirty="0">
                  <a:solidFill>
                    <a:srgbClr val="B04C03"/>
                  </a:solidFill>
                  <a:latin typeface="黑体" panose="02010609060101010101" pitchFamily="49" charset="-122"/>
                  <a:ea typeface="黑体" panose="02010609060101010101" pitchFamily="49" charset="-122"/>
                </a:rPr>
                <a:t>库信息</a:t>
              </a:r>
              <a:endParaRPr lang="zh-CN" altLang="en-US" sz="2800" b="1" dirty="0">
                <a:solidFill>
                  <a:schemeClr val="tx2"/>
                </a:solidFill>
                <a:latin typeface="黑体" panose="02010609060101010101" pitchFamily="49" charset="-122"/>
                <a:ea typeface="黑体" panose="02010609060101010101" pitchFamily="49" charset="-122"/>
              </a:endParaRPr>
            </a:p>
          </p:txBody>
        </p:sp>
        <p:sp>
          <p:nvSpPr>
            <p:cNvPr id="45" name="Line 43">
              <a:extLst>
                <a:ext uri="{FF2B5EF4-FFF2-40B4-BE49-F238E27FC236}">
                  <a16:creationId xmlns:a16="http://schemas.microsoft.com/office/drawing/2014/main" id="{4585A236-25B7-4F84-A950-7CA70D3DBC09}"/>
                </a:ext>
              </a:extLst>
            </p:cNvPr>
            <p:cNvSpPr>
              <a:spLocks noChangeShapeType="1"/>
            </p:cNvSpPr>
            <p:nvPr/>
          </p:nvSpPr>
          <p:spPr bwMode="auto">
            <a:xfrm>
              <a:off x="914400" y="4495800"/>
              <a:ext cx="1371600" cy="0"/>
            </a:xfrm>
            <a:prstGeom prst="line">
              <a:avLst/>
            </a:prstGeom>
            <a:noFill/>
            <a:ln w="25400">
              <a:solidFill>
                <a:srgbClr val="01050F"/>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46" name="Rectangle 44">
              <a:extLst>
                <a:ext uri="{FF2B5EF4-FFF2-40B4-BE49-F238E27FC236}">
                  <a16:creationId xmlns:a16="http://schemas.microsoft.com/office/drawing/2014/main" id="{3B287DE9-7CA4-4437-8DE0-2A942BA6DC16}"/>
                </a:ext>
              </a:extLst>
            </p:cNvPr>
            <p:cNvSpPr>
              <a:spLocks noChangeArrowheads="1"/>
            </p:cNvSpPr>
            <p:nvPr/>
          </p:nvSpPr>
          <p:spPr bwMode="auto">
            <a:xfrm>
              <a:off x="825794" y="3884613"/>
              <a:ext cx="1768475" cy="659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rgbClr val="01050F"/>
                  </a:solidFill>
                  <a:latin typeface="黑体" panose="02010609060101010101" pitchFamily="49" charset="-122"/>
                  <a:ea typeface="黑体" panose="02010609060101010101" pitchFamily="49" charset="-122"/>
                </a:rPr>
                <a:t>领书单</a:t>
              </a:r>
            </a:p>
          </p:txBody>
        </p:sp>
        <p:sp>
          <p:nvSpPr>
            <p:cNvPr id="47" name="Line 45">
              <a:extLst>
                <a:ext uri="{FF2B5EF4-FFF2-40B4-BE49-F238E27FC236}">
                  <a16:creationId xmlns:a16="http://schemas.microsoft.com/office/drawing/2014/main" id="{F5642B90-64FC-430F-99D1-8C9783B3590B}"/>
                </a:ext>
              </a:extLst>
            </p:cNvPr>
            <p:cNvSpPr>
              <a:spLocks noChangeShapeType="1"/>
            </p:cNvSpPr>
            <p:nvPr/>
          </p:nvSpPr>
          <p:spPr bwMode="auto">
            <a:xfrm>
              <a:off x="3429000" y="1981200"/>
              <a:ext cx="0" cy="990600"/>
            </a:xfrm>
            <a:prstGeom prst="line">
              <a:avLst/>
            </a:prstGeom>
            <a:noFill/>
            <a:ln w="25400">
              <a:solidFill>
                <a:srgbClr val="01050F"/>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46">
              <a:extLst>
                <a:ext uri="{FF2B5EF4-FFF2-40B4-BE49-F238E27FC236}">
                  <a16:creationId xmlns:a16="http://schemas.microsoft.com/office/drawing/2014/main" id="{1D545561-1FF9-4735-B1C2-1D8EA2B16510}"/>
                </a:ext>
              </a:extLst>
            </p:cNvPr>
            <p:cNvSpPr>
              <a:spLocks noChangeShapeType="1"/>
            </p:cNvSpPr>
            <p:nvPr/>
          </p:nvSpPr>
          <p:spPr bwMode="auto">
            <a:xfrm>
              <a:off x="5486400" y="1981200"/>
              <a:ext cx="0" cy="990600"/>
            </a:xfrm>
            <a:prstGeom prst="line">
              <a:avLst/>
            </a:prstGeom>
            <a:noFill/>
            <a:ln w="25400">
              <a:solidFill>
                <a:srgbClr val="01050F"/>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18929077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90638C-0F9D-41A0-8EA8-9A56B296EF89}"/>
              </a:ext>
            </a:extLst>
          </p:cNvPr>
          <p:cNvSpPr>
            <a:spLocks noGrp="1"/>
          </p:cNvSpPr>
          <p:nvPr>
            <p:ph type="title"/>
          </p:nvPr>
        </p:nvSpPr>
        <p:spPr/>
        <p:txBody>
          <a:bodyPr/>
          <a:lstStyle/>
          <a:p>
            <a:r>
              <a:rPr lang="zh-CN" altLang="en-US" dirty="0">
                <a:solidFill>
                  <a:schemeClr val="tx1"/>
                </a:solidFill>
              </a:rPr>
              <a:t>第三层</a:t>
            </a:r>
            <a:r>
              <a:rPr lang="en-US" altLang="zh-CN" dirty="0">
                <a:solidFill>
                  <a:schemeClr val="tx1"/>
                </a:solidFill>
              </a:rPr>
              <a:t>DFD (1</a:t>
            </a:r>
            <a:r>
              <a:rPr lang="zh-CN" altLang="en-US" dirty="0">
                <a:solidFill>
                  <a:schemeClr val="tx1"/>
                </a:solidFill>
              </a:rPr>
              <a:t>层</a:t>
            </a:r>
            <a:r>
              <a:rPr lang="en-US" altLang="zh-CN" dirty="0">
                <a:solidFill>
                  <a:schemeClr val="tx1"/>
                </a:solidFill>
              </a:rPr>
              <a:t>)   </a:t>
            </a:r>
            <a:r>
              <a:rPr lang="zh-CN" altLang="en-US" dirty="0">
                <a:solidFill>
                  <a:schemeClr val="tx1"/>
                </a:solidFill>
              </a:rPr>
              <a:t>销售子系统</a:t>
            </a:r>
            <a:r>
              <a:rPr lang="en-US" altLang="zh-CN" dirty="0">
                <a:solidFill>
                  <a:schemeClr val="tx1"/>
                </a:solidFill>
              </a:rPr>
              <a:t>(1.0)</a:t>
            </a:r>
            <a:endParaRPr lang="zh-CN" altLang="en-US" dirty="0"/>
          </a:p>
        </p:txBody>
      </p:sp>
      <p:sp>
        <p:nvSpPr>
          <p:cNvPr id="3" name="内容占位符 2">
            <a:extLst>
              <a:ext uri="{FF2B5EF4-FFF2-40B4-BE49-F238E27FC236}">
                <a16:creationId xmlns:a16="http://schemas.microsoft.com/office/drawing/2014/main" id="{DA608DC0-31BB-4F7F-8CE6-68D53D9BA740}"/>
              </a:ext>
            </a:extLst>
          </p:cNvPr>
          <p:cNvSpPr>
            <a:spLocks noGrp="1"/>
          </p:cNvSpPr>
          <p:nvPr>
            <p:ph idx="1"/>
          </p:nvPr>
        </p:nvSpPr>
        <p:spPr>
          <a:xfrm>
            <a:off x="457199" y="1828799"/>
            <a:ext cx="8284039" cy="4941893"/>
          </a:xfrm>
          <a:solidFill>
            <a:schemeClr val="bg1"/>
          </a:solidFill>
        </p:spPr>
        <p:txBody>
          <a:bodyPr/>
          <a:lstStyle/>
          <a:p>
            <a:endParaRPr lang="zh-CN" altLang="en-US" dirty="0"/>
          </a:p>
        </p:txBody>
      </p:sp>
      <p:grpSp>
        <p:nvGrpSpPr>
          <p:cNvPr id="4" name="组合 3">
            <a:extLst>
              <a:ext uri="{FF2B5EF4-FFF2-40B4-BE49-F238E27FC236}">
                <a16:creationId xmlns:a16="http://schemas.microsoft.com/office/drawing/2014/main" id="{A4752503-0AED-49CB-902C-AAE0C31DBB62}"/>
              </a:ext>
            </a:extLst>
          </p:cNvPr>
          <p:cNvGrpSpPr/>
          <p:nvPr/>
        </p:nvGrpSpPr>
        <p:grpSpPr>
          <a:xfrm>
            <a:off x="322006" y="1456259"/>
            <a:ext cx="8229600" cy="5250872"/>
            <a:chOff x="0" y="579438"/>
            <a:chExt cx="9067800" cy="6263290"/>
          </a:xfrm>
        </p:grpSpPr>
        <p:sp>
          <p:nvSpPr>
            <p:cNvPr id="5" name="Rectangle 2">
              <a:extLst>
                <a:ext uri="{FF2B5EF4-FFF2-40B4-BE49-F238E27FC236}">
                  <a16:creationId xmlns:a16="http://schemas.microsoft.com/office/drawing/2014/main" id="{3AA115A8-D006-449C-995E-0F234F2EEBA8}"/>
                </a:ext>
              </a:extLst>
            </p:cNvPr>
            <p:cNvSpPr>
              <a:spLocks noChangeArrowheads="1"/>
            </p:cNvSpPr>
            <p:nvPr/>
          </p:nvSpPr>
          <p:spPr bwMode="auto">
            <a:xfrm>
              <a:off x="4191000" y="4033616"/>
              <a:ext cx="990600" cy="698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200" b="1">
                  <a:solidFill>
                    <a:srgbClr val="01050F"/>
                  </a:solidFill>
                  <a:latin typeface="黑体" panose="02010609060101010101" pitchFamily="49" charset="-122"/>
                  <a:ea typeface="黑体" panose="02010609060101010101" pitchFamily="49" charset="-122"/>
                </a:rPr>
                <a:t>1.2</a:t>
              </a:r>
            </a:p>
          </p:txBody>
        </p:sp>
        <p:sp>
          <p:nvSpPr>
            <p:cNvPr id="6" name="AutoShape 4">
              <a:extLst>
                <a:ext uri="{FF2B5EF4-FFF2-40B4-BE49-F238E27FC236}">
                  <a16:creationId xmlns:a16="http://schemas.microsoft.com/office/drawing/2014/main" id="{6CB1D2AD-D785-49F2-A7CF-7EBD1FEC74D4}"/>
                </a:ext>
              </a:extLst>
            </p:cNvPr>
            <p:cNvSpPr>
              <a:spLocks noChangeArrowheads="1"/>
            </p:cNvSpPr>
            <p:nvPr/>
          </p:nvSpPr>
          <p:spPr bwMode="auto">
            <a:xfrm>
              <a:off x="4051300" y="4203700"/>
              <a:ext cx="1270000" cy="1574800"/>
            </a:xfrm>
            <a:prstGeom prst="roundRect">
              <a:avLst>
                <a:gd name="adj" fmla="val 12495"/>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7" name="Line 5">
              <a:extLst>
                <a:ext uri="{FF2B5EF4-FFF2-40B4-BE49-F238E27FC236}">
                  <a16:creationId xmlns:a16="http://schemas.microsoft.com/office/drawing/2014/main" id="{B3DD177B-E4B1-4C22-A201-DEA88FC75EE7}"/>
                </a:ext>
              </a:extLst>
            </p:cNvPr>
            <p:cNvSpPr>
              <a:spLocks noChangeShapeType="1"/>
            </p:cNvSpPr>
            <p:nvPr/>
          </p:nvSpPr>
          <p:spPr bwMode="auto">
            <a:xfrm>
              <a:off x="4038600" y="4648200"/>
              <a:ext cx="1295400"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8" name="Line 6">
              <a:extLst>
                <a:ext uri="{FF2B5EF4-FFF2-40B4-BE49-F238E27FC236}">
                  <a16:creationId xmlns:a16="http://schemas.microsoft.com/office/drawing/2014/main" id="{2FF8AEBD-63F2-49F2-A357-76DF3CAF771D}"/>
                </a:ext>
              </a:extLst>
            </p:cNvPr>
            <p:cNvSpPr>
              <a:spLocks noChangeShapeType="1"/>
            </p:cNvSpPr>
            <p:nvPr/>
          </p:nvSpPr>
          <p:spPr bwMode="auto">
            <a:xfrm>
              <a:off x="6324600" y="2514600"/>
              <a:ext cx="0" cy="11430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9" name="Line 7">
              <a:extLst>
                <a:ext uri="{FF2B5EF4-FFF2-40B4-BE49-F238E27FC236}">
                  <a16:creationId xmlns:a16="http://schemas.microsoft.com/office/drawing/2014/main" id="{7CC701ED-4E6D-45A7-8F89-F812009C4A23}"/>
                </a:ext>
              </a:extLst>
            </p:cNvPr>
            <p:cNvSpPr>
              <a:spLocks noChangeShapeType="1"/>
            </p:cNvSpPr>
            <p:nvPr/>
          </p:nvSpPr>
          <p:spPr bwMode="auto">
            <a:xfrm>
              <a:off x="4038600" y="5410200"/>
              <a:ext cx="1295400"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0" name="Line 8">
              <a:extLst>
                <a:ext uri="{FF2B5EF4-FFF2-40B4-BE49-F238E27FC236}">
                  <a16:creationId xmlns:a16="http://schemas.microsoft.com/office/drawing/2014/main" id="{1A16099E-3FF6-48F7-B338-C2671DAFCD98}"/>
                </a:ext>
              </a:extLst>
            </p:cNvPr>
            <p:cNvSpPr>
              <a:spLocks noChangeShapeType="1"/>
            </p:cNvSpPr>
            <p:nvPr/>
          </p:nvSpPr>
          <p:spPr bwMode="auto">
            <a:xfrm>
              <a:off x="762000" y="4724400"/>
              <a:ext cx="990600" cy="0"/>
            </a:xfrm>
            <a:prstGeom prst="line">
              <a:avLst/>
            </a:prstGeom>
            <a:noFill/>
            <a:ln w="25400">
              <a:solidFill>
                <a:srgbClr val="01050F"/>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1" name="Rectangle 9">
              <a:extLst>
                <a:ext uri="{FF2B5EF4-FFF2-40B4-BE49-F238E27FC236}">
                  <a16:creationId xmlns:a16="http://schemas.microsoft.com/office/drawing/2014/main" id="{F85DF2E7-1054-42A7-86F4-84762E167DA5}"/>
                </a:ext>
              </a:extLst>
            </p:cNvPr>
            <p:cNvSpPr>
              <a:spLocks noChangeArrowheads="1"/>
            </p:cNvSpPr>
            <p:nvPr/>
          </p:nvSpPr>
          <p:spPr bwMode="auto">
            <a:xfrm>
              <a:off x="784041" y="3618344"/>
              <a:ext cx="13716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2800" b="1">
                  <a:solidFill>
                    <a:srgbClr val="AC5232"/>
                  </a:solidFill>
                  <a:latin typeface="黑体" panose="02010609060101010101" pitchFamily="49" charset="-122"/>
                  <a:ea typeface="黑体" panose="02010609060101010101" pitchFamily="49" charset="-122"/>
                </a:rPr>
                <a:t>无效</a:t>
              </a:r>
            </a:p>
            <a:p>
              <a:pPr eaLnBrk="0" hangingPunct="0"/>
              <a:r>
                <a:rPr lang="zh-CN" altLang="en-US" sz="2800" b="1">
                  <a:solidFill>
                    <a:srgbClr val="AC5232"/>
                  </a:solidFill>
                  <a:latin typeface="黑体" panose="02010609060101010101" pitchFamily="49" charset="-122"/>
                  <a:ea typeface="黑体" panose="02010609060101010101" pitchFamily="49" charset="-122"/>
                </a:rPr>
                <a:t>书单</a:t>
              </a:r>
            </a:p>
          </p:txBody>
        </p:sp>
        <p:sp>
          <p:nvSpPr>
            <p:cNvPr id="12" name="Line 10">
              <a:extLst>
                <a:ext uri="{FF2B5EF4-FFF2-40B4-BE49-F238E27FC236}">
                  <a16:creationId xmlns:a16="http://schemas.microsoft.com/office/drawing/2014/main" id="{F8BB6F21-E9B3-4705-99A3-06E5DF7E2AF3}"/>
                </a:ext>
              </a:extLst>
            </p:cNvPr>
            <p:cNvSpPr>
              <a:spLocks noChangeShapeType="1"/>
            </p:cNvSpPr>
            <p:nvPr/>
          </p:nvSpPr>
          <p:spPr bwMode="auto">
            <a:xfrm>
              <a:off x="2362200" y="5791200"/>
              <a:ext cx="0" cy="457200"/>
            </a:xfrm>
            <a:prstGeom prst="line">
              <a:avLst/>
            </a:prstGeom>
            <a:noFill/>
            <a:ln w="25400">
              <a:solidFill>
                <a:srgbClr val="01050F"/>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1">
              <a:extLst>
                <a:ext uri="{FF2B5EF4-FFF2-40B4-BE49-F238E27FC236}">
                  <a16:creationId xmlns:a16="http://schemas.microsoft.com/office/drawing/2014/main" id="{9A50B8AE-310E-40A7-B9E3-06C6EBB08B9B}"/>
                </a:ext>
              </a:extLst>
            </p:cNvPr>
            <p:cNvSpPr>
              <a:spLocks noChangeShapeType="1"/>
            </p:cNvSpPr>
            <p:nvPr/>
          </p:nvSpPr>
          <p:spPr bwMode="auto">
            <a:xfrm>
              <a:off x="1828800" y="2819400"/>
              <a:ext cx="25908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2">
              <a:extLst>
                <a:ext uri="{FF2B5EF4-FFF2-40B4-BE49-F238E27FC236}">
                  <a16:creationId xmlns:a16="http://schemas.microsoft.com/office/drawing/2014/main" id="{250BBE16-C957-4F4A-AD01-03FA3C81C338}"/>
                </a:ext>
              </a:extLst>
            </p:cNvPr>
            <p:cNvSpPr>
              <a:spLocks noChangeShapeType="1"/>
            </p:cNvSpPr>
            <p:nvPr/>
          </p:nvSpPr>
          <p:spPr bwMode="auto">
            <a:xfrm>
              <a:off x="1828800" y="3352800"/>
              <a:ext cx="25908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3">
              <a:extLst>
                <a:ext uri="{FF2B5EF4-FFF2-40B4-BE49-F238E27FC236}">
                  <a16:creationId xmlns:a16="http://schemas.microsoft.com/office/drawing/2014/main" id="{0536A77A-8B91-462F-AE4D-39EF06CE65B5}"/>
                </a:ext>
              </a:extLst>
            </p:cNvPr>
            <p:cNvSpPr>
              <a:spLocks noChangeShapeType="1"/>
            </p:cNvSpPr>
            <p:nvPr/>
          </p:nvSpPr>
          <p:spPr bwMode="auto">
            <a:xfrm>
              <a:off x="1828800" y="2819400"/>
              <a:ext cx="0" cy="5334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6" name="Line 14">
              <a:extLst>
                <a:ext uri="{FF2B5EF4-FFF2-40B4-BE49-F238E27FC236}">
                  <a16:creationId xmlns:a16="http://schemas.microsoft.com/office/drawing/2014/main" id="{E24F02D4-C50B-4A82-AD11-D61BA4CD20D9}"/>
                </a:ext>
              </a:extLst>
            </p:cNvPr>
            <p:cNvSpPr>
              <a:spLocks noChangeShapeType="1"/>
            </p:cNvSpPr>
            <p:nvPr/>
          </p:nvSpPr>
          <p:spPr bwMode="auto">
            <a:xfrm>
              <a:off x="2362200" y="2819400"/>
              <a:ext cx="0" cy="53340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7" name="Rectangle 15">
              <a:extLst>
                <a:ext uri="{FF2B5EF4-FFF2-40B4-BE49-F238E27FC236}">
                  <a16:creationId xmlns:a16="http://schemas.microsoft.com/office/drawing/2014/main" id="{C63B7FD4-11C6-464A-B540-F0383C69F62E}"/>
                </a:ext>
              </a:extLst>
            </p:cNvPr>
            <p:cNvSpPr>
              <a:spLocks noChangeArrowheads="1"/>
            </p:cNvSpPr>
            <p:nvPr/>
          </p:nvSpPr>
          <p:spPr bwMode="auto">
            <a:xfrm>
              <a:off x="2315599" y="2694714"/>
              <a:ext cx="2248464" cy="698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en-US" sz="2800" b="1" dirty="0">
                  <a:solidFill>
                    <a:srgbClr val="01050F"/>
                  </a:solidFill>
                  <a:latin typeface="黑体" panose="02010609060101010101" pitchFamily="49" charset="-122"/>
                  <a:ea typeface="黑体" panose="02010609060101010101" pitchFamily="49" charset="-122"/>
                </a:rPr>
                <a:t>教材存量</a:t>
              </a:r>
              <a:r>
                <a:rPr lang="zh-CN" altLang="en-US" sz="3200" b="1" dirty="0">
                  <a:solidFill>
                    <a:srgbClr val="01050F"/>
                  </a:solidFill>
                  <a:latin typeface="黑体" panose="02010609060101010101" pitchFamily="49" charset="-122"/>
                  <a:ea typeface="黑体" panose="02010609060101010101" pitchFamily="49" charset="-122"/>
                </a:rPr>
                <a:t>表</a:t>
              </a:r>
            </a:p>
          </p:txBody>
        </p:sp>
        <p:sp>
          <p:nvSpPr>
            <p:cNvPr id="18" name="Rectangle 16">
              <a:extLst>
                <a:ext uri="{FF2B5EF4-FFF2-40B4-BE49-F238E27FC236}">
                  <a16:creationId xmlns:a16="http://schemas.microsoft.com/office/drawing/2014/main" id="{EB051BDB-664E-4056-83A2-79E99D9FA00F}"/>
                </a:ext>
              </a:extLst>
            </p:cNvPr>
            <p:cNvSpPr>
              <a:spLocks noChangeArrowheads="1"/>
            </p:cNvSpPr>
            <p:nvPr/>
          </p:nvSpPr>
          <p:spPr bwMode="auto">
            <a:xfrm>
              <a:off x="1812925" y="2713038"/>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200" b="1">
                  <a:solidFill>
                    <a:srgbClr val="01050F"/>
                  </a:solidFill>
                  <a:latin typeface="黑体" panose="02010609060101010101" pitchFamily="49" charset="-122"/>
                  <a:ea typeface="黑体" panose="02010609060101010101" pitchFamily="49" charset="-122"/>
                </a:rPr>
                <a:t>F1</a:t>
              </a:r>
            </a:p>
          </p:txBody>
        </p:sp>
        <p:sp>
          <p:nvSpPr>
            <p:cNvPr id="19" name="Rectangle 17">
              <a:extLst>
                <a:ext uri="{FF2B5EF4-FFF2-40B4-BE49-F238E27FC236}">
                  <a16:creationId xmlns:a16="http://schemas.microsoft.com/office/drawing/2014/main" id="{F20C08AC-3707-44DA-8D02-2444C5070EDB}"/>
                </a:ext>
              </a:extLst>
            </p:cNvPr>
            <p:cNvSpPr>
              <a:spLocks noChangeArrowheads="1"/>
            </p:cNvSpPr>
            <p:nvPr/>
          </p:nvSpPr>
          <p:spPr bwMode="auto">
            <a:xfrm>
              <a:off x="4022725" y="4724400"/>
              <a:ext cx="138747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2800" b="1">
                  <a:solidFill>
                    <a:srgbClr val="01050F"/>
                  </a:solidFill>
                  <a:latin typeface="黑体" panose="02010609060101010101" pitchFamily="49" charset="-122"/>
                  <a:ea typeface="黑体" panose="02010609060101010101" pitchFamily="49" charset="-122"/>
                </a:rPr>
                <a:t>开发票</a:t>
              </a:r>
            </a:p>
            <a:p>
              <a:pPr eaLnBrk="0" hangingPunct="0"/>
              <a:endParaRPr lang="en-US" altLang="zh-CN" sz="2800" b="1">
                <a:solidFill>
                  <a:srgbClr val="01050F"/>
                </a:solidFill>
                <a:latin typeface="黑体" panose="02010609060101010101" pitchFamily="49" charset="-122"/>
                <a:ea typeface="黑体" panose="02010609060101010101" pitchFamily="49" charset="-122"/>
              </a:endParaRPr>
            </a:p>
          </p:txBody>
        </p:sp>
        <p:sp>
          <p:nvSpPr>
            <p:cNvPr id="20" name="Line 18">
              <a:extLst>
                <a:ext uri="{FF2B5EF4-FFF2-40B4-BE49-F238E27FC236}">
                  <a16:creationId xmlns:a16="http://schemas.microsoft.com/office/drawing/2014/main" id="{7F48F650-C289-473C-8B75-9ECE596996AD}"/>
                </a:ext>
              </a:extLst>
            </p:cNvPr>
            <p:cNvSpPr>
              <a:spLocks noChangeShapeType="1"/>
            </p:cNvSpPr>
            <p:nvPr/>
          </p:nvSpPr>
          <p:spPr bwMode="auto">
            <a:xfrm>
              <a:off x="5257800" y="685800"/>
              <a:ext cx="22098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9">
              <a:extLst>
                <a:ext uri="{FF2B5EF4-FFF2-40B4-BE49-F238E27FC236}">
                  <a16:creationId xmlns:a16="http://schemas.microsoft.com/office/drawing/2014/main" id="{BA23C151-2E5D-45D1-8679-0EEA1AD0BF5F}"/>
                </a:ext>
              </a:extLst>
            </p:cNvPr>
            <p:cNvSpPr>
              <a:spLocks noChangeShapeType="1"/>
            </p:cNvSpPr>
            <p:nvPr/>
          </p:nvSpPr>
          <p:spPr bwMode="auto">
            <a:xfrm>
              <a:off x="5257800" y="1219200"/>
              <a:ext cx="22098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20">
              <a:extLst>
                <a:ext uri="{FF2B5EF4-FFF2-40B4-BE49-F238E27FC236}">
                  <a16:creationId xmlns:a16="http://schemas.microsoft.com/office/drawing/2014/main" id="{8DED12B1-5743-4F78-BB4C-5F22DA6C4F60}"/>
                </a:ext>
              </a:extLst>
            </p:cNvPr>
            <p:cNvSpPr>
              <a:spLocks noChangeShapeType="1"/>
            </p:cNvSpPr>
            <p:nvPr/>
          </p:nvSpPr>
          <p:spPr bwMode="auto">
            <a:xfrm>
              <a:off x="5257800" y="685800"/>
              <a:ext cx="0" cy="5334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3" name="Line 21">
              <a:extLst>
                <a:ext uri="{FF2B5EF4-FFF2-40B4-BE49-F238E27FC236}">
                  <a16:creationId xmlns:a16="http://schemas.microsoft.com/office/drawing/2014/main" id="{670E2016-CCA7-4B81-9E72-B7589037A677}"/>
                </a:ext>
              </a:extLst>
            </p:cNvPr>
            <p:cNvSpPr>
              <a:spLocks noChangeShapeType="1"/>
            </p:cNvSpPr>
            <p:nvPr/>
          </p:nvSpPr>
          <p:spPr bwMode="auto">
            <a:xfrm>
              <a:off x="5791200" y="685800"/>
              <a:ext cx="0" cy="53340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4" name="Rectangle 22">
              <a:extLst>
                <a:ext uri="{FF2B5EF4-FFF2-40B4-BE49-F238E27FC236}">
                  <a16:creationId xmlns:a16="http://schemas.microsoft.com/office/drawing/2014/main" id="{5D6FCF74-F464-4C71-9831-B79D488DFE65}"/>
                </a:ext>
              </a:extLst>
            </p:cNvPr>
            <p:cNvSpPr>
              <a:spLocks noChangeArrowheads="1"/>
            </p:cNvSpPr>
            <p:nvPr/>
          </p:nvSpPr>
          <p:spPr bwMode="auto">
            <a:xfrm>
              <a:off x="5241925" y="579438"/>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200" b="1">
                  <a:solidFill>
                    <a:srgbClr val="01050F"/>
                  </a:solidFill>
                  <a:latin typeface="黑体" panose="02010609060101010101" pitchFamily="49" charset="-122"/>
                  <a:ea typeface="黑体" panose="02010609060101010101" pitchFamily="49" charset="-122"/>
                </a:rPr>
                <a:t>F2</a:t>
              </a:r>
            </a:p>
          </p:txBody>
        </p:sp>
        <p:sp>
          <p:nvSpPr>
            <p:cNvPr id="25" name="Rectangle 23">
              <a:extLst>
                <a:ext uri="{FF2B5EF4-FFF2-40B4-BE49-F238E27FC236}">
                  <a16:creationId xmlns:a16="http://schemas.microsoft.com/office/drawing/2014/main" id="{EB3256DD-5D44-4459-B7D9-83BB649BC3B7}"/>
                </a:ext>
              </a:extLst>
            </p:cNvPr>
            <p:cNvSpPr>
              <a:spLocks noChangeArrowheads="1"/>
            </p:cNvSpPr>
            <p:nvPr/>
          </p:nvSpPr>
          <p:spPr bwMode="auto">
            <a:xfrm>
              <a:off x="5791200" y="639763"/>
              <a:ext cx="19780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en-US" sz="2800" b="1" dirty="0">
                  <a:solidFill>
                    <a:srgbClr val="01050F"/>
                  </a:solidFill>
                  <a:latin typeface="黑体" panose="02010609060101010101" pitchFamily="49" charset="-122"/>
                  <a:ea typeface="黑体" panose="02010609060101010101" pitchFamily="49" charset="-122"/>
                </a:rPr>
                <a:t>缺书登记表</a:t>
              </a:r>
            </a:p>
          </p:txBody>
        </p:sp>
        <p:sp>
          <p:nvSpPr>
            <p:cNvPr id="26" name="Line 24">
              <a:extLst>
                <a:ext uri="{FF2B5EF4-FFF2-40B4-BE49-F238E27FC236}">
                  <a16:creationId xmlns:a16="http://schemas.microsoft.com/office/drawing/2014/main" id="{17DDFB90-F388-4D09-AD6F-52399B8F5BE1}"/>
                </a:ext>
              </a:extLst>
            </p:cNvPr>
            <p:cNvSpPr>
              <a:spLocks noChangeShapeType="1"/>
            </p:cNvSpPr>
            <p:nvPr/>
          </p:nvSpPr>
          <p:spPr bwMode="auto">
            <a:xfrm>
              <a:off x="7315200" y="1219200"/>
              <a:ext cx="0" cy="457200"/>
            </a:xfrm>
            <a:prstGeom prst="line">
              <a:avLst/>
            </a:prstGeom>
            <a:noFill/>
            <a:ln w="25400">
              <a:solidFill>
                <a:srgbClr val="01050F"/>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25">
              <a:extLst>
                <a:ext uri="{FF2B5EF4-FFF2-40B4-BE49-F238E27FC236}">
                  <a16:creationId xmlns:a16="http://schemas.microsoft.com/office/drawing/2014/main" id="{1912704E-6547-4A56-A447-79E60E2A8F24}"/>
                </a:ext>
              </a:extLst>
            </p:cNvPr>
            <p:cNvSpPr>
              <a:spLocks noChangeShapeType="1"/>
            </p:cNvSpPr>
            <p:nvPr/>
          </p:nvSpPr>
          <p:spPr bwMode="auto">
            <a:xfrm>
              <a:off x="1676400" y="2286000"/>
              <a:ext cx="2971800"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28" name="Rectangle 26">
              <a:extLst>
                <a:ext uri="{FF2B5EF4-FFF2-40B4-BE49-F238E27FC236}">
                  <a16:creationId xmlns:a16="http://schemas.microsoft.com/office/drawing/2014/main" id="{11A085E2-FB85-4E5B-995D-85F47399F7AC}"/>
                </a:ext>
              </a:extLst>
            </p:cNvPr>
            <p:cNvSpPr>
              <a:spLocks noChangeArrowheads="1"/>
            </p:cNvSpPr>
            <p:nvPr/>
          </p:nvSpPr>
          <p:spPr bwMode="auto">
            <a:xfrm>
              <a:off x="8394700" y="3898900"/>
              <a:ext cx="660400" cy="1727200"/>
            </a:xfrm>
            <a:prstGeom prst="rect">
              <a:avLst/>
            </a:prstGeom>
            <a:ln w="25400">
              <a:solidFill>
                <a:srgbClr val="01050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Rectangle 27">
              <a:extLst>
                <a:ext uri="{FF2B5EF4-FFF2-40B4-BE49-F238E27FC236}">
                  <a16:creationId xmlns:a16="http://schemas.microsoft.com/office/drawing/2014/main" id="{F447CF6F-0810-402E-B169-A997442E03C6}"/>
                </a:ext>
              </a:extLst>
            </p:cNvPr>
            <p:cNvSpPr>
              <a:spLocks noChangeArrowheads="1"/>
            </p:cNvSpPr>
            <p:nvPr/>
          </p:nvSpPr>
          <p:spPr bwMode="auto">
            <a:xfrm>
              <a:off x="8305800" y="4008438"/>
              <a:ext cx="762000"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400" b="1" dirty="0">
                  <a:solidFill>
                    <a:srgbClr val="01050F"/>
                  </a:solidFill>
                  <a:latin typeface="黑体" panose="02010609060101010101" pitchFamily="49" charset="-122"/>
                  <a:ea typeface="黑体" panose="02010609060101010101" pitchFamily="49" charset="-122"/>
                </a:rPr>
                <a:t>学生</a:t>
              </a:r>
            </a:p>
          </p:txBody>
        </p:sp>
        <p:sp>
          <p:nvSpPr>
            <p:cNvPr id="30" name="Line 28">
              <a:extLst>
                <a:ext uri="{FF2B5EF4-FFF2-40B4-BE49-F238E27FC236}">
                  <a16:creationId xmlns:a16="http://schemas.microsoft.com/office/drawing/2014/main" id="{A99E8125-AE4A-4BE9-A964-101427EC65F0}"/>
                </a:ext>
              </a:extLst>
            </p:cNvPr>
            <p:cNvSpPr>
              <a:spLocks noChangeShapeType="1"/>
            </p:cNvSpPr>
            <p:nvPr/>
          </p:nvSpPr>
          <p:spPr bwMode="auto">
            <a:xfrm>
              <a:off x="8305800" y="3886200"/>
              <a:ext cx="0" cy="18288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29">
              <a:extLst>
                <a:ext uri="{FF2B5EF4-FFF2-40B4-BE49-F238E27FC236}">
                  <a16:creationId xmlns:a16="http://schemas.microsoft.com/office/drawing/2014/main" id="{912E29F3-C95A-4854-BB24-983D14AA3AAE}"/>
                </a:ext>
              </a:extLst>
            </p:cNvPr>
            <p:cNvSpPr>
              <a:spLocks noChangeShapeType="1"/>
            </p:cNvSpPr>
            <p:nvPr/>
          </p:nvSpPr>
          <p:spPr bwMode="auto">
            <a:xfrm>
              <a:off x="8305800" y="5715000"/>
              <a:ext cx="7620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2" name="Line 30">
              <a:extLst>
                <a:ext uri="{FF2B5EF4-FFF2-40B4-BE49-F238E27FC236}">
                  <a16:creationId xmlns:a16="http://schemas.microsoft.com/office/drawing/2014/main" id="{CA62431B-BABE-4317-A5F9-5A546AF7A81F}"/>
                </a:ext>
              </a:extLst>
            </p:cNvPr>
            <p:cNvSpPr>
              <a:spLocks noChangeShapeType="1"/>
            </p:cNvSpPr>
            <p:nvPr/>
          </p:nvSpPr>
          <p:spPr bwMode="auto">
            <a:xfrm>
              <a:off x="533400" y="6248400"/>
              <a:ext cx="29718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31">
              <a:extLst>
                <a:ext uri="{FF2B5EF4-FFF2-40B4-BE49-F238E27FC236}">
                  <a16:creationId xmlns:a16="http://schemas.microsoft.com/office/drawing/2014/main" id="{3ED3D183-95F8-456F-B742-439912F6B0CA}"/>
                </a:ext>
              </a:extLst>
            </p:cNvPr>
            <p:cNvSpPr>
              <a:spLocks noChangeShapeType="1"/>
            </p:cNvSpPr>
            <p:nvPr/>
          </p:nvSpPr>
          <p:spPr bwMode="auto">
            <a:xfrm>
              <a:off x="533400" y="6781800"/>
              <a:ext cx="29718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32">
              <a:extLst>
                <a:ext uri="{FF2B5EF4-FFF2-40B4-BE49-F238E27FC236}">
                  <a16:creationId xmlns:a16="http://schemas.microsoft.com/office/drawing/2014/main" id="{19DEBFFE-0BA1-4424-8DF7-416AACE96499}"/>
                </a:ext>
              </a:extLst>
            </p:cNvPr>
            <p:cNvSpPr>
              <a:spLocks noChangeShapeType="1"/>
            </p:cNvSpPr>
            <p:nvPr/>
          </p:nvSpPr>
          <p:spPr bwMode="auto">
            <a:xfrm>
              <a:off x="533400" y="6248400"/>
              <a:ext cx="0" cy="5334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5" name="Line 33">
              <a:extLst>
                <a:ext uri="{FF2B5EF4-FFF2-40B4-BE49-F238E27FC236}">
                  <a16:creationId xmlns:a16="http://schemas.microsoft.com/office/drawing/2014/main" id="{94986436-EAD8-44B9-97F6-7507A4C7479D}"/>
                </a:ext>
              </a:extLst>
            </p:cNvPr>
            <p:cNvSpPr>
              <a:spLocks noChangeShapeType="1"/>
            </p:cNvSpPr>
            <p:nvPr/>
          </p:nvSpPr>
          <p:spPr bwMode="auto">
            <a:xfrm>
              <a:off x="1066800" y="6248400"/>
              <a:ext cx="0" cy="53340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6" name="Rectangle 34">
              <a:extLst>
                <a:ext uri="{FF2B5EF4-FFF2-40B4-BE49-F238E27FC236}">
                  <a16:creationId xmlns:a16="http://schemas.microsoft.com/office/drawing/2014/main" id="{A7C149DC-A491-4FCD-92F1-18A23B48AD03}"/>
                </a:ext>
              </a:extLst>
            </p:cNvPr>
            <p:cNvSpPr>
              <a:spLocks noChangeArrowheads="1"/>
            </p:cNvSpPr>
            <p:nvPr/>
          </p:nvSpPr>
          <p:spPr bwMode="auto">
            <a:xfrm>
              <a:off x="1048476" y="6217860"/>
              <a:ext cx="2986766" cy="624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en-US" sz="2800" b="1" dirty="0">
                  <a:solidFill>
                    <a:srgbClr val="01050F"/>
                  </a:solidFill>
                  <a:latin typeface="黑体" panose="02010609060101010101" pitchFamily="49" charset="-122"/>
                  <a:ea typeface="黑体" panose="02010609060101010101" pitchFamily="49" charset="-122"/>
                </a:rPr>
                <a:t>各班学生用书表</a:t>
              </a:r>
            </a:p>
          </p:txBody>
        </p:sp>
        <p:sp>
          <p:nvSpPr>
            <p:cNvPr id="37" name="Rectangle 35">
              <a:extLst>
                <a:ext uri="{FF2B5EF4-FFF2-40B4-BE49-F238E27FC236}">
                  <a16:creationId xmlns:a16="http://schemas.microsoft.com/office/drawing/2014/main" id="{3F32B2E6-C90C-4906-8DF5-A5FB8ACA1357}"/>
                </a:ext>
              </a:extLst>
            </p:cNvPr>
            <p:cNvSpPr>
              <a:spLocks noChangeArrowheads="1"/>
            </p:cNvSpPr>
            <p:nvPr/>
          </p:nvSpPr>
          <p:spPr bwMode="auto">
            <a:xfrm>
              <a:off x="517525" y="6142038"/>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200" b="1">
                  <a:solidFill>
                    <a:srgbClr val="01050F"/>
                  </a:solidFill>
                  <a:latin typeface="黑体" panose="02010609060101010101" pitchFamily="49" charset="-122"/>
                  <a:ea typeface="黑体" panose="02010609060101010101" pitchFamily="49" charset="-122"/>
                </a:rPr>
                <a:t>F3</a:t>
              </a:r>
            </a:p>
          </p:txBody>
        </p:sp>
        <p:sp>
          <p:nvSpPr>
            <p:cNvPr id="38" name="Line 36">
              <a:extLst>
                <a:ext uri="{FF2B5EF4-FFF2-40B4-BE49-F238E27FC236}">
                  <a16:creationId xmlns:a16="http://schemas.microsoft.com/office/drawing/2014/main" id="{017D2A4F-972C-46F0-BA21-284240422106}"/>
                </a:ext>
              </a:extLst>
            </p:cNvPr>
            <p:cNvSpPr>
              <a:spLocks noChangeShapeType="1"/>
            </p:cNvSpPr>
            <p:nvPr/>
          </p:nvSpPr>
          <p:spPr bwMode="auto">
            <a:xfrm>
              <a:off x="4495800" y="6248400"/>
              <a:ext cx="25908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37">
              <a:extLst>
                <a:ext uri="{FF2B5EF4-FFF2-40B4-BE49-F238E27FC236}">
                  <a16:creationId xmlns:a16="http://schemas.microsoft.com/office/drawing/2014/main" id="{49B39E8B-34FB-4F1B-B61B-76E585FD15CF}"/>
                </a:ext>
              </a:extLst>
            </p:cNvPr>
            <p:cNvSpPr>
              <a:spLocks noChangeShapeType="1"/>
            </p:cNvSpPr>
            <p:nvPr/>
          </p:nvSpPr>
          <p:spPr bwMode="auto">
            <a:xfrm>
              <a:off x="4495800" y="6781800"/>
              <a:ext cx="25908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38">
              <a:extLst>
                <a:ext uri="{FF2B5EF4-FFF2-40B4-BE49-F238E27FC236}">
                  <a16:creationId xmlns:a16="http://schemas.microsoft.com/office/drawing/2014/main" id="{A6D6D01A-992A-4DE2-B6CB-6B8E8A840ECE}"/>
                </a:ext>
              </a:extLst>
            </p:cNvPr>
            <p:cNvSpPr>
              <a:spLocks noChangeShapeType="1"/>
            </p:cNvSpPr>
            <p:nvPr/>
          </p:nvSpPr>
          <p:spPr bwMode="auto">
            <a:xfrm>
              <a:off x="4495800" y="6248400"/>
              <a:ext cx="0" cy="5334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41" name="Line 39">
              <a:extLst>
                <a:ext uri="{FF2B5EF4-FFF2-40B4-BE49-F238E27FC236}">
                  <a16:creationId xmlns:a16="http://schemas.microsoft.com/office/drawing/2014/main" id="{3CDC4F28-624B-4DA4-99C7-1C551AD2D536}"/>
                </a:ext>
              </a:extLst>
            </p:cNvPr>
            <p:cNvSpPr>
              <a:spLocks noChangeShapeType="1"/>
            </p:cNvSpPr>
            <p:nvPr/>
          </p:nvSpPr>
          <p:spPr bwMode="auto">
            <a:xfrm>
              <a:off x="5029200" y="6248400"/>
              <a:ext cx="0" cy="53340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42" name="Rectangle 40">
              <a:extLst>
                <a:ext uri="{FF2B5EF4-FFF2-40B4-BE49-F238E27FC236}">
                  <a16:creationId xmlns:a16="http://schemas.microsoft.com/office/drawing/2014/main" id="{64F3C061-751E-4775-ABC6-99E85B743012}"/>
                </a:ext>
              </a:extLst>
            </p:cNvPr>
            <p:cNvSpPr>
              <a:spLocks noChangeArrowheads="1"/>
            </p:cNvSpPr>
            <p:nvPr/>
          </p:nvSpPr>
          <p:spPr bwMode="auto">
            <a:xfrm>
              <a:off x="5043619" y="6196509"/>
              <a:ext cx="2191944" cy="386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en-US" sz="2800" b="1" dirty="0">
                  <a:solidFill>
                    <a:srgbClr val="01050F"/>
                  </a:solidFill>
                  <a:latin typeface="黑体" panose="02010609060101010101" pitchFamily="49" charset="-122"/>
                  <a:ea typeface="黑体" panose="02010609060101010101" pitchFamily="49" charset="-122"/>
                </a:rPr>
                <a:t>售书登记表</a:t>
              </a:r>
            </a:p>
          </p:txBody>
        </p:sp>
        <p:sp>
          <p:nvSpPr>
            <p:cNvPr id="43" name="Rectangle 41">
              <a:extLst>
                <a:ext uri="{FF2B5EF4-FFF2-40B4-BE49-F238E27FC236}">
                  <a16:creationId xmlns:a16="http://schemas.microsoft.com/office/drawing/2014/main" id="{679BD375-E520-4154-A525-CD4786E7BB79}"/>
                </a:ext>
              </a:extLst>
            </p:cNvPr>
            <p:cNvSpPr>
              <a:spLocks noChangeArrowheads="1"/>
            </p:cNvSpPr>
            <p:nvPr/>
          </p:nvSpPr>
          <p:spPr bwMode="auto">
            <a:xfrm>
              <a:off x="4479925" y="6142038"/>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200" b="1">
                  <a:solidFill>
                    <a:srgbClr val="01050F"/>
                  </a:solidFill>
                  <a:latin typeface="黑体" panose="02010609060101010101" pitchFamily="49" charset="-122"/>
                  <a:ea typeface="黑体" panose="02010609060101010101" pitchFamily="49" charset="-122"/>
                </a:rPr>
                <a:t>F4</a:t>
              </a:r>
            </a:p>
          </p:txBody>
        </p:sp>
        <p:sp>
          <p:nvSpPr>
            <p:cNvPr id="44" name="Rectangle 42">
              <a:extLst>
                <a:ext uri="{FF2B5EF4-FFF2-40B4-BE49-F238E27FC236}">
                  <a16:creationId xmlns:a16="http://schemas.microsoft.com/office/drawing/2014/main" id="{EF4C98C8-3B5E-405C-A25A-2A9632BD861E}"/>
                </a:ext>
              </a:extLst>
            </p:cNvPr>
            <p:cNvSpPr>
              <a:spLocks noChangeArrowheads="1"/>
            </p:cNvSpPr>
            <p:nvPr/>
          </p:nvSpPr>
          <p:spPr bwMode="auto">
            <a:xfrm>
              <a:off x="1905000" y="4033616"/>
              <a:ext cx="990600" cy="698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200" b="1" dirty="0">
                  <a:solidFill>
                    <a:srgbClr val="01050F"/>
                  </a:solidFill>
                  <a:latin typeface="黑体" panose="02010609060101010101" pitchFamily="49" charset="-122"/>
                  <a:ea typeface="黑体" panose="02010609060101010101" pitchFamily="49" charset="-122"/>
                </a:rPr>
                <a:t>1.1</a:t>
              </a:r>
            </a:p>
          </p:txBody>
        </p:sp>
        <p:sp>
          <p:nvSpPr>
            <p:cNvPr id="45" name="AutoShape 43">
              <a:extLst>
                <a:ext uri="{FF2B5EF4-FFF2-40B4-BE49-F238E27FC236}">
                  <a16:creationId xmlns:a16="http://schemas.microsoft.com/office/drawing/2014/main" id="{5B8D3EF1-E618-4056-8CBB-19F136F0628F}"/>
                </a:ext>
              </a:extLst>
            </p:cNvPr>
            <p:cNvSpPr>
              <a:spLocks noChangeArrowheads="1"/>
            </p:cNvSpPr>
            <p:nvPr/>
          </p:nvSpPr>
          <p:spPr bwMode="auto">
            <a:xfrm>
              <a:off x="1765300" y="4203700"/>
              <a:ext cx="1270000" cy="1574800"/>
            </a:xfrm>
            <a:prstGeom prst="roundRect">
              <a:avLst>
                <a:gd name="adj" fmla="val 12495"/>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46" name="Line 44">
              <a:extLst>
                <a:ext uri="{FF2B5EF4-FFF2-40B4-BE49-F238E27FC236}">
                  <a16:creationId xmlns:a16="http://schemas.microsoft.com/office/drawing/2014/main" id="{D86F7DFB-7A2F-40B9-8A4B-5546EBCF0DC8}"/>
                </a:ext>
              </a:extLst>
            </p:cNvPr>
            <p:cNvSpPr>
              <a:spLocks noChangeShapeType="1"/>
            </p:cNvSpPr>
            <p:nvPr/>
          </p:nvSpPr>
          <p:spPr bwMode="auto">
            <a:xfrm>
              <a:off x="1752600" y="4648200"/>
              <a:ext cx="1295400"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47" name="Line 45">
              <a:extLst>
                <a:ext uri="{FF2B5EF4-FFF2-40B4-BE49-F238E27FC236}">
                  <a16:creationId xmlns:a16="http://schemas.microsoft.com/office/drawing/2014/main" id="{F2504EB2-4A36-43E5-872C-00D3C2F53F16}"/>
                </a:ext>
              </a:extLst>
            </p:cNvPr>
            <p:cNvSpPr>
              <a:spLocks noChangeShapeType="1"/>
            </p:cNvSpPr>
            <p:nvPr/>
          </p:nvSpPr>
          <p:spPr bwMode="auto">
            <a:xfrm>
              <a:off x="1752600" y="5486400"/>
              <a:ext cx="1295400"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48" name="Rectangle 46">
              <a:extLst>
                <a:ext uri="{FF2B5EF4-FFF2-40B4-BE49-F238E27FC236}">
                  <a16:creationId xmlns:a16="http://schemas.microsoft.com/office/drawing/2014/main" id="{BADE898F-3B4A-4151-80D7-AD6357577AB7}"/>
                </a:ext>
              </a:extLst>
            </p:cNvPr>
            <p:cNvSpPr>
              <a:spLocks noChangeArrowheads="1"/>
            </p:cNvSpPr>
            <p:nvPr/>
          </p:nvSpPr>
          <p:spPr bwMode="auto">
            <a:xfrm>
              <a:off x="1736725" y="4572000"/>
              <a:ext cx="1387475" cy="1432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2400" b="1" dirty="0">
                  <a:solidFill>
                    <a:srgbClr val="01050F"/>
                  </a:solidFill>
                  <a:latin typeface="黑体" panose="02010609060101010101" pitchFamily="49" charset="-122"/>
                  <a:ea typeface="黑体" panose="02010609060101010101" pitchFamily="49" charset="-122"/>
                </a:rPr>
                <a:t> </a:t>
              </a:r>
              <a:r>
                <a:rPr lang="zh-CN" altLang="en-US" sz="2400" b="1" dirty="0">
                  <a:solidFill>
                    <a:srgbClr val="01050F"/>
                  </a:solidFill>
                  <a:latin typeface="黑体" panose="02010609060101010101" pitchFamily="49" charset="-122"/>
                  <a:ea typeface="黑体" panose="02010609060101010101" pitchFamily="49" charset="-122"/>
                </a:rPr>
                <a:t>审查</a:t>
              </a:r>
            </a:p>
            <a:p>
              <a:pPr eaLnBrk="0" hangingPunct="0"/>
              <a:r>
                <a:rPr lang="zh-CN" altLang="en-US" sz="2400" b="1" dirty="0">
                  <a:solidFill>
                    <a:srgbClr val="01050F"/>
                  </a:solidFill>
                  <a:latin typeface="黑体" panose="02010609060101010101" pitchFamily="49" charset="-122"/>
                  <a:ea typeface="黑体" panose="02010609060101010101" pitchFamily="49" charset="-122"/>
                </a:rPr>
                <a:t>有效性</a:t>
              </a:r>
            </a:p>
            <a:p>
              <a:pPr eaLnBrk="0" hangingPunct="0"/>
              <a:endParaRPr lang="en-US" altLang="zh-CN" sz="2400" b="1" dirty="0">
                <a:solidFill>
                  <a:srgbClr val="01050F"/>
                </a:solidFill>
                <a:latin typeface="黑体" panose="02010609060101010101" pitchFamily="49" charset="-122"/>
                <a:ea typeface="黑体" panose="02010609060101010101" pitchFamily="49" charset="-122"/>
              </a:endParaRPr>
            </a:p>
          </p:txBody>
        </p:sp>
        <p:sp>
          <p:nvSpPr>
            <p:cNvPr id="49" name="Rectangle 47">
              <a:extLst>
                <a:ext uri="{FF2B5EF4-FFF2-40B4-BE49-F238E27FC236}">
                  <a16:creationId xmlns:a16="http://schemas.microsoft.com/office/drawing/2014/main" id="{91CC2E62-FE1B-45FA-A115-9D90479C2CCF}"/>
                </a:ext>
              </a:extLst>
            </p:cNvPr>
            <p:cNvSpPr>
              <a:spLocks noChangeArrowheads="1"/>
            </p:cNvSpPr>
            <p:nvPr/>
          </p:nvSpPr>
          <p:spPr bwMode="auto">
            <a:xfrm>
              <a:off x="6324600" y="4033616"/>
              <a:ext cx="990600" cy="698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200" b="1">
                  <a:solidFill>
                    <a:srgbClr val="01050F"/>
                  </a:solidFill>
                  <a:latin typeface="黑体" panose="02010609060101010101" pitchFamily="49" charset="-122"/>
                  <a:ea typeface="黑体" panose="02010609060101010101" pitchFamily="49" charset="-122"/>
                </a:rPr>
                <a:t>1.3</a:t>
              </a:r>
            </a:p>
          </p:txBody>
        </p:sp>
        <p:sp>
          <p:nvSpPr>
            <p:cNvPr id="50" name="AutoShape 48">
              <a:extLst>
                <a:ext uri="{FF2B5EF4-FFF2-40B4-BE49-F238E27FC236}">
                  <a16:creationId xmlns:a16="http://schemas.microsoft.com/office/drawing/2014/main" id="{5957C49B-460A-48C1-BD91-8A0C8DDA811A}"/>
                </a:ext>
              </a:extLst>
            </p:cNvPr>
            <p:cNvSpPr>
              <a:spLocks noChangeArrowheads="1"/>
            </p:cNvSpPr>
            <p:nvPr/>
          </p:nvSpPr>
          <p:spPr bwMode="auto">
            <a:xfrm>
              <a:off x="6184900" y="4203700"/>
              <a:ext cx="1270000" cy="1574800"/>
            </a:xfrm>
            <a:prstGeom prst="roundRect">
              <a:avLst>
                <a:gd name="adj" fmla="val 12495"/>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51" name="Line 49">
              <a:extLst>
                <a:ext uri="{FF2B5EF4-FFF2-40B4-BE49-F238E27FC236}">
                  <a16:creationId xmlns:a16="http://schemas.microsoft.com/office/drawing/2014/main" id="{B0168681-B15E-457D-9FF1-1B218751CD9A}"/>
                </a:ext>
              </a:extLst>
            </p:cNvPr>
            <p:cNvSpPr>
              <a:spLocks noChangeShapeType="1"/>
            </p:cNvSpPr>
            <p:nvPr/>
          </p:nvSpPr>
          <p:spPr bwMode="auto">
            <a:xfrm>
              <a:off x="6172200" y="4648200"/>
              <a:ext cx="1295400"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52" name="Line 50">
              <a:extLst>
                <a:ext uri="{FF2B5EF4-FFF2-40B4-BE49-F238E27FC236}">
                  <a16:creationId xmlns:a16="http://schemas.microsoft.com/office/drawing/2014/main" id="{996D4680-19AC-47D9-8BFA-AB914CAA69E9}"/>
                </a:ext>
              </a:extLst>
            </p:cNvPr>
            <p:cNvSpPr>
              <a:spLocks noChangeShapeType="1"/>
            </p:cNvSpPr>
            <p:nvPr/>
          </p:nvSpPr>
          <p:spPr bwMode="auto">
            <a:xfrm>
              <a:off x="6172200" y="5410200"/>
              <a:ext cx="1295400"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53" name="Rectangle 51">
              <a:extLst>
                <a:ext uri="{FF2B5EF4-FFF2-40B4-BE49-F238E27FC236}">
                  <a16:creationId xmlns:a16="http://schemas.microsoft.com/office/drawing/2014/main" id="{49B26955-C17E-48D5-B21D-FF7F5ED094A1}"/>
                </a:ext>
              </a:extLst>
            </p:cNvPr>
            <p:cNvSpPr>
              <a:spLocks noChangeArrowheads="1"/>
            </p:cNvSpPr>
            <p:nvPr/>
          </p:nvSpPr>
          <p:spPr bwMode="auto">
            <a:xfrm>
              <a:off x="6172198" y="4603138"/>
              <a:ext cx="1905000" cy="1212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2000" b="1" dirty="0">
                  <a:solidFill>
                    <a:srgbClr val="01050F"/>
                  </a:solidFill>
                  <a:latin typeface="黑体" panose="02010609060101010101" pitchFamily="49" charset="-122"/>
                  <a:ea typeface="黑体" panose="02010609060101010101" pitchFamily="49" charset="-122"/>
                </a:rPr>
                <a:t> </a:t>
              </a:r>
              <a:r>
                <a:rPr lang="zh-CN" altLang="en-US" sz="2000" b="1" dirty="0">
                  <a:solidFill>
                    <a:srgbClr val="01050F"/>
                  </a:solidFill>
                  <a:latin typeface="黑体" panose="02010609060101010101" pitchFamily="49" charset="-122"/>
                  <a:ea typeface="黑体" panose="02010609060101010101" pitchFamily="49" charset="-122"/>
                </a:rPr>
                <a:t>登记并</a:t>
              </a:r>
            </a:p>
            <a:p>
              <a:pPr eaLnBrk="0" hangingPunct="0"/>
              <a:r>
                <a:rPr lang="zh-CN" altLang="en-US" sz="2000" b="1" dirty="0">
                  <a:solidFill>
                    <a:srgbClr val="01050F"/>
                  </a:solidFill>
                  <a:latin typeface="黑体" panose="02010609060101010101" pitchFamily="49" charset="-122"/>
                  <a:ea typeface="黑体" panose="02010609060101010101" pitchFamily="49" charset="-122"/>
                </a:rPr>
                <a:t>开领书单</a:t>
              </a:r>
            </a:p>
            <a:p>
              <a:pPr eaLnBrk="0" hangingPunct="0"/>
              <a:endParaRPr lang="en-US" altLang="zh-CN" sz="2000" b="1" dirty="0">
                <a:solidFill>
                  <a:srgbClr val="01050F"/>
                </a:solidFill>
                <a:latin typeface="黑体" panose="02010609060101010101" pitchFamily="49" charset="-122"/>
                <a:ea typeface="黑体" panose="02010609060101010101" pitchFamily="49" charset="-122"/>
              </a:endParaRPr>
            </a:p>
          </p:txBody>
        </p:sp>
        <p:sp useBgFill="1">
          <p:nvSpPr>
            <p:cNvPr id="54" name="Rectangle 52">
              <a:extLst>
                <a:ext uri="{FF2B5EF4-FFF2-40B4-BE49-F238E27FC236}">
                  <a16:creationId xmlns:a16="http://schemas.microsoft.com/office/drawing/2014/main" id="{65F37A96-83FF-4300-A062-0FE356B1F1E0}"/>
                </a:ext>
              </a:extLst>
            </p:cNvPr>
            <p:cNvSpPr>
              <a:spLocks noChangeArrowheads="1"/>
            </p:cNvSpPr>
            <p:nvPr/>
          </p:nvSpPr>
          <p:spPr bwMode="auto">
            <a:xfrm>
              <a:off x="88900" y="3898900"/>
              <a:ext cx="660400" cy="1727200"/>
            </a:xfrm>
            <a:prstGeom prst="rect">
              <a:avLst/>
            </a:prstGeom>
            <a:ln w="25400">
              <a:solidFill>
                <a:srgbClr val="01050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Rectangle 53">
              <a:extLst>
                <a:ext uri="{FF2B5EF4-FFF2-40B4-BE49-F238E27FC236}">
                  <a16:creationId xmlns:a16="http://schemas.microsoft.com/office/drawing/2014/main" id="{39250890-DEE1-41AB-943E-2A4E17AE196A}"/>
                </a:ext>
              </a:extLst>
            </p:cNvPr>
            <p:cNvSpPr>
              <a:spLocks noChangeArrowheads="1"/>
            </p:cNvSpPr>
            <p:nvPr/>
          </p:nvSpPr>
          <p:spPr bwMode="auto">
            <a:xfrm>
              <a:off x="0" y="4114800"/>
              <a:ext cx="762000" cy="1579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dirty="0">
                  <a:solidFill>
                    <a:srgbClr val="01050F"/>
                  </a:solidFill>
                  <a:latin typeface="黑体" panose="02010609060101010101" pitchFamily="49" charset="-122"/>
                  <a:ea typeface="黑体" panose="02010609060101010101" pitchFamily="49" charset="-122"/>
                </a:rPr>
                <a:t>学生</a:t>
              </a:r>
            </a:p>
          </p:txBody>
        </p:sp>
        <p:sp>
          <p:nvSpPr>
            <p:cNvPr id="56" name="Line 54">
              <a:extLst>
                <a:ext uri="{FF2B5EF4-FFF2-40B4-BE49-F238E27FC236}">
                  <a16:creationId xmlns:a16="http://schemas.microsoft.com/office/drawing/2014/main" id="{96C0E941-9D7E-498B-8229-6A87E7FE566D}"/>
                </a:ext>
              </a:extLst>
            </p:cNvPr>
            <p:cNvSpPr>
              <a:spLocks noChangeShapeType="1"/>
            </p:cNvSpPr>
            <p:nvPr/>
          </p:nvSpPr>
          <p:spPr bwMode="auto">
            <a:xfrm>
              <a:off x="0" y="3886200"/>
              <a:ext cx="0" cy="18288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Line 55">
              <a:extLst>
                <a:ext uri="{FF2B5EF4-FFF2-40B4-BE49-F238E27FC236}">
                  <a16:creationId xmlns:a16="http://schemas.microsoft.com/office/drawing/2014/main" id="{6BDB9072-4D78-4B58-A010-C38F8794C10D}"/>
                </a:ext>
              </a:extLst>
            </p:cNvPr>
            <p:cNvSpPr>
              <a:spLocks noChangeShapeType="1"/>
            </p:cNvSpPr>
            <p:nvPr/>
          </p:nvSpPr>
          <p:spPr bwMode="auto">
            <a:xfrm>
              <a:off x="0" y="5715000"/>
              <a:ext cx="7620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58" name="Rectangle 56">
              <a:extLst>
                <a:ext uri="{FF2B5EF4-FFF2-40B4-BE49-F238E27FC236}">
                  <a16:creationId xmlns:a16="http://schemas.microsoft.com/office/drawing/2014/main" id="{894B2701-116A-4E71-BD9C-B701C56150DE}"/>
                </a:ext>
              </a:extLst>
            </p:cNvPr>
            <p:cNvSpPr>
              <a:spLocks noChangeArrowheads="1"/>
            </p:cNvSpPr>
            <p:nvPr/>
          </p:nvSpPr>
          <p:spPr bwMode="auto">
            <a:xfrm>
              <a:off x="4800600" y="1554500"/>
              <a:ext cx="990600" cy="698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200" b="1" dirty="0">
                  <a:solidFill>
                    <a:srgbClr val="01050F"/>
                  </a:solidFill>
                  <a:latin typeface="黑体" panose="02010609060101010101" pitchFamily="49" charset="-122"/>
                  <a:ea typeface="黑体" panose="02010609060101010101" pitchFamily="49" charset="-122"/>
                </a:rPr>
                <a:t>1.5</a:t>
              </a:r>
            </a:p>
          </p:txBody>
        </p:sp>
        <p:sp>
          <p:nvSpPr>
            <p:cNvPr id="59" name="AutoShape 57">
              <a:extLst>
                <a:ext uri="{FF2B5EF4-FFF2-40B4-BE49-F238E27FC236}">
                  <a16:creationId xmlns:a16="http://schemas.microsoft.com/office/drawing/2014/main" id="{88FE5679-54A3-4C16-AA11-C9954562A1B5}"/>
                </a:ext>
              </a:extLst>
            </p:cNvPr>
            <p:cNvSpPr>
              <a:spLocks noChangeArrowheads="1"/>
            </p:cNvSpPr>
            <p:nvPr/>
          </p:nvSpPr>
          <p:spPr bwMode="auto">
            <a:xfrm>
              <a:off x="4660900" y="1689100"/>
              <a:ext cx="1270000" cy="1574800"/>
            </a:xfrm>
            <a:prstGeom prst="roundRect">
              <a:avLst>
                <a:gd name="adj" fmla="val 12495"/>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60" name="Line 58">
              <a:extLst>
                <a:ext uri="{FF2B5EF4-FFF2-40B4-BE49-F238E27FC236}">
                  <a16:creationId xmlns:a16="http://schemas.microsoft.com/office/drawing/2014/main" id="{4B47011B-32A5-405F-A1D4-864AE5CBD3C7}"/>
                </a:ext>
              </a:extLst>
            </p:cNvPr>
            <p:cNvSpPr>
              <a:spLocks noChangeShapeType="1"/>
            </p:cNvSpPr>
            <p:nvPr/>
          </p:nvSpPr>
          <p:spPr bwMode="auto">
            <a:xfrm>
              <a:off x="4648200" y="2133600"/>
              <a:ext cx="1295400"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61" name="Line 59">
              <a:extLst>
                <a:ext uri="{FF2B5EF4-FFF2-40B4-BE49-F238E27FC236}">
                  <a16:creationId xmlns:a16="http://schemas.microsoft.com/office/drawing/2014/main" id="{8FBDF38A-C2AE-4B43-928F-00231D713D62}"/>
                </a:ext>
              </a:extLst>
            </p:cNvPr>
            <p:cNvSpPr>
              <a:spLocks noChangeShapeType="1"/>
            </p:cNvSpPr>
            <p:nvPr/>
          </p:nvSpPr>
          <p:spPr bwMode="auto">
            <a:xfrm>
              <a:off x="4648200" y="2971800"/>
              <a:ext cx="1295400"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62" name="Rectangle 60">
              <a:extLst>
                <a:ext uri="{FF2B5EF4-FFF2-40B4-BE49-F238E27FC236}">
                  <a16:creationId xmlns:a16="http://schemas.microsoft.com/office/drawing/2014/main" id="{9172E705-53DC-4176-A908-2B6A15F30D47}"/>
                </a:ext>
              </a:extLst>
            </p:cNvPr>
            <p:cNvSpPr>
              <a:spLocks noChangeArrowheads="1"/>
            </p:cNvSpPr>
            <p:nvPr/>
          </p:nvSpPr>
          <p:spPr bwMode="auto">
            <a:xfrm>
              <a:off x="4860925" y="2057400"/>
              <a:ext cx="1069973" cy="1432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eaLnBrk="0" hangingPunct="0"/>
              <a:r>
                <a:rPr lang="zh-CN" altLang="en-US" sz="2400" b="1" dirty="0">
                  <a:solidFill>
                    <a:srgbClr val="01050F"/>
                  </a:solidFill>
                  <a:latin typeface="黑体" panose="02010609060101010101" pitchFamily="49" charset="-122"/>
                  <a:ea typeface="黑体" panose="02010609060101010101" pitchFamily="49" charset="-122"/>
                </a:rPr>
                <a:t>补售</a:t>
              </a:r>
            </a:p>
            <a:p>
              <a:pPr eaLnBrk="0" hangingPunct="0"/>
              <a:r>
                <a:rPr lang="zh-CN" altLang="en-US" sz="2400" b="1" dirty="0">
                  <a:solidFill>
                    <a:srgbClr val="01050F"/>
                  </a:solidFill>
                  <a:latin typeface="黑体" panose="02010609060101010101" pitchFamily="49" charset="-122"/>
                  <a:ea typeface="黑体" panose="02010609060101010101" pitchFamily="49" charset="-122"/>
                </a:rPr>
                <a:t>教材</a:t>
              </a:r>
            </a:p>
            <a:p>
              <a:pPr eaLnBrk="0" hangingPunct="0"/>
              <a:endParaRPr lang="en-US" altLang="zh-CN" sz="2400" b="1" dirty="0">
                <a:solidFill>
                  <a:srgbClr val="01050F"/>
                </a:solidFill>
                <a:latin typeface="黑体" panose="02010609060101010101" pitchFamily="49" charset="-122"/>
                <a:ea typeface="黑体" panose="02010609060101010101" pitchFamily="49" charset="-122"/>
              </a:endParaRPr>
            </a:p>
          </p:txBody>
        </p:sp>
        <p:sp>
          <p:nvSpPr>
            <p:cNvPr id="63" name="Rectangle 61">
              <a:extLst>
                <a:ext uri="{FF2B5EF4-FFF2-40B4-BE49-F238E27FC236}">
                  <a16:creationId xmlns:a16="http://schemas.microsoft.com/office/drawing/2014/main" id="{DE8FA10A-1CA9-42A1-8D84-DFE8E0945BE5}"/>
                </a:ext>
              </a:extLst>
            </p:cNvPr>
            <p:cNvSpPr>
              <a:spLocks noChangeArrowheads="1"/>
            </p:cNvSpPr>
            <p:nvPr/>
          </p:nvSpPr>
          <p:spPr bwMode="auto">
            <a:xfrm>
              <a:off x="7086600" y="1554500"/>
              <a:ext cx="990600" cy="698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200" b="1">
                  <a:solidFill>
                    <a:srgbClr val="01050F"/>
                  </a:solidFill>
                  <a:latin typeface="黑体" panose="02010609060101010101" pitchFamily="49" charset="-122"/>
                  <a:ea typeface="黑体" panose="02010609060101010101" pitchFamily="49" charset="-122"/>
                </a:rPr>
                <a:t>1.4</a:t>
              </a:r>
            </a:p>
          </p:txBody>
        </p:sp>
        <p:sp>
          <p:nvSpPr>
            <p:cNvPr id="64" name="AutoShape 62">
              <a:extLst>
                <a:ext uri="{FF2B5EF4-FFF2-40B4-BE49-F238E27FC236}">
                  <a16:creationId xmlns:a16="http://schemas.microsoft.com/office/drawing/2014/main" id="{A04E7EDF-A1A0-4FA1-A2A2-8A092AE97C4F}"/>
                </a:ext>
              </a:extLst>
            </p:cNvPr>
            <p:cNvSpPr>
              <a:spLocks noChangeArrowheads="1"/>
            </p:cNvSpPr>
            <p:nvPr/>
          </p:nvSpPr>
          <p:spPr bwMode="auto">
            <a:xfrm>
              <a:off x="6946900" y="1689100"/>
              <a:ext cx="1270000" cy="1574800"/>
            </a:xfrm>
            <a:prstGeom prst="roundRect">
              <a:avLst>
                <a:gd name="adj" fmla="val 12495"/>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65" name="Line 63">
              <a:extLst>
                <a:ext uri="{FF2B5EF4-FFF2-40B4-BE49-F238E27FC236}">
                  <a16:creationId xmlns:a16="http://schemas.microsoft.com/office/drawing/2014/main" id="{F32CA6B3-F548-4089-B1B6-56748CA50963}"/>
                </a:ext>
              </a:extLst>
            </p:cNvPr>
            <p:cNvSpPr>
              <a:spLocks noChangeShapeType="1"/>
            </p:cNvSpPr>
            <p:nvPr/>
          </p:nvSpPr>
          <p:spPr bwMode="auto">
            <a:xfrm>
              <a:off x="6934200" y="2133600"/>
              <a:ext cx="1295400"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66" name="Line 64">
              <a:extLst>
                <a:ext uri="{FF2B5EF4-FFF2-40B4-BE49-F238E27FC236}">
                  <a16:creationId xmlns:a16="http://schemas.microsoft.com/office/drawing/2014/main" id="{57295C0B-FAAD-4B74-8BBD-16767C3A98C6}"/>
                </a:ext>
              </a:extLst>
            </p:cNvPr>
            <p:cNvSpPr>
              <a:spLocks noChangeShapeType="1"/>
            </p:cNvSpPr>
            <p:nvPr/>
          </p:nvSpPr>
          <p:spPr bwMode="auto">
            <a:xfrm>
              <a:off x="6934200" y="2971800"/>
              <a:ext cx="1295400"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67" name="Rectangle 65">
              <a:extLst>
                <a:ext uri="{FF2B5EF4-FFF2-40B4-BE49-F238E27FC236}">
                  <a16:creationId xmlns:a16="http://schemas.microsoft.com/office/drawing/2014/main" id="{1DAAF8D5-BB1E-4E42-B20C-3F381071F680}"/>
                </a:ext>
              </a:extLst>
            </p:cNvPr>
            <p:cNvSpPr>
              <a:spLocks noChangeArrowheads="1"/>
            </p:cNvSpPr>
            <p:nvPr/>
          </p:nvSpPr>
          <p:spPr bwMode="auto">
            <a:xfrm>
              <a:off x="7146925" y="2057400"/>
              <a:ext cx="1095375" cy="991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eaLnBrk="0" hangingPunct="0"/>
              <a:r>
                <a:rPr lang="zh-CN" altLang="en-US" sz="2400" b="1" dirty="0">
                  <a:solidFill>
                    <a:srgbClr val="01050F"/>
                  </a:solidFill>
                  <a:latin typeface="黑体" panose="02010609060101010101" pitchFamily="49" charset="-122"/>
                  <a:ea typeface="黑体" panose="02010609060101010101" pitchFamily="49" charset="-122"/>
                </a:rPr>
                <a:t>登记缺书</a:t>
              </a:r>
            </a:p>
          </p:txBody>
        </p:sp>
        <p:sp>
          <p:nvSpPr>
            <p:cNvPr id="68" name="Line 66">
              <a:extLst>
                <a:ext uri="{FF2B5EF4-FFF2-40B4-BE49-F238E27FC236}">
                  <a16:creationId xmlns:a16="http://schemas.microsoft.com/office/drawing/2014/main" id="{D712398E-74FD-4617-A002-953A41410AF9}"/>
                </a:ext>
              </a:extLst>
            </p:cNvPr>
            <p:cNvSpPr>
              <a:spLocks noChangeShapeType="1"/>
            </p:cNvSpPr>
            <p:nvPr/>
          </p:nvSpPr>
          <p:spPr bwMode="auto">
            <a:xfrm flipH="1">
              <a:off x="762000" y="5410200"/>
              <a:ext cx="990600" cy="0"/>
            </a:xfrm>
            <a:prstGeom prst="line">
              <a:avLst/>
            </a:prstGeom>
            <a:noFill/>
            <a:ln w="25400">
              <a:solidFill>
                <a:srgbClr val="01050F"/>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69" name="Rectangle 67">
              <a:extLst>
                <a:ext uri="{FF2B5EF4-FFF2-40B4-BE49-F238E27FC236}">
                  <a16:creationId xmlns:a16="http://schemas.microsoft.com/office/drawing/2014/main" id="{4D8FCAEC-1652-4D7C-A9E7-AB5490BDB602}"/>
                </a:ext>
              </a:extLst>
            </p:cNvPr>
            <p:cNvSpPr>
              <a:spLocks noChangeArrowheads="1"/>
            </p:cNvSpPr>
            <p:nvPr/>
          </p:nvSpPr>
          <p:spPr bwMode="auto">
            <a:xfrm>
              <a:off x="776539" y="4822463"/>
              <a:ext cx="1387475" cy="88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b="1" dirty="0">
                  <a:solidFill>
                    <a:srgbClr val="FC0128"/>
                  </a:solidFill>
                  <a:latin typeface="黑体" panose="02010609060101010101" pitchFamily="49" charset="-122"/>
                  <a:ea typeface="黑体" panose="02010609060101010101" pitchFamily="49" charset="-122"/>
                </a:rPr>
                <a:t>购书单</a:t>
              </a:r>
              <a:endParaRPr lang="zh-CN" altLang="en-US" sz="2800" b="1" dirty="0">
                <a:solidFill>
                  <a:srgbClr val="FC0128"/>
                </a:solidFill>
                <a:latin typeface="黑体" panose="02010609060101010101" pitchFamily="49" charset="-122"/>
                <a:ea typeface="黑体" panose="02010609060101010101" pitchFamily="49" charset="-122"/>
              </a:endParaRPr>
            </a:p>
            <a:p>
              <a:pPr eaLnBrk="0" hangingPunct="0"/>
              <a:endParaRPr lang="en-US" altLang="zh-CN" sz="2800" b="1" dirty="0">
                <a:solidFill>
                  <a:srgbClr val="FC0128"/>
                </a:solidFill>
                <a:latin typeface="黑体" panose="02010609060101010101" pitchFamily="49" charset="-122"/>
                <a:ea typeface="黑体" panose="02010609060101010101" pitchFamily="49" charset="-122"/>
              </a:endParaRPr>
            </a:p>
          </p:txBody>
        </p:sp>
        <p:sp>
          <p:nvSpPr>
            <p:cNvPr id="70" name="Line 68">
              <a:extLst>
                <a:ext uri="{FF2B5EF4-FFF2-40B4-BE49-F238E27FC236}">
                  <a16:creationId xmlns:a16="http://schemas.microsoft.com/office/drawing/2014/main" id="{AC466590-536B-4A94-ADF1-7F00A9159E12}"/>
                </a:ext>
              </a:extLst>
            </p:cNvPr>
            <p:cNvSpPr>
              <a:spLocks noChangeShapeType="1"/>
            </p:cNvSpPr>
            <p:nvPr/>
          </p:nvSpPr>
          <p:spPr bwMode="auto">
            <a:xfrm>
              <a:off x="3048000" y="5105400"/>
              <a:ext cx="990600"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Line 69">
              <a:extLst>
                <a:ext uri="{FF2B5EF4-FFF2-40B4-BE49-F238E27FC236}">
                  <a16:creationId xmlns:a16="http://schemas.microsoft.com/office/drawing/2014/main" id="{4A84F6FB-9A78-45EC-8F95-20855FA974BD}"/>
                </a:ext>
              </a:extLst>
            </p:cNvPr>
            <p:cNvSpPr>
              <a:spLocks noChangeShapeType="1"/>
            </p:cNvSpPr>
            <p:nvPr/>
          </p:nvSpPr>
          <p:spPr bwMode="auto">
            <a:xfrm>
              <a:off x="5334000" y="5105400"/>
              <a:ext cx="838200"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Line 70">
              <a:extLst>
                <a:ext uri="{FF2B5EF4-FFF2-40B4-BE49-F238E27FC236}">
                  <a16:creationId xmlns:a16="http://schemas.microsoft.com/office/drawing/2014/main" id="{7A0D7414-5258-485C-811D-B373094E4EFC}"/>
                </a:ext>
              </a:extLst>
            </p:cNvPr>
            <p:cNvSpPr>
              <a:spLocks noChangeShapeType="1"/>
            </p:cNvSpPr>
            <p:nvPr/>
          </p:nvSpPr>
          <p:spPr bwMode="auto">
            <a:xfrm>
              <a:off x="7467600" y="5105400"/>
              <a:ext cx="838200"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 name="Rectangle 71">
              <a:extLst>
                <a:ext uri="{FF2B5EF4-FFF2-40B4-BE49-F238E27FC236}">
                  <a16:creationId xmlns:a16="http://schemas.microsoft.com/office/drawing/2014/main" id="{DF27C8DC-3E86-43B2-A2E7-47100769DFA6}"/>
                </a:ext>
              </a:extLst>
            </p:cNvPr>
            <p:cNvSpPr>
              <a:spLocks noChangeArrowheads="1"/>
            </p:cNvSpPr>
            <p:nvPr/>
          </p:nvSpPr>
          <p:spPr bwMode="auto">
            <a:xfrm>
              <a:off x="5318125" y="4572000"/>
              <a:ext cx="1082675" cy="991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2400" b="1" dirty="0">
                  <a:solidFill>
                    <a:srgbClr val="01050F"/>
                  </a:solidFill>
                  <a:latin typeface="黑体" panose="02010609060101010101" pitchFamily="49" charset="-122"/>
                  <a:ea typeface="黑体" panose="02010609060101010101" pitchFamily="49" charset="-122"/>
                </a:rPr>
                <a:t>发票</a:t>
              </a:r>
              <a:endParaRPr lang="zh-CN" altLang="en-US" sz="2400" b="1" dirty="0">
                <a:latin typeface="黑体" panose="02010609060101010101" pitchFamily="49" charset="-122"/>
                <a:ea typeface="黑体" panose="02010609060101010101" pitchFamily="49" charset="-122"/>
              </a:endParaRPr>
            </a:p>
            <a:p>
              <a:pPr eaLnBrk="0" hangingPunct="0"/>
              <a:endParaRPr lang="en-US" altLang="zh-CN" sz="2400" b="1" dirty="0">
                <a:latin typeface="黑体" panose="02010609060101010101" pitchFamily="49" charset="-122"/>
                <a:ea typeface="黑体" panose="02010609060101010101" pitchFamily="49" charset="-122"/>
              </a:endParaRPr>
            </a:p>
          </p:txBody>
        </p:sp>
        <p:sp>
          <p:nvSpPr>
            <p:cNvPr id="74" name="Rectangle 72">
              <a:extLst>
                <a:ext uri="{FF2B5EF4-FFF2-40B4-BE49-F238E27FC236}">
                  <a16:creationId xmlns:a16="http://schemas.microsoft.com/office/drawing/2014/main" id="{E9D5D266-60D1-4BE6-8FD7-26D61DA5BCC5}"/>
                </a:ext>
              </a:extLst>
            </p:cNvPr>
            <p:cNvSpPr>
              <a:spLocks noChangeArrowheads="1"/>
            </p:cNvSpPr>
            <p:nvPr/>
          </p:nvSpPr>
          <p:spPr bwMode="auto">
            <a:xfrm>
              <a:off x="7408601" y="4025299"/>
              <a:ext cx="1387475" cy="1433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2800" b="1" dirty="0">
                  <a:solidFill>
                    <a:srgbClr val="AC5232"/>
                  </a:solidFill>
                  <a:latin typeface="黑体" panose="02010609060101010101" pitchFamily="49" charset="-122"/>
                  <a:ea typeface="黑体" panose="02010609060101010101" pitchFamily="49" charset="-122"/>
                </a:rPr>
                <a:t>领书</a:t>
              </a:r>
            </a:p>
            <a:p>
              <a:pPr eaLnBrk="0" hangingPunct="0"/>
              <a:r>
                <a:rPr lang="zh-CN" altLang="en-US" sz="2800" b="1" dirty="0">
                  <a:solidFill>
                    <a:srgbClr val="AC5232"/>
                  </a:solidFill>
                  <a:latin typeface="黑体" panose="02010609060101010101" pitchFamily="49" charset="-122"/>
                  <a:ea typeface="黑体" panose="02010609060101010101" pitchFamily="49" charset="-122"/>
                </a:rPr>
                <a:t> 单</a:t>
              </a:r>
            </a:p>
            <a:p>
              <a:pPr eaLnBrk="0" hangingPunct="0"/>
              <a:endParaRPr lang="en-US" altLang="zh-CN" sz="3200" b="1" dirty="0">
                <a:solidFill>
                  <a:schemeClr val="tx2"/>
                </a:solidFill>
                <a:latin typeface="黑体" panose="02010609060101010101" pitchFamily="49" charset="-122"/>
                <a:ea typeface="黑体" panose="02010609060101010101" pitchFamily="49" charset="-122"/>
              </a:endParaRPr>
            </a:p>
          </p:txBody>
        </p:sp>
        <p:sp>
          <p:nvSpPr>
            <p:cNvPr id="75" name="Rectangle 73">
              <a:extLst>
                <a:ext uri="{FF2B5EF4-FFF2-40B4-BE49-F238E27FC236}">
                  <a16:creationId xmlns:a16="http://schemas.microsoft.com/office/drawing/2014/main" id="{AC178B93-A2CE-4CFF-AAC9-EA3F6B356CCF}"/>
                </a:ext>
              </a:extLst>
            </p:cNvPr>
            <p:cNvSpPr>
              <a:spLocks noChangeArrowheads="1"/>
            </p:cNvSpPr>
            <p:nvPr/>
          </p:nvSpPr>
          <p:spPr bwMode="auto">
            <a:xfrm>
              <a:off x="3082741" y="4360862"/>
              <a:ext cx="19050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b="1" dirty="0">
                  <a:latin typeface="黑体" panose="02010609060101010101" pitchFamily="49" charset="-122"/>
                  <a:ea typeface="黑体" panose="02010609060101010101" pitchFamily="49" charset="-122"/>
                </a:rPr>
                <a:t> </a:t>
              </a:r>
              <a:r>
                <a:rPr lang="zh-CN" altLang="en-US" b="1" dirty="0">
                  <a:solidFill>
                    <a:srgbClr val="01050F"/>
                  </a:solidFill>
                  <a:latin typeface="黑体" panose="02010609060101010101" pitchFamily="49" charset="-122"/>
                  <a:ea typeface="黑体" panose="02010609060101010101" pitchFamily="49" charset="-122"/>
                </a:rPr>
                <a:t>有效</a:t>
              </a:r>
            </a:p>
            <a:p>
              <a:pPr eaLnBrk="0" hangingPunct="0"/>
              <a:r>
                <a:rPr lang="zh-CN" altLang="en-US" b="1" dirty="0">
                  <a:solidFill>
                    <a:srgbClr val="01050F"/>
                  </a:solidFill>
                  <a:latin typeface="黑体" panose="02010609060101010101" pitchFamily="49" charset="-122"/>
                  <a:ea typeface="黑体" panose="02010609060101010101" pitchFamily="49" charset="-122"/>
                </a:rPr>
                <a:t>购书单</a:t>
              </a:r>
              <a:endParaRPr lang="zh-CN" altLang="en-US" b="1" dirty="0">
                <a:latin typeface="黑体" panose="02010609060101010101" pitchFamily="49" charset="-122"/>
                <a:ea typeface="黑体" panose="02010609060101010101" pitchFamily="49" charset="-122"/>
              </a:endParaRPr>
            </a:p>
            <a:p>
              <a:pPr eaLnBrk="0" hangingPunct="0"/>
              <a:endParaRPr lang="en-US" altLang="zh-CN" b="1" dirty="0">
                <a:latin typeface="黑体" panose="02010609060101010101" pitchFamily="49" charset="-122"/>
                <a:ea typeface="黑体" panose="02010609060101010101" pitchFamily="49" charset="-122"/>
              </a:endParaRPr>
            </a:p>
          </p:txBody>
        </p:sp>
        <p:sp>
          <p:nvSpPr>
            <p:cNvPr id="76" name="Line 74">
              <a:extLst>
                <a:ext uri="{FF2B5EF4-FFF2-40B4-BE49-F238E27FC236}">
                  <a16:creationId xmlns:a16="http://schemas.microsoft.com/office/drawing/2014/main" id="{4B5E73FB-D30B-48D8-8E3C-3CB95B6267D1}"/>
                </a:ext>
              </a:extLst>
            </p:cNvPr>
            <p:cNvSpPr>
              <a:spLocks noChangeShapeType="1"/>
            </p:cNvSpPr>
            <p:nvPr/>
          </p:nvSpPr>
          <p:spPr bwMode="auto">
            <a:xfrm flipV="1">
              <a:off x="5638800" y="1219200"/>
              <a:ext cx="0" cy="457200"/>
            </a:xfrm>
            <a:prstGeom prst="line">
              <a:avLst/>
            </a:prstGeom>
            <a:noFill/>
            <a:ln w="25400">
              <a:solidFill>
                <a:srgbClr val="01050F"/>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Line 75">
              <a:extLst>
                <a:ext uri="{FF2B5EF4-FFF2-40B4-BE49-F238E27FC236}">
                  <a16:creationId xmlns:a16="http://schemas.microsoft.com/office/drawing/2014/main" id="{3E938F0B-08D7-4608-926F-182B9A986B6F}"/>
                </a:ext>
              </a:extLst>
            </p:cNvPr>
            <p:cNvSpPr>
              <a:spLocks noChangeShapeType="1"/>
            </p:cNvSpPr>
            <p:nvPr/>
          </p:nvSpPr>
          <p:spPr bwMode="auto">
            <a:xfrm flipV="1">
              <a:off x="4267200" y="3352800"/>
              <a:ext cx="0" cy="838200"/>
            </a:xfrm>
            <a:prstGeom prst="line">
              <a:avLst/>
            </a:prstGeom>
            <a:noFill/>
            <a:ln w="25400">
              <a:solidFill>
                <a:srgbClr val="01050F"/>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Line 76">
              <a:extLst>
                <a:ext uri="{FF2B5EF4-FFF2-40B4-BE49-F238E27FC236}">
                  <a16:creationId xmlns:a16="http://schemas.microsoft.com/office/drawing/2014/main" id="{4AB1EA43-FAC4-42BD-8361-5A0CCA8AFEC0}"/>
                </a:ext>
              </a:extLst>
            </p:cNvPr>
            <p:cNvSpPr>
              <a:spLocks noChangeShapeType="1"/>
            </p:cNvSpPr>
            <p:nvPr/>
          </p:nvSpPr>
          <p:spPr bwMode="auto">
            <a:xfrm flipV="1">
              <a:off x="4953000" y="3276600"/>
              <a:ext cx="0" cy="914400"/>
            </a:xfrm>
            <a:prstGeom prst="line">
              <a:avLst/>
            </a:prstGeom>
            <a:noFill/>
            <a:ln w="25400">
              <a:solidFill>
                <a:srgbClr val="01050F"/>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Line 77">
              <a:extLst>
                <a:ext uri="{FF2B5EF4-FFF2-40B4-BE49-F238E27FC236}">
                  <a16:creationId xmlns:a16="http://schemas.microsoft.com/office/drawing/2014/main" id="{A6EE5248-90E5-4BA4-AC51-609048C72A1E}"/>
                </a:ext>
              </a:extLst>
            </p:cNvPr>
            <p:cNvSpPr>
              <a:spLocks noChangeShapeType="1"/>
            </p:cNvSpPr>
            <p:nvPr/>
          </p:nvSpPr>
          <p:spPr bwMode="auto">
            <a:xfrm flipH="1">
              <a:off x="6324600" y="2514600"/>
              <a:ext cx="609600" cy="0"/>
            </a:xfrm>
            <a:prstGeom prst="line">
              <a:avLst/>
            </a:prstGeom>
            <a:noFill/>
            <a:ln w="25400">
              <a:solidFill>
                <a:srgbClr val="01050F"/>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80" name="Line 78">
              <a:extLst>
                <a:ext uri="{FF2B5EF4-FFF2-40B4-BE49-F238E27FC236}">
                  <a16:creationId xmlns:a16="http://schemas.microsoft.com/office/drawing/2014/main" id="{8669DC65-DA07-40E8-A63D-8C175B657EF7}"/>
                </a:ext>
              </a:extLst>
            </p:cNvPr>
            <p:cNvSpPr>
              <a:spLocks noChangeShapeType="1"/>
            </p:cNvSpPr>
            <p:nvPr/>
          </p:nvSpPr>
          <p:spPr bwMode="auto">
            <a:xfrm flipH="1">
              <a:off x="5181600" y="3657600"/>
              <a:ext cx="11430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81" name="Line 79">
              <a:extLst>
                <a:ext uri="{FF2B5EF4-FFF2-40B4-BE49-F238E27FC236}">
                  <a16:creationId xmlns:a16="http://schemas.microsoft.com/office/drawing/2014/main" id="{0B1A5344-A697-42AD-A727-6A01F40CD1D1}"/>
                </a:ext>
              </a:extLst>
            </p:cNvPr>
            <p:cNvSpPr>
              <a:spLocks noChangeShapeType="1"/>
            </p:cNvSpPr>
            <p:nvPr/>
          </p:nvSpPr>
          <p:spPr bwMode="auto">
            <a:xfrm flipV="1">
              <a:off x="5181600" y="3657600"/>
              <a:ext cx="0" cy="5334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Line 80">
              <a:extLst>
                <a:ext uri="{FF2B5EF4-FFF2-40B4-BE49-F238E27FC236}">
                  <a16:creationId xmlns:a16="http://schemas.microsoft.com/office/drawing/2014/main" id="{1F8B1409-3ACE-4339-85BA-69C5D337CE3C}"/>
                </a:ext>
              </a:extLst>
            </p:cNvPr>
            <p:cNvSpPr>
              <a:spLocks noChangeShapeType="1"/>
            </p:cNvSpPr>
            <p:nvPr/>
          </p:nvSpPr>
          <p:spPr bwMode="auto">
            <a:xfrm>
              <a:off x="3048000" y="5410200"/>
              <a:ext cx="457200" cy="0"/>
            </a:xfrm>
            <a:prstGeom prst="line">
              <a:avLst/>
            </a:prstGeom>
            <a:noFill/>
            <a:ln w="25400">
              <a:solidFill>
                <a:srgbClr val="01050F"/>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 name="Line 81">
              <a:extLst>
                <a:ext uri="{FF2B5EF4-FFF2-40B4-BE49-F238E27FC236}">
                  <a16:creationId xmlns:a16="http://schemas.microsoft.com/office/drawing/2014/main" id="{81F69950-0346-4ADB-A0EF-9DB48534660B}"/>
                </a:ext>
              </a:extLst>
            </p:cNvPr>
            <p:cNvSpPr>
              <a:spLocks noChangeShapeType="1"/>
            </p:cNvSpPr>
            <p:nvPr/>
          </p:nvSpPr>
          <p:spPr bwMode="auto">
            <a:xfrm>
              <a:off x="3505200" y="5410200"/>
              <a:ext cx="0" cy="6096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84" name="Line 82">
              <a:extLst>
                <a:ext uri="{FF2B5EF4-FFF2-40B4-BE49-F238E27FC236}">
                  <a16:creationId xmlns:a16="http://schemas.microsoft.com/office/drawing/2014/main" id="{665667E8-97CA-428E-99D0-2B20C7489510}"/>
                </a:ext>
              </a:extLst>
            </p:cNvPr>
            <p:cNvSpPr>
              <a:spLocks noChangeShapeType="1"/>
            </p:cNvSpPr>
            <p:nvPr/>
          </p:nvSpPr>
          <p:spPr bwMode="auto">
            <a:xfrm>
              <a:off x="5181600" y="6019800"/>
              <a:ext cx="0" cy="2286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85" name="Line 83">
              <a:extLst>
                <a:ext uri="{FF2B5EF4-FFF2-40B4-BE49-F238E27FC236}">
                  <a16:creationId xmlns:a16="http://schemas.microsoft.com/office/drawing/2014/main" id="{A1CA2EDA-E2DE-4565-9A51-C99B287CED62}"/>
                </a:ext>
              </a:extLst>
            </p:cNvPr>
            <p:cNvSpPr>
              <a:spLocks noChangeShapeType="1"/>
            </p:cNvSpPr>
            <p:nvPr/>
          </p:nvSpPr>
          <p:spPr bwMode="auto">
            <a:xfrm flipH="1">
              <a:off x="3505200" y="6019800"/>
              <a:ext cx="16764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86" name="Line 84">
              <a:extLst>
                <a:ext uri="{FF2B5EF4-FFF2-40B4-BE49-F238E27FC236}">
                  <a16:creationId xmlns:a16="http://schemas.microsoft.com/office/drawing/2014/main" id="{88439F7C-9E8D-415F-88E4-4161E5711165}"/>
                </a:ext>
              </a:extLst>
            </p:cNvPr>
            <p:cNvSpPr>
              <a:spLocks noChangeShapeType="1"/>
            </p:cNvSpPr>
            <p:nvPr/>
          </p:nvSpPr>
          <p:spPr bwMode="auto">
            <a:xfrm>
              <a:off x="5791200" y="5410200"/>
              <a:ext cx="0" cy="83820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87" name="Line 85">
              <a:extLst>
                <a:ext uri="{FF2B5EF4-FFF2-40B4-BE49-F238E27FC236}">
                  <a16:creationId xmlns:a16="http://schemas.microsoft.com/office/drawing/2014/main" id="{8E4CCA5D-46F2-4943-A90E-64C22EB626FF}"/>
                </a:ext>
              </a:extLst>
            </p:cNvPr>
            <p:cNvSpPr>
              <a:spLocks noChangeShapeType="1"/>
            </p:cNvSpPr>
            <p:nvPr/>
          </p:nvSpPr>
          <p:spPr bwMode="auto">
            <a:xfrm flipH="1">
              <a:off x="5791200" y="5410200"/>
              <a:ext cx="3810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88" name="Rectangle 86">
              <a:extLst>
                <a:ext uri="{FF2B5EF4-FFF2-40B4-BE49-F238E27FC236}">
                  <a16:creationId xmlns:a16="http://schemas.microsoft.com/office/drawing/2014/main" id="{9B43C9E7-4EEF-4CEF-8199-E9EBF3F4C6D4}"/>
                </a:ext>
              </a:extLst>
            </p:cNvPr>
            <p:cNvSpPr>
              <a:spLocks noChangeArrowheads="1"/>
            </p:cNvSpPr>
            <p:nvPr/>
          </p:nvSpPr>
          <p:spPr bwMode="auto">
            <a:xfrm>
              <a:off x="1828800" y="1682932"/>
              <a:ext cx="2968364" cy="624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eaLnBrk="0" hangingPunct="0"/>
              <a:r>
                <a:rPr lang="zh-CN" altLang="en-US" sz="2800" b="1" dirty="0">
                  <a:solidFill>
                    <a:srgbClr val="E80029"/>
                  </a:solidFill>
                  <a:latin typeface="黑体" panose="02010609060101010101" pitchFamily="49" charset="-122"/>
                  <a:ea typeface="黑体" panose="02010609060101010101" pitchFamily="49" charset="-122"/>
                </a:rPr>
                <a:t>教材入库信息</a:t>
              </a:r>
            </a:p>
          </p:txBody>
        </p:sp>
      </p:grpSp>
    </p:spTree>
    <p:extLst>
      <p:ext uri="{BB962C8B-B14F-4D97-AF65-F5344CB8AC3E}">
        <p14:creationId xmlns:p14="http://schemas.microsoft.com/office/powerpoint/2010/main" val="6968035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253D73-89FE-40F8-B369-295DC4DEA3F2}"/>
              </a:ext>
            </a:extLst>
          </p:cNvPr>
          <p:cNvSpPr>
            <a:spLocks noGrp="1"/>
          </p:cNvSpPr>
          <p:nvPr>
            <p:ph type="title"/>
          </p:nvPr>
        </p:nvSpPr>
        <p:spPr/>
        <p:txBody>
          <a:bodyPr/>
          <a:lstStyle/>
          <a:p>
            <a:r>
              <a:rPr lang="zh-CN" altLang="en-US" dirty="0">
                <a:solidFill>
                  <a:schemeClr val="tx1"/>
                </a:solidFill>
              </a:rPr>
              <a:t>第三层</a:t>
            </a:r>
            <a:r>
              <a:rPr lang="en-US" altLang="zh-CN" dirty="0">
                <a:solidFill>
                  <a:schemeClr val="tx1"/>
                </a:solidFill>
              </a:rPr>
              <a:t>DFD (1</a:t>
            </a:r>
            <a:r>
              <a:rPr lang="zh-CN" altLang="en-US" dirty="0">
                <a:solidFill>
                  <a:schemeClr val="tx1"/>
                </a:solidFill>
              </a:rPr>
              <a:t>层</a:t>
            </a:r>
            <a:r>
              <a:rPr lang="en-US" altLang="zh-CN" dirty="0">
                <a:solidFill>
                  <a:schemeClr val="tx1"/>
                </a:solidFill>
              </a:rPr>
              <a:t>)   </a:t>
            </a:r>
            <a:r>
              <a:rPr lang="zh-CN" altLang="en-US" dirty="0">
                <a:solidFill>
                  <a:schemeClr val="tx1"/>
                </a:solidFill>
              </a:rPr>
              <a:t>采购子系统</a:t>
            </a:r>
            <a:r>
              <a:rPr lang="en-US" altLang="zh-CN" dirty="0">
                <a:solidFill>
                  <a:schemeClr val="tx1"/>
                </a:solidFill>
              </a:rPr>
              <a:t>(2.0) </a:t>
            </a:r>
            <a:endParaRPr lang="zh-CN" altLang="en-US" dirty="0"/>
          </a:p>
        </p:txBody>
      </p:sp>
      <p:sp>
        <p:nvSpPr>
          <p:cNvPr id="3" name="内容占位符 2">
            <a:extLst>
              <a:ext uri="{FF2B5EF4-FFF2-40B4-BE49-F238E27FC236}">
                <a16:creationId xmlns:a16="http://schemas.microsoft.com/office/drawing/2014/main" id="{E70DDF68-A0D6-4606-B8AB-82DC2B597628}"/>
              </a:ext>
            </a:extLst>
          </p:cNvPr>
          <p:cNvSpPr>
            <a:spLocks noGrp="1"/>
          </p:cNvSpPr>
          <p:nvPr>
            <p:ph idx="1"/>
          </p:nvPr>
        </p:nvSpPr>
        <p:spPr>
          <a:xfrm>
            <a:off x="457199" y="2607986"/>
            <a:ext cx="8610600" cy="4173804"/>
          </a:xfrm>
          <a:solidFill>
            <a:schemeClr val="bg1"/>
          </a:solidFill>
        </p:spPr>
        <p:txBody>
          <a:bodyPr/>
          <a:lstStyle/>
          <a:p>
            <a:endParaRPr lang="zh-CN" altLang="en-US" dirty="0"/>
          </a:p>
        </p:txBody>
      </p:sp>
      <p:grpSp>
        <p:nvGrpSpPr>
          <p:cNvPr id="5" name="组合 4">
            <a:extLst>
              <a:ext uri="{FF2B5EF4-FFF2-40B4-BE49-F238E27FC236}">
                <a16:creationId xmlns:a16="http://schemas.microsoft.com/office/drawing/2014/main" id="{2DECE3D1-BB3A-4B36-BC45-0BB50D074F31}"/>
              </a:ext>
            </a:extLst>
          </p:cNvPr>
          <p:cNvGrpSpPr/>
          <p:nvPr/>
        </p:nvGrpSpPr>
        <p:grpSpPr>
          <a:xfrm>
            <a:off x="457198" y="1597037"/>
            <a:ext cx="8778161" cy="5204019"/>
            <a:chOff x="0" y="575879"/>
            <a:chExt cx="9241184" cy="6228969"/>
          </a:xfrm>
        </p:grpSpPr>
        <p:sp>
          <p:nvSpPr>
            <p:cNvPr id="6" name="Rectangle 2">
              <a:extLst>
                <a:ext uri="{FF2B5EF4-FFF2-40B4-BE49-F238E27FC236}">
                  <a16:creationId xmlns:a16="http://schemas.microsoft.com/office/drawing/2014/main" id="{25E95EF6-18B7-4017-8A48-2C640D84BB4C}"/>
                </a:ext>
              </a:extLst>
            </p:cNvPr>
            <p:cNvSpPr>
              <a:spLocks noChangeArrowheads="1"/>
            </p:cNvSpPr>
            <p:nvPr/>
          </p:nvSpPr>
          <p:spPr bwMode="auto">
            <a:xfrm>
              <a:off x="2847694" y="1106201"/>
              <a:ext cx="2225675" cy="106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2600" b="1" dirty="0">
                  <a:solidFill>
                    <a:srgbClr val="01050F"/>
                  </a:solidFill>
                  <a:latin typeface="黑体" panose="02010609060101010101" pitchFamily="49" charset="-122"/>
                  <a:ea typeface="黑体" panose="02010609060101010101" pitchFamily="49" charset="-122"/>
                </a:rPr>
                <a:t> </a:t>
              </a:r>
              <a:r>
                <a:rPr lang="zh-CN" altLang="en-US" sz="2600" b="1" dirty="0">
                  <a:solidFill>
                    <a:srgbClr val="01050F"/>
                  </a:solidFill>
                  <a:latin typeface="黑体" panose="02010609060101010101" pitchFamily="49" charset="-122"/>
                  <a:ea typeface="黑体" panose="02010609060101010101" pitchFamily="49" charset="-122"/>
                </a:rPr>
                <a:t>按书号</a:t>
              </a:r>
            </a:p>
            <a:p>
              <a:pPr eaLnBrk="0" hangingPunct="0"/>
              <a:r>
                <a:rPr lang="zh-CN" altLang="en-US" sz="2600" b="1" dirty="0">
                  <a:solidFill>
                    <a:srgbClr val="01050F"/>
                  </a:solidFill>
                  <a:latin typeface="黑体" panose="02010609060101010101" pitchFamily="49" charset="-122"/>
                  <a:ea typeface="黑体" panose="02010609060101010101" pitchFamily="49" charset="-122"/>
                </a:rPr>
                <a:t>汇总缺书</a:t>
              </a:r>
            </a:p>
          </p:txBody>
        </p:sp>
        <p:sp>
          <p:nvSpPr>
            <p:cNvPr id="7" name="Rectangle 3">
              <a:extLst>
                <a:ext uri="{FF2B5EF4-FFF2-40B4-BE49-F238E27FC236}">
                  <a16:creationId xmlns:a16="http://schemas.microsoft.com/office/drawing/2014/main" id="{8C236CEA-E4AD-47A6-B83C-0FC744723CF8}"/>
                </a:ext>
              </a:extLst>
            </p:cNvPr>
            <p:cNvSpPr>
              <a:spLocks noChangeArrowheads="1"/>
            </p:cNvSpPr>
            <p:nvPr/>
          </p:nvSpPr>
          <p:spPr bwMode="auto">
            <a:xfrm>
              <a:off x="3200400" y="575879"/>
              <a:ext cx="1143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600" b="1" dirty="0">
                  <a:solidFill>
                    <a:srgbClr val="01050F"/>
                  </a:solidFill>
                  <a:latin typeface="黑体" panose="02010609060101010101" pitchFamily="49" charset="-122"/>
                  <a:ea typeface="黑体" panose="02010609060101010101" pitchFamily="49" charset="-122"/>
                </a:rPr>
                <a:t>2.1</a:t>
              </a:r>
            </a:p>
          </p:txBody>
        </p:sp>
        <p:sp>
          <p:nvSpPr>
            <p:cNvPr id="8" name="Rectangle 4">
              <a:extLst>
                <a:ext uri="{FF2B5EF4-FFF2-40B4-BE49-F238E27FC236}">
                  <a16:creationId xmlns:a16="http://schemas.microsoft.com/office/drawing/2014/main" id="{1B0383BA-0AAF-4FC0-9037-172662AB845A}"/>
                </a:ext>
              </a:extLst>
            </p:cNvPr>
            <p:cNvSpPr>
              <a:spLocks noChangeArrowheads="1"/>
            </p:cNvSpPr>
            <p:nvPr/>
          </p:nvSpPr>
          <p:spPr bwMode="auto">
            <a:xfrm>
              <a:off x="3818018" y="4416318"/>
              <a:ext cx="1219200" cy="641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600" b="1" dirty="0">
                  <a:solidFill>
                    <a:srgbClr val="01050F"/>
                  </a:solidFill>
                  <a:latin typeface="黑体" panose="02010609060101010101" pitchFamily="49" charset="-122"/>
                  <a:ea typeface="黑体" panose="02010609060101010101" pitchFamily="49" charset="-122"/>
                </a:rPr>
                <a:t>2.3</a:t>
              </a:r>
            </a:p>
          </p:txBody>
        </p:sp>
        <p:sp>
          <p:nvSpPr>
            <p:cNvPr id="9" name="AutoShape 6">
              <a:extLst>
                <a:ext uri="{FF2B5EF4-FFF2-40B4-BE49-F238E27FC236}">
                  <a16:creationId xmlns:a16="http://schemas.microsoft.com/office/drawing/2014/main" id="{43207D47-9B46-4E3C-9B96-AFF753191297}"/>
                </a:ext>
              </a:extLst>
            </p:cNvPr>
            <p:cNvSpPr>
              <a:spLocks noChangeArrowheads="1"/>
            </p:cNvSpPr>
            <p:nvPr/>
          </p:nvSpPr>
          <p:spPr bwMode="auto">
            <a:xfrm>
              <a:off x="2603500" y="774700"/>
              <a:ext cx="2184400" cy="1879600"/>
            </a:xfrm>
            <a:prstGeom prst="roundRect">
              <a:avLst>
                <a:gd name="adj" fmla="val 12495"/>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0" name="Line 7">
              <a:extLst>
                <a:ext uri="{FF2B5EF4-FFF2-40B4-BE49-F238E27FC236}">
                  <a16:creationId xmlns:a16="http://schemas.microsoft.com/office/drawing/2014/main" id="{7243A677-DE7A-4E41-8C69-D26E4DB47B77}"/>
                </a:ext>
              </a:extLst>
            </p:cNvPr>
            <p:cNvSpPr>
              <a:spLocks noChangeShapeType="1"/>
            </p:cNvSpPr>
            <p:nvPr/>
          </p:nvSpPr>
          <p:spPr bwMode="auto">
            <a:xfrm>
              <a:off x="2590800" y="1219200"/>
              <a:ext cx="2209800"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1" name="AutoShape 8">
              <a:extLst>
                <a:ext uri="{FF2B5EF4-FFF2-40B4-BE49-F238E27FC236}">
                  <a16:creationId xmlns:a16="http://schemas.microsoft.com/office/drawing/2014/main" id="{06A13100-A5F6-4BE4-A088-BA9E8C7F832E}"/>
                </a:ext>
              </a:extLst>
            </p:cNvPr>
            <p:cNvSpPr>
              <a:spLocks noChangeArrowheads="1"/>
            </p:cNvSpPr>
            <p:nvPr/>
          </p:nvSpPr>
          <p:spPr bwMode="auto">
            <a:xfrm>
              <a:off x="3213100" y="4584700"/>
              <a:ext cx="1955800" cy="1879600"/>
            </a:xfrm>
            <a:prstGeom prst="roundRect">
              <a:avLst>
                <a:gd name="adj" fmla="val 12495"/>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2" name="Line 9">
              <a:extLst>
                <a:ext uri="{FF2B5EF4-FFF2-40B4-BE49-F238E27FC236}">
                  <a16:creationId xmlns:a16="http://schemas.microsoft.com/office/drawing/2014/main" id="{F79C571D-52B0-45F7-9A22-D09EFA4DBFAE}"/>
                </a:ext>
              </a:extLst>
            </p:cNvPr>
            <p:cNvSpPr>
              <a:spLocks noChangeShapeType="1"/>
            </p:cNvSpPr>
            <p:nvPr/>
          </p:nvSpPr>
          <p:spPr bwMode="auto">
            <a:xfrm>
              <a:off x="3200400" y="5029200"/>
              <a:ext cx="1981200"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3" name="Line 10">
              <a:extLst>
                <a:ext uri="{FF2B5EF4-FFF2-40B4-BE49-F238E27FC236}">
                  <a16:creationId xmlns:a16="http://schemas.microsoft.com/office/drawing/2014/main" id="{63EDA8AD-2E09-4FC5-B7E0-CAD030F19FBA}"/>
                </a:ext>
              </a:extLst>
            </p:cNvPr>
            <p:cNvSpPr>
              <a:spLocks noChangeShapeType="1"/>
            </p:cNvSpPr>
            <p:nvPr/>
          </p:nvSpPr>
          <p:spPr bwMode="auto">
            <a:xfrm>
              <a:off x="5181600" y="5638800"/>
              <a:ext cx="1981200" cy="0"/>
            </a:xfrm>
            <a:prstGeom prst="line">
              <a:avLst/>
            </a:prstGeom>
            <a:noFill/>
            <a:ln w="25400">
              <a:solidFill>
                <a:srgbClr val="01050F"/>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4" name="Line 11">
              <a:extLst>
                <a:ext uri="{FF2B5EF4-FFF2-40B4-BE49-F238E27FC236}">
                  <a16:creationId xmlns:a16="http://schemas.microsoft.com/office/drawing/2014/main" id="{347CB276-EF8C-4203-A339-2DF3DAB805EB}"/>
                </a:ext>
              </a:extLst>
            </p:cNvPr>
            <p:cNvSpPr>
              <a:spLocks noChangeShapeType="1"/>
            </p:cNvSpPr>
            <p:nvPr/>
          </p:nvSpPr>
          <p:spPr bwMode="auto">
            <a:xfrm>
              <a:off x="3124200" y="3276600"/>
              <a:ext cx="25908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2">
              <a:extLst>
                <a:ext uri="{FF2B5EF4-FFF2-40B4-BE49-F238E27FC236}">
                  <a16:creationId xmlns:a16="http://schemas.microsoft.com/office/drawing/2014/main" id="{A7DFBFCE-2114-42B2-BF45-82858BB65E46}"/>
                </a:ext>
              </a:extLst>
            </p:cNvPr>
            <p:cNvSpPr>
              <a:spLocks noChangeShapeType="1"/>
            </p:cNvSpPr>
            <p:nvPr/>
          </p:nvSpPr>
          <p:spPr bwMode="auto">
            <a:xfrm>
              <a:off x="3124200" y="3810000"/>
              <a:ext cx="25908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13">
              <a:extLst>
                <a:ext uri="{FF2B5EF4-FFF2-40B4-BE49-F238E27FC236}">
                  <a16:creationId xmlns:a16="http://schemas.microsoft.com/office/drawing/2014/main" id="{78F25C72-1BD7-4E97-A220-379A48D2C9F6}"/>
                </a:ext>
              </a:extLst>
            </p:cNvPr>
            <p:cNvSpPr>
              <a:spLocks noChangeShapeType="1"/>
            </p:cNvSpPr>
            <p:nvPr/>
          </p:nvSpPr>
          <p:spPr bwMode="auto">
            <a:xfrm>
              <a:off x="3124200" y="3276600"/>
              <a:ext cx="0" cy="5334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7" name="Line 14">
              <a:extLst>
                <a:ext uri="{FF2B5EF4-FFF2-40B4-BE49-F238E27FC236}">
                  <a16:creationId xmlns:a16="http://schemas.microsoft.com/office/drawing/2014/main" id="{A01BD165-FF3D-44A8-A194-3D48944ABC24}"/>
                </a:ext>
              </a:extLst>
            </p:cNvPr>
            <p:cNvSpPr>
              <a:spLocks noChangeShapeType="1"/>
            </p:cNvSpPr>
            <p:nvPr/>
          </p:nvSpPr>
          <p:spPr bwMode="auto">
            <a:xfrm>
              <a:off x="3657600" y="3276600"/>
              <a:ext cx="0" cy="53340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8" name="Rectangle 15">
              <a:extLst>
                <a:ext uri="{FF2B5EF4-FFF2-40B4-BE49-F238E27FC236}">
                  <a16:creationId xmlns:a16="http://schemas.microsoft.com/office/drawing/2014/main" id="{E260C5DF-19E4-444E-8EAF-E83083C8A7E8}"/>
                </a:ext>
              </a:extLst>
            </p:cNvPr>
            <p:cNvSpPr>
              <a:spLocks noChangeArrowheads="1"/>
            </p:cNvSpPr>
            <p:nvPr/>
          </p:nvSpPr>
          <p:spPr bwMode="auto">
            <a:xfrm>
              <a:off x="3641725" y="3199605"/>
              <a:ext cx="2094258" cy="627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en-US" sz="2800" b="1">
                  <a:solidFill>
                    <a:srgbClr val="01050F"/>
                  </a:solidFill>
                  <a:latin typeface="黑体" panose="02010609060101010101" pitchFamily="49" charset="-122"/>
                  <a:ea typeface="黑体" panose="02010609060101010101" pitchFamily="49" charset="-122"/>
                </a:rPr>
                <a:t>待购教材表</a:t>
              </a:r>
            </a:p>
          </p:txBody>
        </p:sp>
        <p:sp>
          <p:nvSpPr>
            <p:cNvPr id="19" name="Rectangle 16">
              <a:extLst>
                <a:ext uri="{FF2B5EF4-FFF2-40B4-BE49-F238E27FC236}">
                  <a16:creationId xmlns:a16="http://schemas.microsoft.com/office/drawing/2014/main" id="{0BDF7587-34C4-499C-BBFC-1B85F63296AF}"/>
                </a:ext>
              </a:extLst>
            </p:cNvPr>
            <p:cNvSpPr>
              <a:spLocks noChangeArrowheads="1"/>
            </p:cNvSpPr>
            <p:nvPr/>
          </p:nvSpPr>
          <p:spPr bwMode="auto">
            <a:xfrm>
              <a:off x="3108325" y="3170238"/>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200" b="1">
                  <a:solidFill>
                    <a:srgbClr val="01050F"/>
                  </a:solidFill>
                  <a:latin typeface="黑体" panose="02010609060101010101" pitchFamily="49" charset="-122"/>
                  <a:ea typeface="黑体" panose="02010609060101010101" pitchFamily="49" charset="-122"/>
                </a:rPr>
                <a:t>F5</a:t>
              </a:r>
            </a:p>
          </p:txBody>
        </p:sp>
        <p:sp>
          <p:nvSpPr>
            <p:cNvPr id="20" name="Line 17">
              <a:extLst>
                <a:ext uri="{FF2B5EF4-FFF2-40B4-BE49-F238E27FC236}">
                  <a16:creationId xmlns:a16="http://schemas.microsoft.com/office/drawing/2014/main" id="{A55F4017-2453-4645-810D-1CAD6B3BDEB2}"/>
                </a:ext>
              </a:extLst>
            </p:cNvPr>
            <p:cNvSpPr>
              <a:spLocks noChangeShapeType="1"/>
            </p:cNvSpPr>
            <p:nvPr/>
          </p:nvSpPr>
          <p:spPr bwMode="auto">
            <a:xfrm>
              <a:off x="6629400" y="3276600"/>
              <a:ext cx="24384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8">
              <a:extLst>
                <a:ext uri="{FF2B5EF4-FFF2-40B4-BE49-F238E27FC236}">
                  <a16:creationId xmlns:a16="http://schemas.microsoft.com/office/drawing/2014/main" id="{A5B264F8-C2E6-431A-A9FD-9F07C77AA2AD}"/>
                </a:ext>
              </a:extLst>
            </p:cNvPr>
            <p:cNvSpPr>
              <a:spLocks noChangeShapeType="1"/>
            </p:cNvSpPr>
            <p:nvPr/>
          </p:nvSpPr>
          <p:spPr bwMode="auto">
            <a:xfrm>
              <a:off x="6629400" y="3810000"/>
              <a:ext cx="24384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19">
              <a:extLst>
                <a:ext uri="{FF2B5EF4-FFF2-40B4-BE49-F238E27FC236}">
                  <a16:creationId xmlns:a16="http://schemas.microsoft.com/office/drawing/2014/main" id="{F74E7689-ADDC-4698-A350-77D986EAE997}"/>
                </a:ext>
              </a:extLst>
            </p:cNvPr>
            <p:cNvSpPr>
              <a:spLocks noChangeShapeType="1"/>
            </p:cNvSpPr>
            <p:nvPr/>
          </p:nvSpPr>
          <p:spPr bwMode="auto">
            <a:xfrm>
              <a:off x="6629400" y="3276600"/>
              <a:ext cx="0" cy="5334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3" name="Line 20">
              <a:extLst>
                <a:ext uri="{FF2B5EF4-FFF2-40B4-BE49-F238E27FC236}">
                  <a16:creationId xmlns:a16="http://schemas.microsoft.com/office/drawing/2014/main" id="{DE14EDEB-4726-4C61-B27F-E1FFFA7B206A}"/>
                </a:ext>
              </a:extLst>
            </p:cNvPr>
            <p:cNvSpPr>
              <a:spLocks noChangeShapeType="1"/>
            </p:cNvSpPr>
            <p:nvPr/>
          </p:nvSpPr>
          <p:spPr bwMode="auto">
            <a:xfrm>
              <a:off x="7162800" y="3276600"/>
              <a:ext cx="0" cy="53340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4" name="Rectangle 21">
              <a:extLst>
                <a:ext uri="{FF2B5EF4-FFF2-40B4-BE49-F238E27FC236}">
                  <a16:creationId xmlns:a16="http://schemas.microsoft.com/office/drawing/2014/main" id="{D4CF9399-644E-4E67-9987-D728257D3C18}"/>
                </a:ext>
              </a:extLst>
            </p:cNvPr>
            <p:cNvSpPr>
              <a:spLocks noChangeArrowheads="1"/>
            </p:cNvSpPr>
            <p:nvPr/>
          </p:nvSpPr>
          <p:spPr bwMode="auto">
            <a:xfrm>
              <a:off x="7146926" y="3199605"/>
              <a:ext cx="2094258" cy="627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en-US" sz="2800" b="1">
                  <a:solidFill>
                    <a:srgbClr val="01050F"/>
                  </a:solidFill>
                  <a:latin typeface="黑体" panose="02010609060101010101" pitchFamily="49" charset="-122"/>
                  <a:ea typeface="黑体" panose="02010609060101010101" pitchFamily="49" charset="-122"/>
                </a:rPr>
                <a:t>教材一览表</a:t>
              </a:r>
            </a:p>
          </p:txBody>
        </p:sp>
        <p:sp>
          <p:nvSpPr>
            <p:cNvPr id="25" name="Rectangle 22">
              <a:extLst>
                <a:ext uri="{FF2B5EF4-FFF2-40B4-BE49-F238E27FC236}">
                  <a16:creationId xmlns:a16="http://schemas.microsoft.com/office/drawing/2014/main" id="{6A6F80FC-4C1E-466A-A8AE-CFED7B9B2ED5}"/>
                </a:ext>
              </a:extLst>
            </p:cNvPr>
            <p:cNvSpPr>
              <a:spLocks noChangeArrowheads="1"/>
            </p:cNvSpPr>
            <p:nvPr/>
          </p:nvSpPr>
          <p:spPr bwMode="auto">
            <a:xfrm>
              <a:off x="6613525" y="3170238"/>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200" b="1">
                  <a:solidFill>
                    <a:srgbClr val="01050F"/>
                  </a:solidFill>
                  <a:latin typeface="黑体" panose="02010609060101010101" pitchFamily="49" charset="-122"/>
                  <a:ea typeface="黑体" panose="02010609060101010101" pitchFamily="49" charset="-122"/>
                </a:rPr>
                <a:t>F6</a:t>
              </a:r>
            </a:p>
          </p:txBody>
        </p:sp>
        <p:sp>
          <p:nvSpPr>
            <p:cNvPr id="26" name="Line 23">
              <a:extLst>
                <a:ext uri="{FF2B5EF4-FFF2-40B4-BE49-F238E27FC236}">
                  <a16:creationId xmlns:a16="http://schemas.microsoft.com/office/drawing/2014/main" id="{3A4304D5-D23C-476C-A4B0-FD587B3ED57B}"/>
                </a:ext>
              </a:extLst>
            </p:cNvPr>
            <p:cNvSpPr>
              <a:spLocks noChangeShapeType="1"/>
            </p:cNvSpPr>
            <p:nvPr/>
          </p:nvSpPr>
          <p:spPr bwMode="auto">
            <a:xfrm>
              <a:off x="2590800" y="2286000"/>
              <a:ext cx="2209800"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7" name="Line 24">
              <a:extLst>
                <a:ext uri="{FF2B5EF4-FFF2-40B4-BE49-F238E27FC236}">
                  <a16:creationId xmlns:a16="http://schemas.microsoft.com/office/drawing/2014/main" id="{17D3E36F-06DC-4334-9FC3-5BF575E4415E}"/>
                </a:ext>
              </a:extLst>
            </p:cNvPr>
            <p:cNvSpPr>
              <a:spLocks noChangeShapeType="1"/>
            </p:cNvSpPr>
            <p:nvPr/>
          </p:nvSpPr>
          <p:spPr bwMode="auto">
            <a:xfrm>
              <a:off x="3200400" y="6096000"/>
              <a:ext cx="1981200"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useBgFill="1">
          <p:nvSpPr>
            <p:cNvPr id="28" name="Rectangle 25">
              <a:extLst>
                <a:ext uri="{FF2B5EF4-FFF2-40B4-BE49-F238E27FC236}">
                  <a16:creationId xmlns:a16="http://schemas.microsoft.com/office/drawing/2014/main" id="{E6C664E1-FA25-4503-8064-B044A83620A6}"/>
                </a:ext>
              </a:extLst>
            </p:cNvPr>
            <p:cNvSpPr>
              <a:spLocks noChangeArrowheads="1"/>
            </p:cNvSpPr>
            <p:nvPr/>
          </p:nvSpPr>
          <p:spPr bwMode="auto">
            <a:xfrm>
              <a:off x="7251700" y="4356100"/>
              <a:ext cx="812800" cy="2336800"/>
            </a:xfrm>
            <a:prstGeom prst="rect">
              <a:avLst/>
            </a:prstGeom>
            <a:ln>
              <a:noFill/>
            </a:ln>
            <a:effectLst/>
            <a:extLst>
              <a:ext uri="{91240B29-F687-4F45-9708-019B960494DF}">
                <a14:hiddenLine xmlns:a14="http://schemas.microsoft.com/office/drawing/2010/main" w="25400">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zh-CN" altLang="zh-CN" sz="2800">
                <a:solidFill>
                  <a:srgbClr val="01050F"/>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29" name="Rectangle 26">
              <a:extLst>
                <a:ext uri="{FF2B5EF4-FFF2-40B4-BE49-F238E27FC236}">
                  <a16:creationId xmlns:a16="http://schemas.microsoft.com/office/drawing/2014/main" id="{71295B7D-9D11-4DEA-B333-CC6684F4ED97}"/>
                </a:ext>
              </a:extLst>
            </p:cNvPr>
            <p:cNvSpPr>
              <a:spLocks noChangeArrowheads="1"/>
            </p:cNvSpPr>
            <p:nvPr/>
          </p:nvSpPr>
          <p:spPr bwMode="auto">
            <a:xfrm>
              <a:off x="7270750" y="4114801"/>
              <a:ext cx="838200" cy="2690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2800" b="1" dirty="0">
                  <a:solidFill>
                    <a:srgbClr val="01050F"/>
                  </a:solidFill>
                  <a:latin typeface="黑体" panose="02010609060101010101" pitchFamily="49" charset="-122"/>
                  <a:ea typeface="黑体" panose="02010609060101010101" pitchFamily="49" charset="-122"/>
                </a:rPr>
                <a:t>书库</a:t>
              </a:r>
              <a:endParaRPr lang="zh-CN" altLang="en-US" sz="2800" b="1" dirty="0">
                <a:latin typeface="黑体" panose="02010609060101010101" pitchFamily="49" charset="-122"/>
                <a:ea typeface="黑体" panose="02010609060101010101" pitchFamily="49" charset="-122"/>
              </a:endParaRPr>
            </a:p>
            <a:p>
              <a:pPr eaLnBrk="0" hangingPunct="0"/>
              <a:r>
                <a:rPr lang="zh-CN" altLang="en-US" sz="2800" b="1" dirty="0">
                  <a:solidFill>
                    <a:srgbClr val="01050F"/>
                  </a:solidFill>
                  <a:latin typeface="黑体" panose="02010609060101010101" pitchFamily="49" charset="-122"/>
                  <a:ea typeface="黑体" panose="02010609060101010101" pitchFamily="49" charset="-122"/>
                </a:rPr>
                <a:t>保</a:t>
              </a:r>
            </a:p>
            <a:p>
              <a:pPr eaLnBrk="0" hangingPunct="0"/>
              <a:r>
                <a:rPr lang="zh-CN" altLang="en-US" sz="2800" b="1" dirty="0">
                  <a:solidFill>
                    <a:srgbClr val="01050F"/>
                  </a:solidFill>
                  <a:latin typeface="黑体" panose="02010609060101010101" pitchFamily="49" charset="-122"/>
                  <a:ea typeface="黑体" panose="02010609060101010101" pitchFamily="49" charset="-122"/>
                </a:rPr>
                <a:t>管</a:t>
              </a:r>
            </a:p>
            <a:p>
              <a:pPr eaLnBrk="0" hangingPunct="0"/>
              <a:r>
                <a:rPr lang="zh-CN" altLang="en-US" sz="2800" b="1" dirty="0">
                  <a:solidFill>
                    <a:srgbClr val="01050F"/>
                  </a:solidFill>
                  <a:latin typeface="黑体" panose="02010609060101010101" pitchFamily="49" charset="-122"/>
                  <a:ea typeface="黑体" panose="02010609060101010101" pitchFamily="49" charset="-122"/>
                </a:rPr>
                <a:t>员</a:t>
              </a:r>
              <a:endParaRPr lang="zh-CN" altLang="en-US" sz="2800" b="1" dirty="0">
                <a:latin typeface="黑体" panose="02010609060101010101" pitchFamily="49" charset="-122"/>
                <a:ea typeface="黑体" panose="02010609060101010101" pitchFamily="49" charset="-122"/>
              </a:endParaRPr>
            </a:p>
          </p:txBody>
        </p:sp>
        <p:sp>
          <p:nvSpPr>
            <p:cNvPr id="30" name="Line 27">
              <a:extLst>
                <a:ext uri="{FF2B5EF4-FFF2-40B4-BE49-F238E27FC236}">
                  <a16:creationId xmlns:a16="http://schemas.microsoft.com/office/drawing/2014/main" id="{732A4809-EFE2-423C-9FF1-0CD9698FE72B}"/>
                </a:ext>
              </a:extLst>
            </p:cNvPr>
            <p:cNvSpPr>
              <a:spLocks noChangeShapeType="1"/>
            </p:cNvSpPr>
            <p:nvPr/>
          </p:nvSpPr>
          <p:spPr bwMode="auto">
            <a:xfrm>
              <a:off x="7162800" y="4419600"/>
              <a:ext cx="0" cy="23622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28">
              <a:extLst>
                <a:ext uri="{FF2B5EF4-FFF2-40B4-BE49-F238E27FC236}">
                  <a16:creationId xmlns:a16="http://schemas.microsoft.com/office/drawing/2014/main" id="{746F4BE9-9FFC-4E04-8BC6-2420509F93F4}"/>
                </a:ext>
              </a:extLst>
            </p:cNvPr>
            <p:cNvSpPr>
              <a:spLocks noChangeShapeType="1"/>
            </p:cNvSpPr>
            <p:nvPr/>
          </p:nvSpPr>
          <p:spPr bwMode="auto">
            <a:xfrm>
              <a:off x="7162800" y="6781800"/>
              <a:ext cx="9144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2" name="Rectangle 29">
              <a:extLst>
                <a:ext uri="{FF2B5EF4-FFF2-40B4-BE49-F238E27FC236}">
                  <a16:creationId xmlns:a16="http://schemas.microsoft.com/office/drawing/2014/main" id="{AFB3E6CB-5231-48E1-8D0C-FEEA0EBE3B8A}"/>
                </a:ext>
              </a:extLst>
            </p:cNvPr>
            <p:cNvSpPr>
              <a:spLocks noChangeArrowheads="1"/>
            </p:cNvSpPr>
            <p:nvPr/>
          </p:nvSpPr>
          <p:spPr bwMode="auto">
            <a:xfrm>
              <a:off x="5334000" y="4967288"/>
              <a:ext cx="2209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rgbClr val="FC0128"/>
                  </a:solidFill>
                  <a:latin typeface="黑体" panose="02010609060101010101" pitchFamily="49" charset="-122"/>
                  <a:ea typeface="黑体" panose="02010609060101010101" pitchFamily="49" charset="-122"/>
                </a:rPr>
                <a:t>进书通知</a:t>
              </a:r>
            </a:p>
          </p:txBody>
        </p:sp>
        <p:sp>
          <p:nvSpPr>
            <p:cNvPr id="33" name="Line 30">
              <a:extLst>
                <a:ext uri="{FF2B5EF4-FFF2-40B4-BE49-F238E27FC236}">
                  <a16:creationId xmlns:a16="http://schemas.microsoft.com/office/drawing/2014/main" id="{8EF9DE5C-2356-4EF9-89E7-B89A24407018}"/>
                </a:ext>
              </a:extLst>
            </p:cNvPr>
            <p:cNvSpPr>
              <a:spLocks noChangeShapeType="1"/>
            </p:cNvSpPr>
            <p:nvPr/>
          </p:nvSpPr>
          <p:spPr bwMode="auto">
            <a:xfrm>
              <a:off x="0" y="5562600"/>
              <a:ext cx="3200400" cy="0"/>
            </a:xfrm>
            <a:prstGeom prst="line">
              <a:avLst/>
            </a:prstGeom>
            <a:noFill/>
            <a:ln w="25400">
              <a:solidFill>
                <a:srgbClr val="01050F"/>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4" name="Line 31">
              <a:extLst>
                <a:ext uri="{FF2B5EF4-FFF2-40B4-BE49-F238E27FC236}">
                  <a16:creationId xmlns:a16="http://schemas.microsoft.com/office/drawing/2014/main" id="{E1731C0F-7E62-47A2-B78D-1F4B5C4BE17E}"/>
                </a:ext>
              </a:extLst>
            </p:cNvPr>
            <p:cNvSpPr>
              <a:spLocks noChangeShapeType="1"/>
            </p:cNvSpPr>
            <p:nvPr/>
          </p:nvSpPr>
          <p:spPr bwMode="auto">
            <a:xfrm>
              <a:off x="1905000" y="3810000"/>
              <a:ext cx="0" cy="838200"/>
            </a:xfrm>
            <a:prstGeom prst="line">
              <a:avLst/>
            </a:prstGeom>
            <a:noFill/>
            <a:ln w="25400">
              <a:solidFill>
                <a:srgbClr val="01050F"/>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32">
              <a:extLst>
                <a:ext uri="{FF2B5EF4-FFF2-40B4-BE49-F238E27FC236}">
                  <a16:creationId xmlns:a16="http://schemas.microsoft.com/office/drawing/2014/main" id="{0675DF25-81A3-4434-961F-C8B4489EC2F9}"/>
                </a:ext>
              </a:extLst>
            </p:cNvPr>
            <p:cNvSpPr>
              <a:spLocks noChangeShapeType="1"/>
            </p:cNvSpPr>
            <p:nvPr/>
          </p:nvSpPr>
          <p:spPr bwMode="auto">
            <a:xfrm>
              <a:off x="4267200" y="3810000"/>
              <a:ext cx="0" cy="762000"/>
            </a:xfrm>
            <a:prstGeom prst="line">
              <a:avLst/>
            </a:prstGeom>
            <a:noFill/>
            <a:ln w="25400">
              <a:solidFill>
                <a:srgbClr val="01050F"/>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33">
              <a:extLst>
                <a:ext uri="{FF2B5EF4-FFF2-40B4-BE49-F238E27FC236}">
                  <a16:creationId xmlns:a16="http://schemas.microsoft.com/office/drawing/2014/main" id="{4D3E2997-0975-40BD-897E-02F835AD5CAD}"/>
                </a:ext>
              </a:extLst>
            </p:cNvPr>
            <p:cNvSpPr>
              <a:spLocks noChangeShapeType="1"/>
            </p:cNvSpPr>
            <p:nvPr/>
          </p:nvSpPr>
          <p:spPr bwMode="auto">
            <a:xfrm>
              <a:off x="76200" y="3276600"/>
              <a:ext cx="25908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34">
              <a:extLst>
                <a:ext uri="{FF2B5EF4-FFF2-40B4-BE49-F238E27FC236}">
                  <a16:creationId xmlns:a16="http://schemas.microsoft.com/office/drawing/2014/main" id="{5131EB68-C346-4C05-AF2E-0723B5AEEC04}"/>
                </a:ext>
              </a:extLst>
            </p:cNvPr>
            <p:cNvSpPr>
              <a:spLocks noChangeShapeType="1"/>
            </p:cNvSpPr>
            <p:nvPr/>
          </p:nvSpPr>
          <p:spPr bwMode="auto">
            <a:xfrm>
              <a:off x="76200" y="3810000"/>
              <a:ext cx="25908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35">
              <a:extLst>
                <a:ext uri="{FF2B5EF4-FFF2-40B4-BE49-F238E27FC236}">
                  <a16:creationId xmlns:a16="http://schemas.microsoft.com/office/drawing/2014/main" id="{46BA2B5F-6B4B-4E2E-85C6-2489286C0A82}"/>
                </a:ext>
              </a:extLst>
            </p:cNvPr>
            <p:cNvSpPr>
              <a:spLocks noChangeShapeType="1"/>
            </p:cNvSpPr>
            <p:nvPr/>
          </p:nvSpPr>
          <p:spPr bwMode="auto">
            <a:xfrm>
              <a:off x="76200" y="3276600"/>
              <a:ext cx="0" cy="5334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9" name="Line 36">
              <a:extLst>
                <a:ext uri="{FF2B5EF4-FFF2-40B4-BE49-F238E27FC236}">
                  <a16:creationId xmlns:a16="http://schemas.microsoft.com/office/drawing/2014/main" id="{D654A577-631A-44AD-A885-C7E3B4EE641A}"/>
                </a:ext>
              </a:extLst>
            </p:cNvPr>
            <p:cNvSpPr>
              <a:spLocks noChangeShapeType="1"/>
            </p:cNvSpPr>
            <p:nvPr/>
          </p:nvSpPr>
          <p:spPr bwMode="auto">
            <a:xfrm>
              <a:off x="609600" y="3276600"/>
              <a:ext cx="0" cy="53340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40" name="Rectangle 37">
              <a:extLst>
                <a:ext uri="{FF2B5EF4-FFF2-40B4-BE49-F238E27FC236}">
                  <a16:creationId xmlns:a16="http://schemas.microsoft.com/office/drawing/2014/main" id="{D2D10D78-F9D7-4CDF-BBDF-C8FFBDB00EA2}"/>
                </a:ext>
              </a:extLst>
            </p:cNvPr>
            <p:cNvSpPr>
              <a:spLocks noChangeArrowheads="1"/>
            </p:cNvSpPr>
            <p:nvPr/>
          </p:nvSpPr>
          <p:spPr bwMode="auto">
            <a:xfrm>
              <a:off x="593725" y="3199605"/>
              <a:ext cx="2094258" cy="627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en-US" sz="2800" b="1" dirty="0">
                  <a:solidFill>
                    <a:srgbClr val="01050F"/>
                  </a:solidFill>
                  <a:latin typeface="黑体" panose="02010609060101010101" pitchFamily="49" charset="-122"/>
                  <a:ea typeface="黑体" panose="02010609060101010101" pitchFamily="49" charset="-122"/>
                </a:rPr>
                <a:t>教材存量表</a:t>
              </a:r>
            </a:p>
          </p:txBody>
        </p:sp>
        <p:sp>
          <p:nvSpPr>
            <p:cNvPr id="41" name="Rectangle 38">
              <a:extLst>
                <a:ext uri="{FF2B5EF4-FFF2-40B4-BE49-F238E27FC236}">
                  <a16:creationId xmlns:a16="http://schemas.microsoft.com/office/drawing/2014/main" id="{F6892FBB-4069-4F8B-8FF5-FDC381DBA8DD}"/>
                </a:ext>
              </a:extLst>
            </p:cNvPr>
            <p:cNvSpPr>
              <a:spLocks noChangeArrowheads="1"/>
            </p:cNvSpPr>
            <p:nvPr/>
          </p:nvSpPr>
          <p:spPr bwMode="auto">
            <a:xfrm>
              <a:off x="60325" y="3170238"/>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200" b="1">
                  <a:solidFill>
                    <a:srgbClr val="01050F"/>
                  </a:solidFill>
                  <a:latin typeface="黑体" panose="02010609060101010101" pitchFamily="49" charset="-122"/>
                  <a:ea typeface="黑体" panose="02010609060101010101" pitchFamily="49" charset="-122"/>
                </a:rPr>
                <a:t>F1</a:t>
              </a:r>
            </a:p>
          </p:txBody>
        </p:sp>
        <p:sp>
          <p:nvSpPr>
            <p:cNvPr id="42" name="Rectangle 39">
              <a:extLst>
                <a:ext uri="{FF2B5EF4-FFF2-40B4-BE49-F238E27FC236}">
                  <a16:creationId xmlns:a16="http://schemas.microsoft.com/office/drawing/2014/main" id="{8A392540-C591-465D-8C8F-C762058317EC}"/>
                </a:ext>
              </a:extLst>
            </p:cNvPr>
            <p:cNvSpPr>
              <a:spLocks noChangeArrowheads="1"/>
            </p:cNvSpPr>
            <p:nvPr/>
          </p:nvSpPr>
          <p:spPr bwMode="auto">
            <a:xfrm>
              <a:off x="6400800" y="575879"/>
              <a:ext cx="990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600" b="1">
                  <a:solidFill>
                    <a:srgbClr val="01050F"/>
                  </a:solidFill>
                  <a:latin typeface="黑体" panose="02010609060101010101" pitchFamily="49" charset="-122"/>
                  <a:ea typeface="黑体" panose="02010609060101010101" pitchFamily="49" charset="-122"/>
                </a:rPr>
                <a:t>2.2</a:t>
              </a:r>
            </a:p>
          </p:txBody>
        </p:sp>
        <p:sp>
          <p:nvSpPr>
            <p:cNvPr id="43" name="AutoShape 40">
              <a:extLst>
                <a:ext uri="{FF2B5EF4-FFF2-40B4-BE49-F238E27FC236}">
                  <a16:creationId xmlns:a16="http://schemas.microsoft.com/office/drawing/2014/main" id="{14D0CC19-55EB-4448-942E-6DC99BC32885}"/>
                </a:ext>
              </a:extLst>
            </p:cNvPr>
            <p:cNvSpPr>
              <a:spLocks noChangeArrowheads="1"/>
            </p:cNvSpPr>
            <p:nvPr/>
          </p:nvSpPr>
          <p:spPr bwMode="auto">
            <a:xfrm>
              <a:off x="5880100" y="774700"/>
              <a:ext cx="2032000" cy="1879600"/>
            </a:xfrm>
            <a:prstGeom prst="roundRect">
              <a:avLst>
                <a:gd name="adj" fmla="val 12495"/>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44" name="Line 41">
              <a:extLst>
                <a:ext uri="{FF2B5EF4-FFF2-40B4-BE49-F238E27FC236}">
                  <a16:creationId xmlns:a16="http://schemas.microsoft.com/office/drawing/2014/main" id="{4F316EEC-3A70-4283-973B-0830BCF9D0E9}"/>
                </a:ext>
              </a:extLst>
            </p:cNvPr>
            <p:cNvSpPr>
              <a:spLocks noChangeShapeType="1"/>
            </p:cNvSpPr>
            <p:nvPr/>
          </p:nvSpPr>
          <p:spPr bwMode="auto">
            <a:xfrm>
              <a:off x="5867400" y="1219200"/>
              <a:ext cx="2057400"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45" name="Line 42">
              <a:extLst>
                <a:ext uri="{FF2B5EF4-FFF2-40B4-BE49-F238E27FC236}">
                  <a16:creationId xmlns:a16="http://schemas.microsoft.com/office/drawing/2014/main" id="{72FFF589-71FB-4436-8EBC-1A1122EDB945}"/>
                </a:ext>
              </a:extLst>
            </p:cNvPr>
            <p:cNvSpPr>
              <a:spLocks noChangeShapeType="1"/>
            </p:cNvSpPr>
            <p:nvPr/>
          </p:nvSpPr>
          <p:spPr bwMode="auto">
            <a:xfrm>
              <a:off x="5867400" y="2286000"/>
              <a:ext cx="2057400"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46" name="Rectangle 43">
              <a:extLst>
                <a:ext uri="{FF2B5EF4-FFF2-40B4-BE49-F238E27FC236}">
                  <a16:creationId xmlns:a16="http://schemas.microsoft.com/office/drawing/2014/main" id="{C6A1287C-5FFB-40E0-BBC9-37ED33D2FC62}"/>
                </a:ext>
              </a:extLst>
            </p:cNvPr>
            <p:cNvSpPr>
              <a:spLocks noChangeArrowheads="1"/>
            </p:cNvSpPr>
            <p:nvPr/>
          </p:nvSpPr>
          <p:spPr bwMode="auto">
            <a:xfrm>
              <a:off x="6048095" y="1182401"/>
              <a:ext cx="2225675" cy="106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2600" b="1">
                  <a:solidFill>
                    <a:srgbClr val="01050F"/>
                  </a:solidFill>
                  <a:latin typeface="黑体" panose="02010609060101010101" pitchFamily="49" charset="-122"/>
                  <a:ea typeface="黑体" panose="02010609060101010101" pitchFamily="49" charset="-122"/>
                </a:rPr>
                <a:t>按出版社</a:t>
              </a:r>
            </a:p>
            <a:p>
              <a:pPr eaLnBrk="0" hangingPunct="0"/>
              <a:r>
                <a:rPr lang="zh-CN" altLang="en-US" sz="2600" b="1">
                  <a:solidFill>
                    <a:srgbClr val="01050F"/>
                  </a:solidFill>
                  <a:latin typeface="黑体" panose="02010609060101010101" pitchFamily="49" charset="-122"/>
                  <a:ea typeface="黑体" panose="02010609060101010101" pitchFamily="49" charset="-122"/>
                </a:rPr>
                <a:t>统计缺书</a:t>
              </a:r>
            </a:p>
          </p:txBody>
        </p:sp>
        <p:sp>
          <p:nvSpPr>
            <p:cNvPr id="47" name="Rectangle 44">
              <a:extLst>
                <a:ext uri="{FF2B5EF4-FFF2-40B4-BE49-F238E27FC236}">
                  <a16:creationId xmlns:a16="http://schemas.microsoft.com/office/drawing/2014/main" id="{111D8001-E8A6-4395-8902-E2CD46B4FF12}"/>
                </a:ext>
              </a:extLst>
            </p:cNvPr>
            <p:cNvSpPr>
              <a:spLocks noChangeArrowheads="1"/>
            </p:cNvSpPr>
            <p:nvPr/>
          </p:nvSpPr>
          <p:spPr bwMode="auto">
            <a:xfrm>
              <a:off x="3184525" y="5029200"/>
              <a:ext cx="222567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2800" b="1">
                  <a:solidFill>
                    <a:srgbClr val="01050F"/>
                  </a:solidFill>
                  <a:latin typeface="黑体" panose="02010609060101010101" pitchFamily="49" charset="-122"/>
                  <a:ea typeface="黑体" panose="02010609060101010101" pitchFamily="49" charset="-122"/>
                </a:rPr>
                <a:t>修改教材库</a:t>
              </a:r>
            </a:p>
            <a:p>
              <a:pPr eaLnBrk="0" hangingPunct="0"/>
              <a:r>
                <a:rPr lang="zh-CN" altLang="en-US" sz="2800" b="1">
                  <a:solidFill>
                    <a:srgbClr val="01050F"/>
                  </a:solidFill>
                  <a:latin typeface="黑体" panose="02010609060101010101" pitchFamily="49" charset="-122"/>
                  <a:ea typeface="黑体" panose="02010609060101010101" pitchFamily="49" charset="-122"/>
                </a:rPr>
                <a:t>存和待购量</a:t>
              </a:r>
            </a:p>
          </p:txBody>
        </p:sp>
        <p:sp>
          <p:nvSpPr>
            <p:cNvPr id="48" name="Line 45">
              <a:extLst>
                <a:ext uri="{FF2B5EF4-FFF2-40B4-BE49-F238E27FC236}">
                  <a16:creationId xmlns:a16="http://schemas.microsoft.com/office/drawing/2014/main" id="{BF2B3F10-C1CE-43E4-B58E-EB38CB906125}"/>
                </a:ext>
              </a:extLst>
            </p:cNvPr>
            <p:cNvSpPr>
              <a:spLocks noChangeShapeType="1"/>
            </p:cNvSpPr>
            <p:nvPr/>
          </p:nvSpPr>
          <p:spPr bwMode="auto">
            <a:xfrm>
              <a:off x="76200" y="838200"/>
              <a:ext cx="22098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46">
              <a:extLst>
                <a:ext uri="{FF2B5EF4-FFF2-40B4-BE49-F238E27FC236}">
                  <a16:creationId xmlns:a16="http://schemas.microsoft.com/office/drawing/2014/main" id="{3C4712A5-AAF1-4D80-B7E9-5DD0140741D4}"/>
                </a:ext>
              </a:extLst>
            </p:cNvPr>
            <p:cNvSpPr>
              <a:spLocks noChangeShapeType="1"/>
            </p:cNvSpPr>
            <p:nvPr/>
          </p:nvSpPr>
          <p:spPr bwMode="auto">
            <a:xfrm>
              <a:off x="76200" y="1371600"/>
              <a:ext cx="22098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47">
              <a:extLst>
                <a:ext uri="{FF2B5EF4-FFF2-40B4-BE49-F238E27FC236}">
                  <a16:creationId xmlns:a16="http://schemas.microsoft.com/office/drawing/2014/main" id="{CDC6A42D-E7E9-4C14-8878-F7827A236915}"/>
                </a:ext>
              </a:extLst>
            </p:cNvPr>
            <p:cNvSpPr>
              <a:spLocks noChangeShapeType="1"/>
            </p:cNvSpPr>
            <p:nvPr/>
          </p:nvSpPr>
          <p:spPr bwMode="auto">
            <a:xfrm>
              <a:off x="76200" y="838200"/>
              <a:ext cx="0" cy="5334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51" name="Line 48">
              <a:extLst>
                <a:ext uri="{FF2B5EF4-FFF2-40B4-BE49-F238E27FC236}">
                  <a16:creationId xmlns:a16="http://schemas.microsoft.com/office/drawing/2014/main" id="{5315B57A-ED76-4D8A-8620-C97B7FCB69AA}"/>
                </a:ext>
              </a:extLst>
            </p:cNvPr>
            <p:cNvSpPr>
              <a:spLocks noChangeShapeType="1"/>
            </p:cNvSpPr>
            <p:nvPr/>
          </p:nvSpPr>
          <p:spPr bwMode="auto">
            <a:xfrm>
              <a:off x="609600" y="838200"/>
              <a:ext cx="0" cy="53340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52" name="Rectangle 49">
              <a:extLst>
                <a:ext uri="{FF2B5EF4-FFF2-40B4-BE49-F238E27FC236}">
                  <a16:creationId xmlns:a16="http://schemas.microsoft.com/office/drawing/2014/main" id="{17A6DAEC-FA54-4DE1-9D57-A7F6D9BB55D6}"/>
                </a:ext>
              </a:extLst>
            </p:cNvPr>
            <p:cNvSpPr>
              <a:spLocks noChangeArrowheads="1"/>
            </p:cNvSpPr>
            <p:nvPr/>
          </p:nvSpPr>
          <p:spPr bwMode="auto">
            <a:xfrm>
              <a:off x="60325" y="731838"/>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200" b="1">
                  <a:solidFill>
                    <a:srgbClr val="01050F"/>
                  </a:solidFill>
                  <a:latin typeface="黑体" panose="02010609060101010101" pitchFamily="49" charset="-122"/>
                  <a:ea typeface="黑体" panose="02010609060101010101" pitchFamily="49" charset="-122"/>
                </a:rPr>
                <a:t>F2</a:t>
              </a:r>
              <a:endParaRPr lang="en-US" altLang="zh-CN" sz="3200" b="1">
                <a:latin typeface="黑体" panose="02010609060101010101" pitchFamily="49" charset="-122"/>
                <a:ea typeface="黑体" panose="02010609060101010101" pitchFamily="49" charset="-122"/>
              </a:endParaRPr>
            </a:p>
          </p:txBody>
        </p:sp>
        <p:sp>
          <p:nvSpPr>
            <p:cNvPr id="53" name="Rectangle 50">
              <a:extLst>
                <a:ext uri="{FF2B5EF4-FFF2-40B4-BE49-F238E27FC236}">
                  <a16:creationId xmlns:a16="http://schemas.microsoft.com/office/drawing/2014/main" id="{52171FF0-874A-4759-83AD-6A360F1B0737}"/>
                </a:ext>
              </a:extLst>
            </p:cNvPr>
            <p:cNvSpPr>
              <a:spLocks noChangeArrowheads="1"/>
            </p:cNvSpPr>
            <p:nvPr/>
          </p:nvSpPr>
          <p:spPr bwMode="auto">
            <a:xfrm>
              <a:off x="550863" y="769145"/>
              <a:ext cx="19780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en-US" sz="2800" b="1" dirty="0">
                  <a:solidFill>
                    <a:srgbClr val="01050F"/>
                  </a:solidFill>
                  <a:latin typeface="黑体" panose="02010609060101010101" pitchFamily="49" charset="-122"/>
                  <a:ea typeface="黑体" panose="02010609060101010101" pitchFamily="49" charset="-122"/>
                </a:rPr>
                <a:t>缺书登记表</a:t>
              </a:r>
            </a:p>
          </p:txBody>
        </p:sp>
        <p:sp>
          <p:nvSpPr>
            <p:cNvPr id="54" name="Line 51">
              <a:extLst>
                <a:ext uri="{FF2B5EF4-FFF2-40B4-BE49-F238E27FC236}">
                  <a16:creationId xmlns:a16="http://schemas.microsoft.com/office/drawing/2014/main" id="{BED598DB-3C9D-4581-8E29-B93E27DFBD90}"/>
                </a:ext>
              </a:extLst>
            </p:cNvPr>
            <p:cNvSpPr>
              <a:spLocks noChangeShapeType="1"/>
            </p:cNvSpPr>
            <p:nvPr/>
          </p:nvSpPr>
          <p:spPr bwMode="auto">
            <a:xfrm>
              <a:off x="7391400" y="2667000"/>
              <a:ext cx="0" cy="609600"/>
            </a:xfrm>
            <a:prstGeom prst="line">
              <a:avLst/>
            </a:prstGeom>
            <a:noFill/>
            <a:ln w="25400">
              <a:solidFill>
                <a:srgbClr val="01050F"/>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52">
              <a:extLst>
                <a:ext uri="{FF2B5EF4-FFF2-40B4-BE49-F238E27FC236}">
                  <a16:creationId xmlns:a16="http://schemas.microsoft.com/office/drawing/2014/main" id="{3000A1E0-E663-4BDD-B006-E0430F7A278E}"/>
                </a:ext>
              </a:extLst>
            </p:cNvPr>
            <p:cNvSpPr>
              <a:spLocks noChangeShapeType="1"/>
            </p:cNvSpPr>
            <p:nvPr/>
          </p:nvSpPr>
          <p:spPr bwMode="auto">
            <a:xfrm>
              <a:off x="4267200" y="2667000"/>
              <a:ext cx="0" cy="60960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53">
              <a:extLst>
                <a:ext uri="{FF2B5EF4-FFF2-40B4-BE49-F238E27FC236}">
                  <a16:creationId xmlns:a16="http://schemas.microsoft.com/office/drawing/2014/main" id="{F764B28B-F8FA-4810-A9E7-1E72AD655812}"/>
                </a:ext>
              </a:extLst>
            </p:cNvPr>
            <p:cNvSpPr>
              <a:spLocks noChangeShapeType="1"/>
            </p:cNvSpPr>
            <p:nvPr/>
          </p:nvSpPr>
          <p:spPr bwMode="auto">
            <a:xfrm>
              <a:off x="5486400" y="1981200"/>
              <a:ext cx="0" cy="12954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Line 54">
              <a:extLst>
                <a:ext uri="{FF2B5EF4-FFF2-40B4-BE49-F238E27FC236}">
                  <a16:creationId xmlns:a16="http://schemas.microsoft.com/office/drawing/2014/main" id="{B2F54D54-5DC7-4FFA-94F1-D8C899433624}"/>
                </a:ext>
              </a:extLst>
            </p:cNvPr>
            <p:cNvSpPr>
              <a:spLocks noChangeShapeType="1"/>
            </p:cNvSpPr>
            <p:nvPr/>
          </p:nvSpPr>
          <p:spPr bwMode="auto">
            <a:xfrm>
              <a:off x="5486400" y="1981200"/>
              <a:ext cx="381000"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Line 55">
              <a:extLst>
                <a:ext uri="{FF2B5EF4-FFF2-40B4-BE49-F238E27FC236}">
                  <a16:creationId xmlns:a16="http://schemas.microsoft.com/office/drawing/2014/main" id="{B3EC47BE-067C-4D58-8E3F-57A4FB3892F6}"/>
                </a:ext>
              </a:extLst>
            </p:cNvPr>
            <p:cNvSpPr>
              <a:spLocks noChangeShapeType="1"/>
            </p:cNvSpPr>
            <p:nvPr/>
          </p:nvSpPr>
          <p:spPr bwMode="auto">
            <a:xfrm>
              <a:off x="6477000" y="2667000"/>
              <a:ext cx="0" cy="18288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Line 56">
              <a:extLst>
                <a:ext uri="{FF2B5EF4-FFF2-40B4-BE49-F238E27FC236}">
                  <a16:creationId xmlns:a16="http://schemas.microsoft.com/office/drawing/2014/main" id="{D9A65B39-E5E6-42A7-82F3-5C789CCCC526}"/>
                </a:ext>
              </a:extLst>
            </p:cNvPr>
            <p:cNvSpPr>
              <a:spLocks noChangeShapeType="1"/>
            </p:cNvSpPr>
            <p:nvPr/>
          </p:nvSpPr>
          <p:spPr bwMode="auto">
            <a:xfrm flipH="1">
              <a:off x="6477000" y="4495800"/>
              <a:ext cx="685800" cy="0"/>
            </a:xfrm>
            <a:prstGeom prst="line">
              <a:avLst/>
            </a:prstGeom>
            <a:noFill/>
            <a:ln w="25400">
              <a:solidFill>
                <a:srgbClr val="01050F"/>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Line 57">
              <a:extLst>
                <a:ext uri="{FF2B5EF4-FFF2-40B4-BE49-F238E27FC236}">
                  <a16:creationId xmlns:a16="http://schemas.microsoft.com/office/drawing/2014/main" id="{53857D6C-3C3D-47CB-B9F8-6CFF1429BF27}"/>
                </a:ext>
              </a:extLst>
            </p:cNvPr>
            <p:cNvSpPr>
              <a:spLocks noChangeShapeType="1"/>
            </p:cNvSpPr>
            <p:nvPr/>
          </p:nvSpPr>
          <p:spPr bwMode="auto">
            <a:xfrm>
              <a:off x="1943100" y="4686300"/>
              <a:ext cx="12954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Line 58">
              <a:extLst>
                <a:ext uri="{FF2B5EF4-FFF2-40B4-BE49-F238E27FC236}">
                  <a16:creationId xmlns:a16="http://schemas.microsoft.com/office/drawing/2014/main" id="{714BB89C-563C-48E6-8AE0-63D183F1F134}"/>
                </a:ext>
              </a:extLst>
            </p:cNvPr>
            <p:cNvSpPr>
              <a:spLocks noChangeShapeType="1"/>
            </p:cNvSpPr>
            <p:nvPr/>
          </p:nvSpPr>
          <p:spPr bwMode="auto">
            <a:xfrm flipH="1">
              <a:off x="1828800" y="2133600"/>
              <a:ext cx="762000" cy="0"/>
            </a:xfrm>
            <a:prstGeom prst="line">
              <a:avLst/>
            </a:prstGeom>
            <a:noFill/>
            <a:ln w="25400">
              <a:solidFill>
                <a:srgbClr val="01050F"/>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Line 59">
              <a:extLst>
                <a:ext uri="{FF2B5EF4-FFF2-40B4-BE49-F238E27FC236}">
                  <a16:creationId xmlns:a16="http://schemas.microsoft.com/office/drawing/2014/main" id="{A958311F-0392-4A22-87E9-B27B140CE3BD}"/>
                </a:ext>
              </a:extLst>
            </p:cNvPr>
            <p:cNvSpPr>
              <a:spLocks noChangeShapeType="1"/>
            </p:cNvSpPr>
            <p:nvPr/>
          </p:nvSpPr>
          <p:spPr bwMode="auto">
            <a:xfrm flipH="1">
              <a:off x="1828800" y="1676400"/>
              <a:ext cx="762000" cy="0"/>
            </a:xfrm>
            <a:prstGeom prst="line">
              <a:avLst/>
            </a:prstGeom>
            <a:noFill/>
            <a:ln w="25400">
              <a:solidFill>
                <a:srgbClr val="01050F"/>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Line 60">
              <a:extLst>
                <a:ext uri="{FF2B5EF4-FFF2-40B4-BE49-F238E27FC236}">
                  <a16:creationId xmlns:a16="http://schemas.microsoft.com/office/drawing/2014/main" id="{B75C3C0E-00B5-40F9-98A8-D834175EC19B}"/>
                </a:ext>
              </a:extLst>
            </p:cNvPr>
            <p:cNvSpPr>
              <a:spLocks noChangeShapeType="1"/>
            </p:cNvSpPr>
            <p:nvPr/>
          </p:nvSpPr>
          <p:spPr bwMode="auto">
            <a:xfrm>
              <a:off x="1828800" y="2133600"/>
              <a:ext cx="0" cy="11430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Line 61">
              <a:extLst>
                <a:ext uri="{FF2B5EF4-FFF2-40B4-BE49-F238E27FC236}">
                  <a16:creationId xmlns:a16="http://schemas.microsoft.com/office/drawing/2014/main" id="{9126D52A-8BE5-498B-899E-D66A451964B9}"/>
                </a:ext>
              </a:extLst>
            </p:cNvPr>
            <p:cNvSpPr>
              <a:spLocks noChangeShapeType="1"/>
            </p:cNvSpPr>
            <p:nvPr/>
          </p:nvSpPr>
          <p:spPr bwMode="auto">
            <a:xfrm>
              <a:off x="1828800" y="1371600"/>
              <a:ext cx="0" cy="3048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Rectangle 63">
              <a:extLst>
                <a:ext uri="{FF2B5EF4-FFF2-40B4-BE49-F238E27FC236}">
                  <a16:creationId xmlns:a16="http://schemas.microsoft.com/office/drawing/2014/main" id="{181EDDCA-CE3F-4674-8523-478DF70A187E}"/>
                </a:ext>
              </a:extLst>
            </p:cNvPr>
            <p:cNvSpPr>
              <a:spLocks noChangeArrowheads="1"/>
            </p:cNvSpPr>
            <p:nvPr/>
          </p:nvSpPr>
          <p:spPr bwMode="auto">
            <a:xfrm>
              <a:off x="509401" y="4922043"/>
              <a:ext cx="2514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2800" b="1" dirty="0">
                  <a:solidFill>
                    <a:srgbClr val="AC5232"/>
                  </a:solidFill>
                  <a:latin typeface="黑体" panose="02010609060101010101" pitchFamily="49" charset="-122"/>
                  <a:ea typeface="黑体" panose="02010609060101010101" pitchFamily="49" charset="-122"/>
                </a:rPr>
                <a:t>教材入库信息</a:t>
              </a:r>
            </a:p>
          </p:txBody>
        </p:sp>
        <p:sp>
          <p:nvSpPr>
            <p:cNvPr id="67" name="Rectangle 64">
              <a:extLst>
                <a:ext uri="{FF2B5EF4-FFF2-40B4-BE49-F238E27FC236}">
                  <a16:creationId xmlns:a16="http://schemas.microsoft.com/office/drawing/2014/main" id="{10F1A120-1D1A-4197-8B3D-8CA6DA6B3EE6}"/>
                </a:ext>
              </a:extLst>
            </p:cNvPr>
            <p:cNvSpPr>
              <a:spLocks noChangeArrowheads="1"/>
            </p:cNvSpPr>
            <p:nvPr/>
          </p:nvSpPr>
          <p:spPr bwMode="auto">
            <a:xfrm>
              <a:off x="5867400" y="2682874"/>
              <a:ext cx="838200" cy="155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dirty="0">
                  <a:solidFill>
                    <a:srgbClr val="FC0128"/>
                  </a:solidFill>
                  <a:latin typeface="黑体" panose="02010609060101010101" pitchFamily="49" charset="-122"/>
                  <a:ea typeface="黑体" panose="02010609060101010101" pitchFamily="49" charset="-122"/>
                </a:rPr>
                <a:t>缺书单</a:t>
              </a:r>
            </a:p>
          </p:txBody>
        </p:sp>
        <p:sp>
          <p:nvSpPr>
            <p:cNvPr id="68" name="Rectangle 65">
              <a:extLst>
                <a:ext uri="{FF2B5EF4-FFF2-40B4-BE49-F238E27FC236}">
                  <a16:creationId xmlns:a16="http://schemas.microsoft.com/office/drawing/2014/main" id="{448C09DF-CE32-4696-AD1D-50F8A65717B6}"/>
                </a:ext>
              </a:extLst>
            </p:cNvPr>
            <p:cNvSpPr>
              <a:spLocks noChangeArrowheads="1"/>
            </p:cNvSpPr>
            <p:nvPr/>
          </p:nvSpPr>
          <p:spPr bwMode="auto">
            <a:xfrm>
              <a:off x="7315200" y="4190999"/>
              <a:ext cx="609600" cy="250190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40066437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98319FB-02E0-4A39-8853-A44CE66AFEA8}"/>
              </a:ext>
            </a:extLst>
          </p:cNvPr>
          <p:cNvSpPr>
            <a:spLocks noGrp="1" noChangeArrowheads="1"/>
          </p:cNvSpPr>
          <p:nvPr>
            <p:ph type="title"/>
          </p:nvPr>
        </p:nvSpPr>
        <p:spPr>
          <a:xfrm>
            <a:off x="1524000" y="228600"/>
            <a:ext cx="7246938" cy="1143000"/>
          </a:xfrm>
        </p:spPr>
        <p:txBody>
          <a:bodyPr/>
          <a:lstStyle/>
          <a:p>
            <a:r>
              <a:rPr lang="zh-CN" altLang="en-US" sz="4000" u="sng">
                <a:latin typeface="宋体" panose="02010600030101010101" pitchFamily="2" charset="-122"/>
              </a:rPr>
              <a:t>父图</a:t>
            </a:r>
            <a:r>
              <a:rPr lang="en-US" altLang="zh-CN" sz="4000" u="sng">
                <a:latin typeface="宋体" panose="02010600030101010101" pitchFamily="2" charset="-122"/>
              </a:rPr>
              <a:t>-</a:t>
            </a:r>
            <a:r>
              <a:rPr lang="zh-CN" altLang="en-US" sz="4000" u="sng">
                <a:latin typeface="宋体" panose="02010600030101010101" pitchFamily="2" charset="-122"/>
              </a:rPr>
              <a:t>子图平衡补充说明</a:t>
            </a:r>
          </a:p>
        </p:txBody>
      </p:sp>
      <p:grpSp>
        <p:nvGrpSpPr>
          <p:cNvPr id="35843" name="Group 3">
            <a:extLst>
              <a:ext uri="{FF2B5EF4-FFF2-40B4-BE49-F238E27FC236}">
                <a16:creationId xmlns:a16="http://schemas.microsoft.com/office/drawing/2014/main" id="{DF421A09-15AC-4ADB-8FD7-C313F417C65A}"/>
              </a:ext>
            </a:extLst>
          </p:cNvPr>
          <p:cNvGrpSpPr>
            <a:grpSpLocks/>
          </p:cNvGrpSpPr>
          <p:nvPr/>
        </p:nvGrpSpPr>
        <p:grpSpPr bwMode="auto">
          <a:xfrm>
            <a:off x="123825" y="1444625"/>
            <a:ext cx="9020175" cy="5241925"/>
            <a:chOff x="78" y="910"/>
            <a:chExt cx="5682" cy="3302"/>
          </a:xfrm>
        </p:grpSpPr>
        <p:sp>
          <p:nvSpPr>
            <p:cNvPr id="35844" name="Rectangle 4">
              <a:extLst>
                <a:ext uri="{FF2B5EF4-FFF2-40B4-BE49-F238E27FC236}">
                  <a16:creationId xmlns:a16="http://schemas.microsoft.com/office/drawing/2014/main" id="{5D937EB7-D24E-4CE2-A9D9-B7EF379E6152}"/>
                </a:ext>
              </a:extLst>
            </p:cNvPr>
            <p:cNvSpPr>
              <a:spLocks noChangeArrowheads="1"/>
            </p:cNvSpPr>
            <p:nvPr/>
          </p:nvSpPr>
          <p:spPr bwMode="auto">
            <a:xfrm>
              <a:off x="5314" y="1415"/>
              <a:ext cx="341" cy="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en-US" sz="2800" b="1">
                  <a:solidFill>
                    <a:srgbClr val="01050F"/>
                  </a:solidFill>
                  <a:latin typeface="黑体" panose="02010609060101010101" pitchFamily="49" charset="-122"/>
                  <a:ea typeface="黑体" panose="02010609060101010101" pitchFamily="49" charset="-122"/>
                </a:rPr>
                <a:t>领</a:t>
              </a:r>
            </a:p>
            <a:p>
              <a:pPr eaLnBrk="0" hangingPunct="0"/>
              <a:r>
                <a:rPr lang="zh-CN" altLang="en-US" sz="2800" b="1">
                  <a:solidFill>
                    <a:srgbClr val="01050F"/>
                  </a:solidFill>
                  <a:latin typeface="黑体" panose="02010609060101010101" pitchFamily="49" charset="-122"/>
                  <a:ea typeface="黑体" panose="02010609060101010101" pitchFamily="49" charset="-122"/>
                </a:rPr>
                <a:t>书</a:t>
              </a:r>
            </a:p>
            <a:p>
              <a:pPr eaLnBrk="0" hangingPunct="0"/>
              <a:r>
                <a:rPr lang="zh-CN" altLang="en-US" sz="2800" b="1">
                  <a:solidFill>
                    <a:srgbClr val="01050F"/>
                  </a:solidFill>
                  <a:latin typeface="黑体" panose="02010609060101010101" pitchFamily="49" charset="-122"/>
                  <a:ea typeface="黑体" panose="02010609060101010101" pitchFamily="49" charset="-122"/>
                </a:rPr>
                <a:t>单</a:t>
              </a:r>
            </a:p>
          </p:txBody>
        </p:sp>
        <p:sp>
          <p:nvSpPr>
            <p:cNvPr id="35845" name="Rectangle 5">
              <a:extLst>
                <a:ext uri="{FF2B5EF4-FFF2-40B4-BE49-F238E27FC236}">
                  <a16:creationId xmlns:a16="http://schemas.microsoft.com/office/drawing/2014/main" id="{D75D75CD-504E-472B-AEC8-0E70176789F5}"/>
                </a:ext>
              </a:extLst>
            </p:cNvPr>
            <p:cNvSpPr>
              <a:spLocks noChangeArrowheads="1"/>
            </p:cNvSpPr>
            <p:nvPr/>
          </p:nvSpPr>
          <p:spPr bwMode="auto">
            <a:xfrm>
              <a:off x="774" y="1703"/>
              <a:ext cx="629"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600" b="1">
                  <a:solidFill>
                    <a:srgbClr val="01050F"/>
                  </a:solidFill>
                  <a:latin typeface="黑体" panose="02010609060101010101" pitchFamily="49" charset="-122"/>
                  <a:ea typeface="黑体" panose="02010609060101010101" pitchFamily="49" charset="-122"/>
                </a:rPr>
                <a:t>1.3</a:t>
              </a:r>
            </a:p>
          </p:txBody>
        </p:sp>
        <p:sp>
          <p:nvSpPr>
            <p:cNvPr id="35846" name="AutoShape 6">
              <a:extLst>
                <a:ext uri="{FF2B5EF4-FFF2-40B4-BE49-F238E27FC236}">
                  <a16:creationId xmlns:a16="http://schemas.microsoft.com/office/drawing/2014/main" id="{17C82B5F-0104-4767-AB40-2F925D60F33A}"/>
                </a:ext>
              </a:extLst>
            </p:cNvPr>
            <p:cNvSpPr>
              <a:spLocks noChangeArrowheads="1"/>
            </p:cNvSpPr>
            <p:nvPr/>
          </p:nvSpPr>
          <p:spPr bwMode="auto">
            <a:xfrm>
              <a:off x="685" y="1792"/>
              <a:ext cx="807" cy="820"/>
            </a:xfrm>
            <a:prstGeom prst="roundRect">
              <a:avLst>
                <a:gd name="adj" fmla="val 12495"/>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5847" name="Line 7">
              <a:extLst>
                <a:ext uri="{FF2B5EF4-FFF2-40B4-BE49-F238E27FC236}">
                  <a16:creationId xmlns:a16="http://schemas.microsoft.com/office/drawing/2014/main" id="{7D6463E5-EE5A-4549-A906-B0E713AA80E4}"/>
                </a:ext>
              </a:extLst>
            </p:cNvPr>
            <p:cNvSpPr>
              <a:spLocks noChangeShapeType="1"/>
            </p:cNvSpPr>
            <p:nvPr/>
          </p:nvSpPr>
          <p:spPr bwMode="auto">
            <a:xfrm>
              <a:off x="677" y="2023"/>
              <a:ext cx="823"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5848" name="Line 8">
              <a:extLst>
                <a:ext uri="{FF2B5EF4-FFF2-40B4-BE49-F238E27FC236}">
                  <a16:creationId xmlns:a16="http://schemas.microsoft.com/office/drawing/2014/main" id="{5D1A9980-F8AA-46F2-9114-7AE55C044433}"/>
                </a:ext>
              </a:extLst>
            </p:cNvPr>
            <p:cNvSpPr>
              <a:spLocks noChangeShapeType="1"/>
            </p:cNvSpPr>
            <p:nvPr/>
          </p:nvSpPr>
          <p:spPr bwMode="auto">
            <a:xfrm>
              <a:off x="677" y="2420"/>
              <a:ext cx="823"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5849" name="Line 9">
              <a:extLst>
                <a:ext uri="{FF2B5EF4-FFF2-40B4-BE49-F238E27FC236}">
                  <a16:creationId xmlns:a16="http://schemas.microsoft.com/office/drawing/2014/main" id="{DC7D7318-AB76-488F-B9C4-043C8E14E564}"/>
                </a:ext>
              </a:extLst>
            </p:cNvPr>
            <p:cNvSpPr>
              <a:spLocks noChangeShapeType="1"/>
            </p:cNvSpPr>
            <p:nvPr/>
          </p:nvSpPr>
          <p:spPr bwMode="auto">
            <a:xfrm>
              <a:off x="145" y="2261"/>
              <a:ext cx="532"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0" name="Line 10">
              <a:extLst>
                <a:ext uri="{FF2B5EF4-FFF2-40B4-BE49-F238E27FC236}">
                  <a16:creationId xmlns:a16="http://schemas.microsoft.com/office/drawing/2014/main" id="{CA3FE325-4B7B-4BBB-A178-B8F81FE767DF}"/>
                </a:ext>
              </a:extLst>
            </p:cNvPr>
            <p:cNvSpPr>
              <a:spLocks noChangeShapeType="1"/>
            </p:cNvSpPr>
            <p:nvPr/>
          </p:nvSpPr>
          <p:spPr bwMode="auto">
            <a:xfrm>
              <a:off x="1500" y="2261"/>
              <a:ext cx="533"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1" name="Rectangle 11">
              <a:extLst>
                <a:ext uri="{FF2B5EF4-FFF2-40B4-BE49-F238E27FC236}">
                  <a16:creationId xmlns:a16="http://schemas.microsoft.com/office/drawing/2014/main" id="{AFA4F52E-A277-488A-B568-D49364BF9CCA}"/>
                </a:ext>
              </a:extLst>
            </p:cNvPr>
            <p:cNvSpPr>
              <a:spLocks noChangeArrowheads="1"/>
            </p:cNvSpPr>
            <p:nvPr/>
          </p:nvSpPr>
          <p:spPr bwMode="auto">
            <a:xfrm>
              <a:off x="78" y="1954"/>
              <a:ext cx="6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2800" b="1">
                  <a:solidFill>
                    <a:srgbClr val="01050F"/>
                  </a:solidFill>
                  <a:latin typeface="黑体" panose="02010609060101010101" pitchFamily="49" charset="-122"/>
                  <a:ea typeface="黑体" panose="02010609060101010101" pitchFamily="49" charset="-122"/>
                </a:rPr>
                <a:t>发票</a:t>
              </a:r>
            </a:p>
          </p:txBody>
        </p:sp>
        <p:sp>
          <p:nvSpPr>
            <p:cNvPr id="35852" name="Rectangle 12">
              <a:extLst>
                <a:ext uri="{FF2B5EF4-FFF2-40B4-BE49-F238E27FC236}">
                  <a16:creationId xmlns:a16="http://schemas.microsoft.com/office/drawing/2014/main" id="{26CCC504-179E-4010-9F44-7F7DAE084C2A}"/>
                </a:ext>
              </a:extLst>
            </p:cNvPr>
            <p:cNvSpPr>
              <a:spLocks noChangeArrowheads="1"/>
            </p:cNvSpPr>
            <p:nvPr/>
          </p:nvSpPr>
          <p:spPr bwMode="auto">
            <a:xfrm>
              <a:off x="4366" y="1693"/>
              <a:ext cx="87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600" b="1">
                  <a:solidFill>
                    <a:srgbClr val="01050F"/>
                  </a:solidFill>
                  <a:latin typeface="黑体" panose="02010609060101010101" pitchFamily="49" charset="-122"/>
                  <a:ea typeface="黑体" panose="02010609060101010101" pitchFamily="49" charset="-122"/>
                </a:rPr>
                <a:t>1.3.3</a:t>
              </a:r>
            </a:p>
          </p:txBody>
        </p:sp>
        <p:sp>
          <p:nvSpPr>
            <p:cNvPr id="35853" name="AutoShape 13">
              <a:extLst>
                <a:ext uri="{FF2B5EF4-FFF2-40B4-BE49-F238E27FC236}">
                  <a16:creationId xmlns:a16="http://schemas.microsoft.com/office/drawing/2014/main" id="{77917150-B8CD-4C58-B7D3-0F8102D872EE}"/>
                </a:ext>
              </a:extLst>
            </p:cNvPr>
            <p:cNvSpPr>
              <a:spLocks noChangeArrowheads="1"/>
            </p:cNvSpPr>
            <p:nvPr/>
          </p:nvSpPr>
          <p:spPr bwMode="auto">
            <a:xfrm>
              <a:off x="4413" y="1792"/>
              <a:ext cx="806" cy="820"/>
            </a:xfrm>
            <a:prstGeom prst="roundRect">
              <a:avLst>
                <a:gd name="adj" fmla="val 12495"/>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5854" name="Line 14">
              <a:extLst>
                <a:ext uri="{FF2B5EF4-FFF2-40B4-BE49-F238E27FC236}">
                  <a16:creationId xmlns:a16="http://schemas.microsoft.com/office/drawing/2014/main" id="{3554D127-F99C-4704-B320-C8D61825D4D3}"/>
                </a:ext>
              </a:extLst>
            </p:cNvPr>
            <p:cNvSpPr>
              <a:spLocks noChangeShapeType="1"/>
            </p:cNvSpPr>
            <p:nvPr/>
          </p:nvSpPr>
          <p:spPr bwMode="auto">
            <a:xfrm>
              <a:off x="4405" y="2023"/>
              <a:ext cx="823"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5855" name="Line 15">
              <a:extLst>
                <a:ext uri="{FF2B5EF4-FFF2-40B4-BE49-F238E27FC236}">
                  <a16:creationId xmlns:a16="http://schemas.microsoft.com/office/drawing/2014/main" id="{C51D2A29-FA2D-4C4E-9C70-7DE008963040}"/>
                </a:ext>
              </a:extLst>
            </p:cNvPr>
            <p:cNvSpPr>
              <a:spLocks noChangeShapeType="1"/>
            </p:cNvSpPr>
            <p:nvPr/>
          </p:nvSpPr>
          <p:spPr bwMode="auto">
            <a:xfrm>
              <a:off x="4405" y="2420"/>
              <a:ext cx="823"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5856" name="Line 16">
              <a:extLst>
                <a:ext uri="{FF2B5EF4-FFF2-40B4-BE49-F238E27FC236}">
                  <a16:creationId xmlns:a16="http://schemas.microsoft.com/office/drawing/2014/main" id="{34A7522B-2FC1-4185-8452-A95BDC42E510}"/>
                </a:ext>
              </a:extLst>
            </p:cNvPr>
            <p:cNvSpPr>
              <a:spLocks noChangeShapeType="1"/>
            </p:cNvSpPr>
            <p:nvPr/>
          </p:nvSpPr>
          <p:spPr bwMode="auto">
            <a:xfrm>
              <a:off x="5228" y="2261"/>
              <a:ext cx="532"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7" name="Rectangle 17">
              <a:extLst>
                <a:ext uri="{FF2B5EF4-FFF2-40B4-BE49-F238E27FC236}">
                  <a16:creationId xmlns:a16="http://schemas.microsoft.com/office/drawing/2014/main" id="{4926F398-A263-481E-84C8-1B76C7FF5764}"/>
                </a:ext>
              </a:extLst>
            </p:cNvPr>
            <p:cNvSpPr>
              <a:spLocks noChangeArrowheads="1"/>
            </p:cNvSpPr>
            <p:nvPr/>
          </p:nvSpPr>
          <p:spPr bwMode="auto">
            <a:xfrm>
              <a:off x="3049" y="2367"/>
              <a:ext cx="111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600" b="1">
                  <a:solidFill>
                    <a:srgbClr val="01050F"/>
                  </a:solidFill>
                  <a:latin typeface="黑体" panose="02010609060101010101" pitchFamily="49" charset="-122"/>
                  <a:ea typeface="黑体" panose="02010609060101010101" pitchFamily="49" charset="-122"/>
                </a:rPr>
                <a:t>1.3.2</a:t>
              </a:r>
            </a:p>
          </p:txBody>
        </p:sp>
        <p:sp>
          <p:nvSpPr>
            <p:cNvPr id="35858" name="AutoShape 18">
              <a:extLst>
                <a:ext uri="{FF2B5EF4-FFF2-40B4-BE49-F238E27FC236}">
                  <a16:creationId xmlns:a16="http://schemas.microsoft.com/office/drawing/2014/main" id="{400D3F84-D350-4B5C-9BEB-E8CE0E02D378}"/>
                </a:ext>
              </a:extLst>
            </p:cNvPr>
            <p:cNvSpPr>
              <a:spLocks noChangeArrowheads="1"/>
            </p:cNvSpPr>
            <p:nvPr/>
          </p:nvSpPr>
          <p:spPr bwMode="auto">
            <a:xfrm>
              <a:off x="3057" y="2466"/>
              <a:ext cx="807" cy="820"/>
            </a:xfrm>
            <a:prstGeom prst="roundRect">
              <a:avLst>
                <a:gd name="adj" fmla="val 12495"/>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5859" name="Line 19">
              <a:extLst>
                <a:ext uri="{FF2B5EF4-FFF2-40B4-BE49-F238E27FC236}">
                  <a16:creationId xmlns:a16="http://schemas.microsoft.com/office/drawing/2014/main" id="{B15FF995-3F0D-4EFA-BF22-3A39D90A04E3}"/>
                </a:ext>
              </a:extLst>
            </p:cNvPr>
            <p:cNvSpPr>
              <a:spLocks noChangeShapeType="1"/>
            </p:cNvSpPr>
            <p:nvPr/>
          </p:nvSpPr>
          <p:spPr bwMode="auto">
            <a:xfrm>
              <a:off x="3049" y="2698"/>
              <a:ext cx="823"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5860" name="Line 20">
              <a:extLst>
                <a:ext uri="{FF2B5EF4-FFF2-40B4-BE49-F238E27FC236}">
                  <a16:creationId xmlns:a16="http://schemas.microsoft.com/office/drawing/2014/main" id="{C3348E46-2661-41F3-92EB-146EDED796DE}"/>
                </a:ext>
              </a:extLst>
            </p:cNvPr>
            <p:cNvSpPr>
              <a:spLocks noChangeShapeType="1"/>
            </p:cNvSpPr>
            <p:nvPr/>
          </p:nvSpPr>
          <p:spPr bwMode="auto">
            <a:xfrm>
              <a:off x="3049" y="3094"/>
              <a:ext cx="823"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5861" name="Line 21">
              <a:extLst>
                <a:ext uri="{FF2B5EF4-FFF2-40B4-BE49-F238E27FC236}">
                  <a16:creationId xmlns:a16="http://schemas.microsoft.com/office/drawing/2014/main" id="{F7768C6B-F7CE-4990-98EF-07EA73D3C3F9}"/>
                </a:ext>
              </a:extLst>
            </p:cNvPr>
            <p:cNvSpPr>
              <a:spLocks noChangeShapeType="1"/>
            </p:cNvSpPr>
            <p:nvPr/>
          </p:nvSpPr>
          <p:spPr bwMode="auto">
            <a:xfrm>
              <a:off x="2517" y="2935"/>
              <a:ext cx="532"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2" name="Line 22">
              <a:extLst>
                <a:ext uri="{FF2B5EF4-FFF2-40B4-BE49-F238E27FC236}">
                  <a16:creationId xmlns:a16="http://schemas.microsoft.com/office/drawing/2014/main" id="{322037CC-E947-4364-9359-E0983946AA7B}"/>
                </a:ext>
              </a:extLst>
            </p:cNvPr>
            <p:cNvSpPr>
              <a:spLocks noChangeShapeType="1"/>
            </p:cNvSpPr>
            <p:nvPr/>
          </p:nvSpPr>
          <p:spPr bwMode="auto">
            <a:xfrm>
              <a:off x="3872" y="2935"/>
              <a:ext cx="194"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3" name="Rectangle 23">
              <a:extLst>
                <a:ext uri="{FF2B5EF4-FFF2-40B4-BE49-F238E27FC236}">
                  <a16:creationId xmlns:a16="http://schemas.microsoft.com/office/drawing/2014/main" id="{FE622FA3-EA65-44C9-B5A3-E7D05BC5AB75}"/>
                </a:ext>
              </a:extLst>
            </p:cNvPr>
            <p:cNvSpPr>
              <a:spLocks noChangeArrowheads="1"/>
            </p:cNvSpPr>
            <p:nvPr/>
          </p:nvSpPr>
          <p:spPr bwMode="auto">
            <a:xfrm>
              <a:off x="2457" y="2618"/>
              <a:ext cx="689"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2800" b="1">
                  <a:solidFill>
                    <a:srgbClr val="01050F"/>
                  </a:solidFill>
                  <a:latin typeface="黑体" panose="02010609060101010101" pitchFamily="49" charset="-122"/>
                  <a:ea typeface="黑体" panose="02010609060101010101" pitchFamily="49" charset="-122"/>
                </a:rPr>
                <a:t>教材</a:t>
              </a:r>
            </a:p>
            <a:p>
              <a:pPr eaLnBrk="0" hangingPunct="0"/>
              <a:endParaRPr lang="en-US" altLang="zh-CN" sz="2800" b="1">
                <a:solidFill>
                  <a:srgbClr val="01050F"/>
                </a:solidFill>
                <a:latin typeface="黑体" panose="02010609060101010101" pitchFamily="49" charset="-122"/>
                <a:ea typeface="黑体" panose="02010609060101010101" pitchFamily="49" charset="-122"/>
              </a:endParaRPr>
            </a:p>
          </p:txBody>
        </p:sp>
        <p:sp>
          <p:nvSpPr>
            <p:cNvPr id="35864" name="Rectangle 24">
              <a:extLst>
                <a:ext uri="{FF2B5EF4-FFF2-40B4-BE49-F238E27FC236}">
                  <a16:creationId xmlns:a16="http://schemas.microsoft.com/office/drawing/2014/main" id="{6D9390F8-1505-4346-8DB6-9456AF71463D}"/>
                </a:ext>
              </a:extLst>
            </p:cNvPr>
            <p:cNvSpPr>
              <a:spLocks noChangeArrowheads="1"/>
            </p:cNvSpPr>
            <p:nvPr/>
          </p:nvSpPr>
          <p:spPr bwMode="auto">
            <a:xfrm>
              <a:off x="3049" y="910"/>
              <a:ext cx="116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600" b="1">
                  <a:solidFill>
                    <a:srgbClr val="01050F"/>
                  </a:solidFill>
                  <a:latin typeface="黑体" panose="02010609060101010101" pitchFamily="49" charset="-122"/>
                  <a:ea typeface="黑体" panose="02010609060101010101" pitchFamily="49" charset="-122"/>
                </a:rPr>
                <a:t>1.3.1</a:t>
              </a:r>
            </a:p>
          </p:txBody>
        </p:sp>
        <p:sp>
          <p:nvSpPr>
            <p:cNvPr id="35865" name="AutoShape 25">
              <a:extLst>
                <a:ext uri="{FF2B5EF4-FFF2-40B4-BE49-F238E27FC236}">
                  <a16:creationId xmlns:a16="http://schemas.microsoft.com/office/drawing/2014/main" id="{5A7CD705-7D89-4683-93AD-5ABAC5998EA0}"/>
                </a:ext>
              </a:extLst>
            </p:cNvPr>
            <p:cNvSpPr>
              <a:spLocks noChangeArrowheads="1"/>
            </p:cNvSpPr>
            <p:nvPr/>
          </p:nvSpPr>
          <p:spPr bwMode="auto">
            <a:xfrm>
              <a:off x="3057" y="999"/>
              <a:ext cx="807" cy="819"/>
            </a:xfrm>
            <a:prstGeom prst="roundRect">
              <a:avLst>
                <a:gd name="adj" fmla="val 12495"/>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5866" name="Line 26">
              <a:extLst>
                <a:ext uri="{FF2B5EF4-FFF2-40B4-BE49-F238E27FC236}">
                  <a16:creationId xmlns:a16="http://schemas.microsoft.com/office/drawing/2014/main" id="{00882CF4-0CB1-423E-A6A6-BBDDF1D52B53}"/>
                </a:ext>
              </a:extLst>
            </p:cNvPr>
            <p:cNvSpPr>
              <a:spLocks noChangeShapeType="1"/>
            </p:cNvSpPr>
            <p:nvPr/>
          </p:nvSpPr>
          <p:spPr bwMode="auto">
            <a:xfrm>
              <a:off x="3049" y="1230"/>
              <a:ext cx="823"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5867" name="Line 27">
              <a:extLst>
                <a:ext uri="{FF2B5EF4-FFF2-40B4-BE49-F238E27FC236}">
                  <a16:creationId xmlns:a16="http://schemas.microsoft.com/office/drawing/2014/main" id="{218DBF19-E954-40F4-972D-2F67D463920D}"/>
                </a:ext>
              </a:extLst>
            </p:cNvPr>
            <p:cNvSpPr>
              <a:spLocks noChangeShapeType="1"/>
            </p:cNvSpPr>
            <p:nvPr/>
          </p:nvSpPr>
          <p:spPr bwMode="auto">
            <a:xfrm>
              <a:off x="3049" y="1627"/>
              <a:ext cx="823"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5868" name="Line 28">
              <a:extLst>
                <a:ext uri="{FF2B5EF4-FFF2-40B4-BE49-F238E27FC236}">
                  <a16:creationId xmlns:a16="http://schemas.microsoft.com/office/drawing/2014/main" id="{AE9BF4D2-96F6-4679-8EB3-FE756F3E48D8}"/>
                </a:ext>
              </a:extLst>
            </p:cNvPr>
            <p:cNvSpPr>
              <a:spLocks noChangeShapeType="1"/>
            </p:cNvSpPr>
            <p:nvPr/>
          </p:nvSpPr>
          <p:spPr bwMode="auto">
            <a:xfrm>
              <a:off x="2517" y="1468"/>
              <a:ext cx="532"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9" name="Line 29">
              <a:extLst>
                <a:ext uri="{FF2B5EF4-FFF2-40B4-BE49-F238E27FC236}">
                  <a16:creationId xmlns:a16="http://schemas.microsoft.com/office/drawing/2014/main" id="{9AA9E68E-7C14-447C-94D4-6653174C0C77}"/>
                </a:ext>
              </a:extLst>
            </p:cNvPr>
            <p:cNvSpPr>
              <a:spLocks noChangeShapeType="1"/>
            </p:cNvSpPr>
            <p:nvPr/>
          </p:nvSpPr>
          <p:spPr bwMode="auto">
            <a:xfrm>
              <a:off x="4066" y="2063"/>
              <a:ext cx="339"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0" name="Rectangle 30">
              <a:extLst>
                <a:ext uri="{FF2B5EF4-FFF2-40B4-BE49-F238E27FC236}">
                  <a16:creationId xmlns:a16="http://schemas.microsoft.com/office/drawing/2014/main" id="{B92C47EB-47A6-4D46-A7A0-C5D8205D96E2}"/>
                </a:ext>
              </a:extLst>
            </p:cNvPr>
            <p:cNvSpPr>
              <a:spLocks noChangeArrowheads="1"/>
            </p:cNvSpPr>
            <p:nvPr/>
          </p:nvSpPr>
          <p:spPr bwMode="auto">
            <a:xfrm>
              <a:off x="2457" y="1151"/>
              <a:ext cx="689"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2800" b="1">
                  <a:solidFill>
                    <a:srgbClr val="01050F"/>
                  </a:solidFill>
                  <a:latin typeface="黑体" panose="02010609060101010101" pitchFamily="49" charset="-122"/>
                  <a:ea typeface="黑体" panose="02010609060101010101" pitchFamily="49" charset="-122"/>
                </a:rPr>
                <a:t>学生</a:t>
              </a:r>
            </a:p>
            <a:p>
              <a:pPr eaLnBrk="0" hangingPunct="0"/>
              <a:endParaRPr lang="en-US" altLang="zh-CN" sz="2800" b="1">
                <a:solidFill>
                  <a:srgbClr val="01050F"/>
                </a:solidFill>
                <a:latin typeface="黑体" panose="02010609060101010101" pitchFamily="49" charset="-122"/>
                <a:ea typeface="黑体" panose="02010609060101010101" pitchFamily="49" charset="-122"/>
              </a:endParaRPr>
            </a:p>
          </p:txBody>
        </p:sp>
        <p:sp>
          <p:nvSpPr>
            <p:cNvPr id="35871" name="Line 31">
              <a:extLst>
                <a:ext uri="{FF2B5EF4-FFF2-40B4-BE49-F238E27FC236}">
                  <a16:creationId xmlns:a16="http://schemas.microsoft.com/office/drawing/2014/main" id="{4904BEF2-690F-4EA5-AAFF-3CB6D38E44DE}"/>
                </a:ext>
              </a:extLst>
            </p:cNvPr>
            <p:cNvSpPr>
              <a:spLocks noChangeShapeType="1"/>
            </p:cNvSpPr>
            <p:nvPr/>
          </p:nvSpPr>
          <p:spPr bwMode="auto">
            <a:xfrm>
              <a:off x="4066" y="2341"/>
              <a:ext cx="339"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2" name="Line 32">
              <a:extLst>
                <a:ext uri="{FF2B5EF4-FFF2-40B4-BE49-F238E27FC236}">
                  <a16:creationId xmlns:a16="http://schemas.microsoft.com/office/drawing/2014/main" id="{2AB75843-7B0E-474E-90E9-AD9E5E3B257E}"/>
                </a:ext>
              </a:extLst>
            </p:cNvPr>
            <p:cNvSpPr>
              <a:spLocks noChangeShapeType="1"/>
            </p:cNvSpPr>
            <p:nvPr/>
          </p:nvSpPr>
          <p:spPr bwMode="auto">
            <a:xfrm>
              <a:off x="3872" y="1468"/>
              <a:ext cx="194"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3" name="Line 33">
              <a:extLst>
                <a:ext uri="{FF2B5EF4-FFF2-40B4-BE49-F238E27FC236}">
                  <a16:creationId xmlns:a16="http://schemas.microsoft.com/office/drawing/2014/main" id="{8EC88306-9763-45A8-AE67-B7C94D16B43D}"/>
                </a:ext>
              </a:extLst>
            </p:cNvPr>
            <p:cNvSpPr>
              <a:spLocks noChangeShapeType="1"/>
            </p:cNvSpPr>
            <p:nvPr/>
          </p:nvSpPr>
          <p:spPr bwMode="auto">
            <a:xfrm>
              <a:off x="4066" y="1468"/>
              <a:ext cx="0" cy="595"/>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4" name="Line 34">
              <a:extLst>
                <a:ext uri="{FF2B5EF4-FFF2-40B4-BE49-F238E27FC236}">
                  <a16:creationId xmlns:a16="http://schemas.microsoft.com/office/drawing/2014/main" id="{73FAD189-15A1-4448-9C86-B276B2E2ABEE}"/>
                </a:ext>
              </a:extLst>
            </p:cNvPr>
            <p:cNvSpPr>
              <a:spLocks noChangeShapeType="1"/>
            </p:cNvSpPr>
            <p:nvPr/>
          </p:nvSpPr>
          <p:spPr bwMode="auto">
            <a:xfrm>
              <a:off x="4066" y="2341"/>
              <a:ext cx="0" cy="594"/>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5" name="Rectangle 35">
              <a:extLst>
                <a:ext uri="{FF2B5EF4-FFF2-40B4-BE49-F238E27FC236}">
                  <a16:creationId xmlns:a16="http://schemas.microsoft.com/office/drawing/2014/main" id="{C1168E2F-27D8-4740-84E5-201CE3E45AC0}"/>
                </a:ext>
              </a:extLst>
            </p:cNvPr>
            <p:cNvSpPr>
              <a:spLocks noChangeArrowheads="1"/>
            </p:cNvSpPr>
            <p:nvPr/>
          </p:nvSpPr>
          <p:spPr bwMode="auto">
            <a:xfrm>
              <a:off x="1587" y="1435"/>
              <a:ext cx="341" cy="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en-US" sz="2800" b="1">
                  <a:solidFill>
                    <a:srgbClr val="01050F"/>
                  </a:solidFill>
                  <a:latin typeface="黑体" panose="02010609060101010101" pitchFamily="49" charset="-122"/>
                  <a:ea typeface="黑体" panose="02010609060101010101" pitchFamily="49" charset="-122"/>
                </a:rPr>
                <a:t>领</a:t>
              </a:r>
            </a:p>
            <a:p>
              <a:pPr eaLnBrk="0" hangingPunct="0"/>
              <a:r>
                <a:rPr lang="zh-CN" altLang="en-US" sz="2800" b="1">
                  <a:solidFill>
                    <a:srgbClr val="01050F"/>
                  </a:solidFill>
                  <a:latin typeface="黑体" panose="02010609060101010101" pitchFamily="49" charset="-122"/>
                  <a:ea typeface="黑体" panose="02010609060101010101" pitchFamily="49" charset="-122"/>
                </a:rPr>
                <a:t>书</a:t>
              </a:r>
            </a:p>
            <a:p>
              <a:pPr eaLnBrk="0" hangingPunct="0"/>
              <a:r>
                <a:rPr lang="zh-CN" altLang="en-US" sz="2800" b="1">
                  <a:solidFill>
                    <a:srgbClr val="01050F"/>
                  </a:solidFill>
                  <a:latin typeface="黑体" panose="02010609060101010101" pitchFamily="49" charset="-122"/>
                  <a:ea typeface="黑体" panose="02010609060101010101" pitchFamily="49" charset="-122"/>
                </a:rPr>
                <a:t>单</a:t>
              </a:r>
            </a:p>
          </p:txBody>
        </p:sp>
        <p:sp>
          <p:nvSpPr>
            <p:cNvPr id="35876" name="Rectangle 36">
              <a:extLst>
                <a:ext uri="{FF2B5EF4-FFF2-40B4-BE49-F238E27FC236}">
                  <a16:creationId xmlns:a16="http://schemas.microsoft.com/office/drawing/2014/main" id="{EC1F44E4-363B-4235-84E8-8DBB752356E7}"/>
                </a:ext>
              </a:extLst>
            </p:cNvPr>
            <p:cNvSpPr>
              <a:spLocks noChangeArrowheads="1"/>
            </p:cNvSpPr>
            <p:nvPr/>
          </p:nvSpPr>
          <p:spPr bwMode="auto">
            <a:xfrm>
              <a:off x="667" y="3808"/>
              <a:ext cx="93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a:solidFill>
                    <a:srgbClr val="01050F"/>
                  </a:solidFill>
                  <a:latin typeface="黑体" panose="02010609060101010101" pitchFamily="49" charset="-122"/>
                  <a:ea typeface="黑体" panose="02010609060101010101" pitchFamily="49" charset="-122"/>
                </a:rPr>
                <a:t>父图</a:t>
              </a:r>
            </a:p>
          </p:txBody>
        </p:sp>
        <p:sp>
          <p:nvSpPr>
            <p:cNvPr id="35877" name="Rectangle 37">
              <a:extLst>
                <a:ext uri="{FF2B5EF4-FFF2-40B4-BE49-F238E27FC236}">
                  <a16:creationId xmlns:a16="http://schemas.microsoft.com/office/drawing/2014/main" id="{E28AF5C3-3E0D-4766-A536-40D919CC59AD}"/>
                </a:ext>
              </a:extLst>
            </p:cNvPr>
            <p:cNvSpPr>
              <a:spLocks noChangeArrowheads="1"/>
            </p:cNvSpPr>
            <p:nvPr/>
          </p:nvSpPr>
          <p:spPr bwMode="auto">
            <a:xfrm>
              <a:off x="3572" y="3806"/>
              <a:ext cx="929"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a:solidFill>
                    <a:srgbClr val="01050F"/>
                  </a:solidFill>
                  <a:latin typeface="黑体" panose="02010609060101010101" pitchFamily="49" charset="-122"/>
                  <a:ea typeface="黑体" panose="02010609060101010101" pitchFamily="49" charset="-122"/>
                </a:rPr>
                <a:t>子图</a:t>
              </a:r>
            </a:p>
          </p:txBody>
        </p:sp>
        <p:sp>
          <p:nvSpPr>
            <p:cNvPr id="35878" name="Rectangle 38">
              <a:extLst>
                <a:ext uri="{FF2B5EF4-FFF2-40B4-BE49-F238E27FC236}">
                  <a16:creationId xmlns:a16="http://schemas.microsoft.com/office/drawing/2014/main" id="{EF9D1CDE-A16B-4653-AE69-DEB0895EB49F}"/>
                </a:ext>
              </a:extLst>
            </p:cNvPr>
            <p:cNvSpPr>
              <a:spLocks noChangeArrowheads="1"/>
            </p:cNvSpPr>
            <p:nvPr/>
          </p:nvSpPr>
          <p:spPr bwMode="auto">
            <a:xfrm>
              <a:off x="2991" y="3411"/>
              <a:ext cx="2285"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rgbClr val="01050F"/>
                  </a:solidFill>
                  <a:latin typeface="黑体" panose="02010609060101010101" pitchFamily="49" charset="-122"/>
                  <a:ea typeface="黑体" panose="02010609060101010101" pitchFamily="49" charset="-122"/>
                </a:rPr>
                <a:t>发票＝学生＋教材</a:t>
              </a:r>
            </a:p>
          </p:txBody>
        </p:sp>
        <p:sp>
          <p:nvSpPr>
            <p:cNvPr id="35879" name="Line 39">
              <a:extLst>
                <a:ext uri="{FF2B5EF4-FFF2-40B4-BE49-F238E27FC236}">
                  <a16:creationId xmlns:a16="http://schemas.microsoft.com/office/drawing/2014/main" id="{8D3E521B-2CF3-4E29-B0C4-2E9EAE15708A}"/>
                </a:ext>
              </a:extLst>
            </p:cNvPr>
            <p:cNvSpPr>
              <a:spLocks noChangeShapeType="1"/>
            </p:cNvSpPr>
            <p:nvPr/>
          </p:nvSpPr>
          <p:spPr bwMode="auto">
            <a:xfrm>
              <a:off x="2275" y="1032"/>
              <a:ext cx="0" cy="3093"/>
            </a:xfrm>
            <a:prstGeom prst="line">
              <a:avLst/>
            </a:prstGeom>
            <a:noFill/>
            <a:ln w="12700">
              <a:solidFill>
                <a:srgbClr val="01050F"/>
              </a:solidFill>
              <a:prstDash val="lg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grpSp>
      <p:sp>
        <p:nvSpPr>
          <p:cNvPr id="35880" name="Text Box 40">
            <a:extLst>
              <a:ext uri="{FF2B5EF4-FFF2-40B4-BE49-F238E27FC236}">
                <a16:creationId xmlns:a16="http://schemas.microsoft.com/office/drawing/2014/main" id="{BE0100F0-367B-4E08-891E-075754B952A2}"/>
              </a:ext>
            </a:extLst>
          </p:cNvPr>
          <p:cNvSpPr txBox="1">
            <a:spLocks noChangeArrowheads="1"/>
          </p:cNvSpPr>
          <p:nvPr/>
        </p:nvSpPr>
        <p:spPr bwMode="auto">
          <a:xfrm>
            <a:off x="0" y="1447800"/>
            <a:ext cx="3429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solidFill>
                  <a:srgbClr val="AC5232"/>
                </a:solidFill>
              </a:rPr>
              <a:t>借助</a:t>
            </a:r>
            <a:r>
              <a:rPr lang="zh-CN" altLang="en-US" sz="3200" b="1" u="sng">
                <a:solidFill>
                  <a:srgbClr val="AC5232"/>
                </a:solidFill>
              </a:rPr>
              <a:t>数据字典</a:t>
            </a:r>
            <a:r>
              <a:rPr lang="zh-CN" altLang="en-US" sz="2800" b="1">
                <a:solidFill>
                  <a:srgbClr val="AC5232"/>
                </a:solidFill>
              </a:rPr>
              <a:t>判断：</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FD30B030-9CCD-44BC-8406-6ED47D34615B}"/>
              </a:ext>
            </a:extLst>
          </p:cNvPr>
          <p:cNvSpPr>
            <a:spLocks noGrp="1" noChangeArrowheads="1"/>
          </p:cNvSpPr>
          <p:nvPr>
            <p:ph type="title"/>
          </p:nvPr>
        </p:nvSpPr>
        <p:spPr>
          <a:xfrm>
            <a:off x="1219200" y="228600"/>
            <a:ext cx="7246938" cy="1143000"/>
          </a:xfrm>
        </p:spPr>
        <p:txBody>
          <a:bodyPr/>
          <a:lstStyle/>
          <a:p>
            <a:r>
              <a:rPr lang="zh-CN" altLang="en-US" sz="4000" u="sng">
                <a:latin typeface="宋体" panose="02010600030101010101" pitchFamily="2" charset="-122"/>
              </a:rPr>
              <a:t>局部数据存储的使用</a:t>
            </a:r>
          </a:p>
        </p:txBody>
      </p:sp>
      <p:sp>
        <p:nvSpPr>
          <p:cNvPr id="36867" name="Rectangle 3">
            <a:extLst>
              <a:ext uri="{FF2B5EF4-FFF2-40B4-BE49-F238E27FC236}">
                <a16:creationId xmlns:a16="http://schemas.microsoft.com/office/drawing/2014/main" id="{391A62AD-4498-4629-AB28-D0BB21AD9F05}"/>
              </a:ext>
            </a:extLst>
          </p:cNvPr>
          <p:cNvSpPr>
            <a:spLocks noGrp="1" noChangeArrowheads="1"/>
          </p:cNvSpPr>
          <p:nvPr>
            <p:ph idx="1"/>
          </p:nvPr>
        </p:nvSpPr>
        <p:spPr>
          <a:xfrm>
            <a:off x="15875" y="1495425"/>
            <a:ext cx="8153400" cy="762000"/>
          </a:xfrm>
        </p:spPr>
        <p:txBody>
          <a:bodyPr/>
          <a:lstStyle/>
          <a:p>
            <a:pPr algn="just">
              <a:buFontTx/>
              <a:buNone/>
            </a:pPr>
            <a:r>
              <a:rPr lang="zh-CN" altLang="en-US" sz="3600" b="1">
                <a:solidFill>
                  <a:srgbClr val="AC5232"/>
                </a:solidFill>
                <a:latin typeface="宋体" panose="02010600030101010101" pitchFamily="2" charset="-122"/>
              </a:rPr>
              <a:t>出现在加工之间的界面时，才画出来。</a:t>
            </a:r>
          </a:p>
        </p:txBody>
      </p:sp>
      <p:sp>
        <p:nvSpPr>
          <p:cNvPr id="36868" name="Line 4">
            <a:extLst>
              <a:ext uri="{FF2B5EF4-FFF2-40B4-BE49-F238E27FC236}">
                <a16:creationId xmlns:a16="http://schemas.microsoft.com/office/drawing/2014/main" id="{9EFC0DFE-C089-4547-828A-4ADB61151EE6}"/>
              </a:ext>
            </a:extLst>
          </p:cNvPr>
          <p:cNvSpPr>
            <a:spLocks noChangeShapeType="1"/>
          </p:cNvSpPr>
          <p:nvPr/>
        </p:nvSpPr>
        <p:spPr bwMode="auto">
          <a:xfrm>
            <a:off x="4787900" y="1941513"/>
            <a:ext cx="0" cy="5029200"/>
          </a:xfrm>
          <a:prstGeom prst="line">
            <a:avLst/>
          </a:prstGeom>
          <a:noFill/>
          <a:ln w="12700">
            <a:solidFill>
              <a:schemeClr val="accent1"/>
            </a:solidFill>
            <a:prstDash val="lgDash"/>
            <a:round/>
            <a:headEnd type="none" w="sm" len="sm"/>
            <a:tailEnd type="none" w="sm" len="sm"/>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6869" name="Group 5">
            <a:extLst>
              <a:ext uri="{FF2B5EF4-FFF2-40B4-BE49-F238E27FC236}">
                <a16:creationId xmlns:a16="http://schemas.microsoft.com/office/drawing/2014/main" id="{A4770888-FED8-4D82-9A25-D6503E63C442}"/>
              </a:ext>
            </a:extLst>
          </p:cNvPr>
          <p:cNvGrpSpPr>
            <a:grpSpLocks/>
          </p:cNvGrpSpPr>
          <p:nvPr/>
        </p:nvGrpSpPr>
        <p:grpSpPr bwMode="auto">
          <a:xfrm>
            <a:off x="215900" y="1524000"/>
            <a:ext cx="8839200" cy="5218113"/>
            <a:chOff x="136" y="960"/>
            <a:chExt cx="5568" cy="3287"/>
          </a:xfrm>
        </p:grpSpPr>
        <p:sp>
          <p:nvSpPr>
            <p:cNvPr id="36870" name="Rectangle 6">
              <a:extLst>
                <a:ext uri="{FF2B5EF4-FFF2-40B4-BE49-F238E27FC236}">
                  <a16:creationId xmlns:a16="http://schemas.microsoft.com/office/drawing/2014/main" id="{4B67FD88-376B-4EF6-9793-A3DF3B822DC2}"/>
                </a:ext>
              </a:extLst>
            </p:cNvPr>
            <p:cNvSpPr>
              <a:spLocks noChangeArrowheads="1"/>
            </p:cNvSpPr>
            <p:nvPr/>
          </p:nvSpPr>
          <p:spPr bwMode="auto">
            <a:xfrm>
              <a:off x="4838" y="1050"/>
              <a:ext cx="40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600" b="1">
                  <a:solidFill>
                    <a:srgbClr val="01050F"/>
                  </a:solidFill>
                  <a:latin typeface="黑体" panose="02010609060101010101" pitchFamily="49" charset="-122"/>
                  <a:ea typeface="黑体" panose="02010609060101010101" pitchFamily="49" charset="-122"/>
                </a:rPr>
                <a:t>XX</a:t>
              </a:r>
            </a:p>
          </p:txBody>
        </p:sp>
        <p:sp>
          <p:nvSpPr>
            <p:cNvPr id="36871" name="Oval 7">
              <a:extLst>
                <a:ext uri="{FF2B5EF4-FFF2-40B4-BE49-F238E27FC236}">
                  <a16:creationId xmlns:a16="http://schemas.microsoft.com/office/drawing/2014/main" id="{9A3BC688-83A5-483B-9066-4CCB7D2D8C88}"/>
                </a:ext>
              </a:extLst>
            </p:cNvPr>
            <p:cNvSpPr>
              <a:spLocks noChangeArrowheads="1"/>
            </p:cNvSpPr>
            <p:nvPr/>
          </p:nvSpPr>
          <p:spPr bwMode="auto">
            <a:xfrm>
              <a:off x="3552" y="1903"/>
              <a:ext cx="704" cy="656"/>
            </a:xfrm>
            <a:prstGeom prst="ellipse">
              <a:avLst/>
            </a:prstGeom>
            <a:solidFill>
              <a:schemeClr val="bg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2" name="Rectangle 8">
              <a:extLst>
                <a:ext uri="{FF2B5EF4-FFF2-40B4-BE49-F238E27FC236}">
                  <a16:creationId xmlns:a16="http://schemas.microsoft.com/office/drawing/2014/main" id="{DEC33663-03E8-4BDF-A2E3-087A6A7DFC01}"/>
                </a:ext>
              </a:extLst>
            </p:cNvPr>
            <p:cNvSpPr>
              <a:spLocks noChangeArrowheads="1"/>
            </p:cNvSpPr>
            <p:nvPr/>
          </p:nvSpPr>
          <p:spPr bwMode="auto">
            <a:xfrm>
              <a:off x="5224" y="1856"/>
              <a:ext cx="48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a:solidFill>
                    <a:srgbClr val="01050F"/>
                  </a:solidFill>
                  <a:latin typeface="黑体" panose="02010609060101010101" pitchFamily="49" charset="-122"/>
                  <a:ea typeface="黑体" panose="02010609060101010101" pitchFamily="49" charset="-122"/>
                </a:rPr>
                <a:t>Ｅ</a:t>
              </a:r>
            </a:p>
          </p:txBody>
        </p:sp>
        <p:sp>
          <p:nvSpPr>
            <p:cNvPr id="36873" name="Line 9">
              <a:extLst>
                <a:ext uri="{FF2B5EF4-FFF2-40B4-BE49-F238E27FC236}">
                  <a16:creationId xmlns:a16="http://schemas.microsoft.com/office/drawing/2014/main" id="{2DC09411-DB47-4234-A9D3-862A10547781}"/>
                </a:ext>
              </a:extLst>
            </p:cNvPr>
            <p:cNvSpPr>
              <a:spLocks noChangeShapeType="1"/>
            </p:cNvSpPr>
            <p:nvPr/>
          </p:nvSpPr>
          <p:spPr bwMode="auto">
            <a:xfrm>
              <a:off x="4264" y="2231"/>
              <a:ext cx="384"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4" name="Line 10">
              <a:extLst>
                <a:ext uri="{FF2B5EF4-FFF2-40B4-BE49-F238E27FC236}">
                  <a16:creationId xmlns:a16="http://schemas.microsoft.com/office/drawing/2014/main" id="{56C13E3B-4FF4-4489-8780-25D5EA55B15A}"/>
                </a:ext>
              </a:extLst>
            </p:cNvPr>
            <p:cNvSpPr>
              <a:spLocks noChangeShapeType="1"/>
            </p:cNvSpPr>
            <p:nvPr/>
          </p:nvSpPr>
          <p:spPr bwMode="auto">
            <a:xfrm>
              <a:off x="5272" y="2231"/>
              <a:ext cx="432"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5" name="Line 11">
              <a:extLst>
                <a:ext uri="{FF2B5EF4-FFF2-40B4-BE49-F238E27FC236}">
                  <a16:creationId xmlns:a16="http://schemas.microsoft.com/office/drawing/2014/main" id="{F57167E0-61A5-455B-AEF0-3286204DF132}"/>
                </a:ext>
              </a:extLst>
            </p:cNvPr>
            <p:cNvSpPr>
              <a:spLocks noChangeShapeType="1"/>
            </p:cNvSpPr>
            <p:nvPr/>
          </p:nvSpPr>
          <p:spPr bwMode="auto">
            <a:xfrm>
              <a:off x="3400" y="1511"/>
              <a:ext cx="240" cy="48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6" name="Rectangle 12">
              <a:extLst>
                <a:ext uri="{FF2B5EF4-FFF2-40B4-BE49-F238E27FC236}">
                  <a16:creationId xmlns:a16="http://schemas.microsoft.com/office/drawing/2014/main" id="{A365DAEC-46C3-4FEE-9269-BE7AD0843C56}"/>
                </a:ext>
              </a:extLst>
            </p:cNvPr>
            <p:cNvSpPr>
              <a:spLocks noChangeArrowheads="1"/>
            </p:cNvSpPr>
            <p:nvPr/>
          </p:nvSpPr>
          <p:spPr bwMode="auto">
            <a:xfrm>
              <a:off x="3496" y="2000"/>
              <a:ext cx="81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a:solidFill>
                    <a:srgbClr val="01050F"/>
                  </a:solidFill>
                  <a:latin typeface="黑体" panose="02010609060101010101" pitchFamily="49" charset="-122"/>
                  <a:ea typeface="黑体" panose="02010609060101010101" pitchFamily="49" charset="-122"/>
                </a:rPr>
                <a:t>２</a:t>
              </a:r>
              <a:r>
                <a:rPr lang="en-US" altLang="zh-CN" sz="3600" b="1">
                  <a:solidFill>
                    <a:srgbClr val="01050F"/>
                  </a:solidFill>
                  <a:latin typeface="黑体" panose="02010609060101010101" pitchFamily="49" charset="-122"/>
                  <a:ea typeface="黑体" panose="02010609060101010101" pitchFamily="49" charset="-122"/>
                </a:rPr>
                <a:t>.1</a:t>
              </a:r>
            </a:p>
          </p:txBody>
        </p:sp>
        <p:sp>
          <p:nvSpPr>
            <p:cNvPr id="36877" name="Line 13">
              <a:extLst>
                <a:ext uri="{FF2B5EF4-FFF2-40B4-BE49-F238E27FC236}">
                  <a16:creationId xmlns:a16="http://schemas.microsoft.com/office/drawing/2014/main" id="{067E5F7A-20BC-467A-99DC-533A01317176}"/>
                </a:ext>
              </a:extLst>
            </p:cNvPr>
            <p:cNvSpPr>
              <a:spLocks noChangeShapeType="1"/>
            </p:cNvSpPr>
            <p:nvPr/>
          </p:nvSpPr>
          <p:spPr bwMode="auto">
            <a:xfrm>
              <a:off x="4616" y="1463"/>
              <a:ext cx="912"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8" name="Oval 14">
              <a:extLst>
                <a:ext uri="{FF2B5EF4-FFF2-40B4-BE49-F238E27FC236}">
                  <a16:creationId xmlns:a16="http://schemas.microsoft.com/office/drawing/2014/main" id="{985F2FBE-E5BD-4E5A-9544-2663D8024E33}"/>
                </a:ext>
              </a:extLst>
            </p:cNvPr>
            <p:cNvSpPr>
              <a:spLocks noChangeArrowheads="1"/>
            </p:cNvSpPr>
            <p:nvPr/>
          </p:nvSpPr>
          <p:spPr bwMode="auto">
            <a:xfrm>
              <a:off x="4608" y="1903"/>
              <a:ext cx="704" cy="656"/>
            </a:xfrm>
            <a:prstGeom prst="ellipse">
              <a:avLst/>
            </a:prstGeom>
            <a:solidFill>
              <a:schemeClr val="bg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9" name="Rectangle 15">
              <a:extLst>
                <a:ext uri="{FF2B5EF4-FFF2-40B4-BE49-F238E27FC236}">
                  <a16:creationId xmlns:a16="http://schemas.microsoft.com/office/drawing/2014/main" id="{33D22745-1A5A-4A49-B668-F5466DF2940F}"/>
                </a:ext>
              </a:extLst>
            </p:cNvPr>
            <p:cNvSpPr>
              <a:spLocks noChangeArrowheads="1"/>
            </p:cNvSpPr>
            <p:nvPr/>
          </p:nvSpPr>
          <p:spPr bwMode="auto">
            <a:xfrm>
              <a:off x="4552" y="2000"/>
              <a:ext cx="81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a:solidFill>
                    <a:srgbClr val="01050F"/>
                  </a:solidFill>
                  <a:latin typeface="黑体" panose="02010609060101010101" pitchFamily="49" charset="-122"/>
                  <a:ea typeface="黑体" panose="02010609060101010101" pitchFamily="49" charset="-122"/>
                </a:rPr>
                <a:t>２</a:t>
              </a:r>
              <a:r>
                <a:rPr lang="en-US" altLang="zh-CN" sz="3600" b="1">
                  <a:solidFill>
                    <a:srgbClr val="01050F"/>
                  </a:solidFill>
                  <a:latin typeface="黑体" panose="02010609060101010101" pitchFamily="49" charset="-122"/>
                  <a:ea typeface="黑体" panose="02010609060101010101" pitchFamily="49" charset="-122"/>
                </a:rPr>
                <a:t>.2</a:t>
              </a:r>
            </a:p>
          </p:txBody>
        </p:sp>
        <p:sp>
          <p:nvSpPr>
            <p:cNvPr id="36880" name="Oval 16">
              <a:extLst>
                <a:ext uri="{FF2B5EF4-FFF2-40B4-BE49-F238E27FC236}">
                  <a16:creationId xmlns:a16="http://schemas.microsoft.com/office/drawing/2014/main" id="{68AEDBF6-CD51-4C0C-9B26-7E20EEBDC58E}"/>
                </a:ext>
              </a:extLst>
            </p:cNvPr>
            <p:cNvSpPr>
              <a:spLocks noChangeArrowheads="1"/>
            </p:cNvSpPr>
            <p:nvPr/>
          </p:nvSpPr>
          <p:spPr bwMode="auto">
            <a:xfrm>
              <a:off x="4176" y="2959"/>
              <a:ext cx="704" cy="656"/>
            </a:xfrm>
            <a:prstGeom prst="ellipse">
              <a:avLst/>
            </a:prstGeom>
            <a:solidFill>
              <a:schemeClr val="bg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1" name="Line 17">
              <a:extLst>
                <a:ext uri="{FF2B5EF4-FFF2-40B4-BE49-F238E27FC236}">
                  <a16:creationId xmlns:a16="http://schemas.microsoft.com/office/drawing/2014/main" id="{340D163E-7B57-42A5-A99E-880143AC3F1F}"/>
                </a:ext>
              </a:extLst>
            </p:cNvPr>
            <p:cNvSpPr>
              <a:spLocks noChangeShapeType="1"/>
            </p:cNvSpPr>
            <p:nvPr/>
          </p:nvSpPr>
          <p:spPr bwMode="auto">
            <a:xfrm>
              <a:off x="4024" y="2567"/>
              <a:ext cx="240" cy="432"/>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2" name="Rectangle 18">
              <a:extLst>
                <a:ext uri="{FF2B5EF4-FFF2-40B4-BE49-F238E27FC236}">
                  <a16:creationId xmlns:a16="http://schemas.microsoft.com/office/drawing/2014/main" id="{B88B50D1-C65E-44F9-A9C9-E54BF7209639}"/>
                </a:ext>
              </a:extLst>
            </p:cNvPr>
            <p:cNvSpPr>
              <a:spLocks noChangeArrowheads="1"/>
            </p:cNvSpPr>
            <p:nvPr/>
          </p:nvSpPr>
          <p:spPr bwMode="auto">
            <a:xfrm>
              <a:off x="4120" y="3056"/>
              <a:ext cx="81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a:solidFill>
                    <a:srgbClr val="01050F"/>
                  </a:solidFill>
                  <a:latin typeface="黑体" panose="02010609060101010101" pitchFamily="49" charset="-122"/>
                  <a:ea typeface="黑体" panose="02010609060101010101" pitchFamily="49" charset="-122"/>
                </a:rPr>
                <a:t>２</a:t>
              </a:r>
              <a:r>
                <a:rPr lang="en-US" altLang="zh-CN" sz="3600" b="1">
                  <a:solidFill>
                    <a:srgbClr val="01050F"/>
                  </a:solidFill>
                  <a:latin typeface="黑体" panose="02010609060101010101" pitchFamily="49" charset="-122"/>
                  <a:ea typeface="黑体" panose="02010609060101010101" pitchFamily="49" charset="-122"/>
                </a:rPr>
                <a:t>.3</a:t>
              </a:r>
            </a:p>
          </p:txBody>
        </p:sp>
        <p:sp>
          <p:nvSpPr>
            <p:cNvPr id="36883" name="Line 19">
              <a:extLst>
                <a:ext uri="{FF2B5EF4-FFF2-40B4-BE49-F238E27FC236}">
                  <a16:creationId xmlns:a16="http://schemas.microsoft.com/office/drawing/2014/main" id="{3F8D851F-78CD-4CF6-900C-9A0E669141EB}"/>
                </a:ext>
              </a:extLst>
            </p:cNvPr>
            <p:cNvSpPr>
              <a:spLocks noChangeShapeType="1"/>
            </p:cNvSpPr>
            <p:nvPr/>
          </p:nvSpPr>
          <p:spPr bwMode="auto">
            <a:xfrm>
              <a:off x="4648" y="3623"/>
              <a:ext cx="240" cy="432"/>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4" name="Rectangle 20">
              <a:extLst>
                <a:ext uri="{FF2B5EF4-FFF2-40B4-BE49-F238E27FC236}">
                  <a16:creationId xmlns:a16="http://schemas.microsoft.com/office/drawing/2014/main" id="{1F83B0A3-7949-4F0A-967C-57111513D60F}"/>
                </a:ext>
              </a:extLst>
            </p:cNvPr>
            <p:cNvSpPr>
              <a:spLocks noChangeArrowheads="1"/>
            </p:cNvSpPr>
            <p:nvPr/>
          </p:nvSpPr>
          <p:spPr bwMode="auto">
            <a:xfrm>
              <a:off x="4792" y="3632"/>
              <a:ext cx="48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a:solidFill>
                    <a:srgbClr val="01050F"/>
                  </a:solidFill>
                  <a:latin typeface="黑体" panose="02010609060101010101" pitchFamily="49" charset="-122"/>
                  <a:ea typeface="黑体" panose="02010609060101010101" pitchFamily="49" charset="-122"/>
                </a:rPr>
                <a:t>Ｆ</a:t>
              </a:r>
            </a:p>
          </p:txBody>
        </p:sp>
        <p:sp>
          <p:nvSpPr>
            <p:cNvPr id="36885" name="Rectangle 21">
              <a:extLst>
                <a:ext uri="{FF2B5EF4-FFF2-40B4-BE49-F238E27FC236}">
                  <a16:creationId xmlns:a16="http://schemas.microsoft.com/office/drawing/2014/main" id="{ACBA9EDD-B1E7-47F2-9D07-779D9028DEEE}"/>
                </a:ext>
              </a:extLst>
            </p:cNvPr>
            <p:cNvSpPr>
              <a:spLocks noChangeArrowheads="1"/>
            </p:cNvSpPr>
            <p:nvPr/>
          </p:nvSpPr>
          <p:spPr bwMode="auto">
            <a:xfrm>
              <a:off x="3408" y="1386"/>
              <a:ext cx="48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a:solidFill>
                    <a:srgbClr val="01050F"/>
                  </a:solidFill>
                  <a:latin typeface="黑体" panose="02010609060101010101" pitchFamily="49" charset="-122"/>
                  <a:ea typeface="黑体" panose="02010609060101010101" pitchFamily="49" charset="-122"/>
                </a:rPr>
                <a:t>Ｄ</a:t>
              </a:r>
            </a:p>
          </p:txBody>
        </p:sp>
        <p:sp>
          <p:nvSpPr>
            <p:cNvPr id="36886" name="Line 22">
              <a:extLst>
                <a:ext uri="{FF2B5EF4-FFF2-40B4-BE49-F238E27FC236}">
                  <a16:creationId xmlns:a16="http://schemas.microsoft.com/office/drawing/2014/main" id="{CCD5E54D-5900-4D36-8EC3-68415310BED6}"/>
                </a:ext>
              </a:extLst>
            </p:cNvPr>
            <p:cNvSpPr>
              <a:spLocks noChangeShapeType="1"/>
            </p:cNvSpPr>
            <p:nvPr/>
          </p:nvSpPr>
          <p:spPr bwMode="auto">
            <a:xfrm flipV="1">
              <a:off x="4984" y="1463"/>
              <a:ext cx="0" cy="432"/>
            </a:xfrm>
            <a:prstGeom prst="line">
              <a:avLst/>
            </a:prstGeom>
            <a:noFill/>
            <a:ln w="25400">
              <a:solidFill>
                <a:schemeClr val="tx1"/>
              </a:solidFill>
              <a:round/>
              <a:headEnd type="stealth"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7" name="Oval 23">
              <a:extLst>
                <a:ext uri="{FF2B5EF4-FFF2-40B4-BE49-F238E27FC236}">
                  <a16:creationId xmlns:a16="http://schemas.microsoft.com/office/drawing/2014/main" id="{C731CAEE-1203-4906-B0CC-33744425F67D}"/>
                </a:ext>
              </a:extLst>
            </p:cNvPr>
            <p:cNvSpPr>
              <a:spLocks noChangeArrowheads="1"/>
            </p:cNvSpPr>
            <p:nvPr/>
          </p:nvSpPr>
          <p:spPr bwMode="auto">
            <a:xfrm>
              <a:off x="288" y="1903"/>
              <a:ext cx="704" cy="656"/>
            </a:xfrm>
            <a:prstGeom prst="ellipse">
              <a:avLst/>
            </a:prstGeom>
            <a:solidFill>
              <a:schemeClr val="bg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8" name="Rectangle 24">
              <a:extLst>
                <a:ext uri="{FF2B5EF4-FFF2-40B4-BE49-F238E27FC236}">
                  <a16:creationId xmlns:a16="http://schemas.microsoft.com/office/drawing/2014/main" id="{609C46B1-273C-4BE5-979C-BEBA2D158B16}"/>
                </a:ext>
              </a:extLst>
            </p:cNvPr>
            <p:cNvSpPr>
              <a:spLocks noChangeArrowheads="1"/>
            </p:cNvSpPr>
            <p:nvPr/>
          </p:nvSpPr>
          <p:spPr bwMode="auto">
            <a:xfrm>
              <a:off x="2200" y="1856"/>
              <a:ext cx="48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a:solidFill>
                    <a:srgbClr val="01050F"/>
                  </a:solidFill>
                  <a:latin typeface="黑体" panose="02010609060101010101" pitchFamily="49" charset="-122"/>
                  <a:ea typeface="黑体" panose="02010609060101010101" pitchFamily="49" charset="-122"/>
                </a:rPr>
                <a:t>Ｃ</a:t>
              </a:r>
            </a:p>
          </p:txBody>
        </p:sp>
        <p:sp>
          <p:nvSpPr>
            <p:cNvPr id="36889" name="Line 25">
              <a:extLst>
                <a:ext uri="{FF2B5EF4-FFF2-40B4-BE49-F238E27FC236}">
                  <a16:creationId xmlns:a16="http://schemas.microsoft.com/office/drawing/2014/main" id="{BB1A1024-62C9-48D2-9B56-F28C1F64DAF0}"/>
                </a:ext>
              </a:extLst>
            </p:cNvPr>
            <p:cNvSpPr>
              <a:spLocks noChangeShapeType="1"/>
            </p:cNvSpPr>
            <p:nvPr/>
          </p:nvSpPr>
          <p:spPr bwMode="auto">
            <a:xfrm>
              <a:off x="1000" y="2231"/>
              <a:ext cx="480"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0" name="Line 26">
              <a:extLst>
                <a:ext uri="{FF2B5EF4-FFF2-40B4-BE49-F238E27FC236}">
                  <a16:creationId xmlns:a16="http://schemas.microsoft.com/office/drawing/2014/main" id="{8D3CE8C3-8E2A-4F2D-B492-72E6B04553F2}"/>
                </a:ext>
              </a:extLst>
            </p:cNvPr>
            <p:cNvSpPr>
              <a:spLocks noChangeShapeType="1"/>
            </p:cNvSpPr>
            <p:nvPr/>
          </p:nvSpPr>
          <p:spPr bwMode="auto">
            <a:xfrm>
              <a:off x="2200" y="2231"/>
              <a:ext cx="528"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1" name="Line 27">
              <a:extLst>
                <a:ext uri="{FF2B5EF4-FFF2-40B4-BE49-F238E27FC236}">
                  <a16:creationId xmlns:a16="http://schemas.microsoft.com/office/drawing/2014/main" id="{89B9EBC6-C52A-4A21-9853-867051B81342}"/>
                </a:ext>
              </a:extLst>
            </p:cNvPr>
            <p:cNvSpPr>
              <a:spLocks noChangeShapeType="1"/>
            </p:cNvSpPr>
            <p:nvPr/>
          </p:nvSpPr>
          <p:spPr bwMode="auto">
            <a:xfrm>
              <a:off x="136" y="1511"/>
              <a:ext cx="240" cy="48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2" name="Rectangle 28">
              <a:extLst>
                <a:ext uri="{FF2B5EF4-FFF2-40B4-BE49-F238E27FC236}">
                  <a16:creationId xmlns:a16="http://schemas.microsoft.com/office/drawing/2014/main" id="{F05AB88E-1310-4D07-9172-473B68734DCC}"/>
                </a:ext>
              </a:extLst>
            </p:cNvPr>
            <p:cNvSpPr>
              <a:spLocks noChangeArrowheads="1"/>
            </p:cNvSpPr>
            <p:nvPr/>
          </p:nvSpPr>
          <p:spPr bwMode="auto">
            <a:xfrm>
              <a:off x="472" y="2000"/>
              <a:ext cx="432" cy="486"/>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4400" b="1">
                  <a:solidFill>
                    <a:srgbClr val="01050F"/>
                  </a:solidFill>
                  <a:latin typeface="黑体" panose="02010609060101010101" pitchFamily="49" charset="-122"/>
                  <a:ea typeface="黑体" panose="02010609060101010101" pitchFamily="49" charset="-122"/>
                </a:rPr>
                <a:t>1</a:t>
              </a:r>
            </a:p>
          </p:txBody>
        </p:sp>
        <p:sp>
          <p:nvSpPr>
            <p:cNvPr id="36893" name="Oval 29">
              <a:extLst>
                <a:ext uri="{FF2B5EF4-FFF2-40B4-BE49-F238E27FC236}">
                  <a16:creationId xmlns:a16="http://schemas.microsoft.com/office/drawing/2014/main" id="{AFBB47B4-8812-45CA-80A5-F1B15E9CCEB2}"/>
                </a:ext>
              </a:extLst>
            </p:cNvPr>
            <p:cNvSpPr>
              <a:spLocks noChangeArrowheads="1"/>
            </p:cNvSpPr>
            <p:nvPr/>
          </p:nvSpPr>
          <p:spPr bwMode="auto">
            <a:xfrm>
              <a:off x="1488" y="1903"/>
              <a:ext cx="704" cy="656"/>
            </a:xfrm>
            <a:prstGeom prst="ellipse">
              <a:avLst/>
            </a:prstGeom>
            <a:solidFill>
              <a:schemeClr val="bg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4" name="Rectangle 30">
              <a:extLst>
                <a:ext uri="{FF2B5EF4-FFF2-40B4-BE49-F238E27FC236}">
                  <a16:creationId xmlns:a16="http://schemas.microsoft.com/office/drawing/2014/main" id="{9A465F65-FF36-40D6-AA1E-6DBFC994E043}"/>
                </a:ext>
              </a:extLst>
            </p:cNvPr>
            <p:cNvSpPr>
              <a:spLocks noChangeArrowheads="1"/>
            </p:cNvSpPr>
            <p:nvPr/>
          </p:nvSpPr>
          <p:spPr bwMode="auto">
            <a:xfrm>
              <a:off x="1624" y="200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400" b="1">
                  <a:solidFill>
                    <a:srgbClr val="01050F"/>
                  </a:solidFill>
                  <a:latin typeface="黑体" panose="02010609060101010101" pitchFamily="49" charset="-122"/>
                  <a:ea typeface="黑体" panose="02010609060101010101" pitchFamily="49" charset="-122"/>
                </a:rPr>
                <a:t>３</a:t>
              </a:r>
            </a:p>
          </p:txBody>
        </p:sp>
        <p:sp>
          <p:nvSpPr>
            <p:cNvPr id="36895" name="Oval 31">
              <a:extLst>
                <a:ext uri="{FF2B5EF4-FFF2-40B4-BE49-F238E27FC236}">
                  <a16:creationId xmlns:a16="http://schemas.microsoft.com/office/drawing/2014/main" id="{E5834D94-545B-4C5E-984E-3EA6F6C7FFC2}"/>
                </a:ext>
              </a:extLst>
            </p:cNvPr>
            <p:cNvSpPr>
              <a:spLocks noChangeArrowheads="1"/>
            </p:cNvSpPr>
            <p:nvPr/>
          </p:nvSpPr>
          <p:spPr bwMode="auto">
            <a:xfrm>
              <a:off x="912" y="2959"/>
              <a:ext cx="704" cy="656"/>
            </a:xfrm>
            <a:prstGeom prst="ellipse">
              <a:avLst/>
            </a:prstGeom>
            <a:solidFill>
              <a:schemeClr val="bg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6" name="Line 32">
              <a:extLst>
                <a:ext uri="{FF2B5EF4-FFF2-40B4-BE49-F238E27FC236}">
                  <a16:creationId xmlns:a16="http://schemas.microsoft.com/office/drawing/2014/main" id="{652B779B-4B54-4230-91CF-1F4D38CA4BA2}"/>
                </a:ext>
              </a:extLst>
            </p:cNvPr>
            <p:cNvSpPr>
              <a:spLocks noChangeShapeType="1"/>
            </p:cNvSpPr>
            <p:nvPr/>
          </p:nvSpPr>
          <p:spPr bwMode="auto">
            <a:xfrm>
              <a:off x="760" y="2567"/>
              <a:ext cx="240" cy="432"/>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7" name="Rectangle 33">
              <a:extLst>
                <a:ext uri="{FF2B5EF4-FFF2-40B4-BE49-F238E27FC236}">
                  <a16:creationId xmlns:a16="http://schemas.microsoft.com/office/drawing/2014/main" id="{2603F748-7CED-4324-A3EE-39F6FE163B66}"/>
                </a:ext>
              </a:extLst>
            </p:cNvPr>
            <p:cNvSpPr>
              <a:spLocks noChangeArrowheads="1"/>
            </p:cNvSpPr>
            <p:nvPr/>
          </p:nvSpPr>
          <p:spPr bwMode="auto">
            <a:xfrm>
              <a:off x="1048" y="3056"/>
              <a:ext cx="67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400" b="1">
                  <a:solidFill>
                    <a:srgbClr val="01050F"/>
                  </a:solidFill>
                  <a:latin typeface="黑体" panose="02010609060101010101" pitchFamily="49" charset="-122"/>
                  <a:ea typeface="黑体" panose="02010609060101010101" pitchFamily="49" charset="-122"/>
                </a:rPr>
                <a:t>２</a:t>
              </a:r>
            </a:p>
          </p:txBody>
        </p:sp>
        <p:sp>
          <p:nvSpPr>
            <p:cNvPr id="36898" name="Line 34">
              <a:extLst>
                <a:ext uri="{FF2B5EF4-FFF2-40B4-BE49-F238E27FC236}">
                  <a16:creationId xmlns:a16="http://schemas.microsoft.com/office/drawing/2014/main" id="{BAB61D35-C5B9-4E62-B561-8194BFE91B73}"/>
                </a:ext>
              </a:extLst>
            </p:cNvPr>
            <p:cNvSpPr>
              <a:spLocks noChangeShapeType="1"/>
            </p:cNvSpPr>
            <p:nvPr/>
          </p:nvSpPr>
          <p:spPr bwMode="auto">
            <a:xfrm>
              <a:off x="1384" y="3623"/>
              <a:ext cx="240" cy="432"/>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9" name="Rectangle 35">
              <a:extLst>
                <a:ext uri="{FF2B5EF4-FFF2-40B4-BE49-F238E27FC236}">
                  <a16:creationId xmlns:a16="http://schemas.microsoft.com/office/drawing/2014/main" id="{293401DE-7C26-459C-9163-754AB1BF38AC}"/>
                </a:ext>
              </a:extLst>
            </p:cNvPr>
            <p:cNvSpPr>
              <a:spLocks noChangeArrowheads="1"/>
            </p:cNvSpPr>
            <p:nvPr/>
          </p:nvSpPr>
          <p:spPr bwMode="auto">
            <a:xfrm>
              <a:off x="1528" y="3632"/>
              <a:ext cx="48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a:solidFill>
                    <a:srgbClr val="01050F"/>
                  </a:solidFill>
                  <a:latin typeface="黑体" panose="02010609060101010101" pitchFamily="49" charset="-122"/>
                  <a:ea typeface="黑体" panose="02010609060101010101" pitchFamily="49" charset="-122"/>
                </a:rPr>
                <a:t>Ｆ</a:t>
              </a:r>
            </a:p>
          </p:txBody>
        </p:sp>
        <p:sp>
          <p:nvSpPr>
            <p:cNvPr id="36900" name="Rectangle 36">
              <a:extLst>
                <a:ext uri="{FF2B5EF4-FFF2-40B4-BE49-F238E27FC236}">
                  <a16:creationId xmlns:a16="http://schemas.microsoft.com/office/drawing/2014/main" id="{16D5B391-8ED5-433F-B450-D26A5020E1BD}"/>
                </a:ext>
              </a:extLst>
            </p:cNvPr>
            <p:cNvSpPr>
              <a:spLocks noChangeArrowheads="1"/>
            </p:cNvSpPr>
            <p:nvPr/>
          </p:nvSpPr>
          <p:spPr bwMode="auto">
            <a:xfrm>
              <a:off x="144" y="1386"/>
              <a:ext cx="48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a:solidFill>
                    <a:srgbClr val="01050F"/>
                  </a:solidFill>
                  <a:latin typeface="黑体" panose="02010609060101010101" pitchFamily="49" charset="-122"/>
                  <a:ea typeface="黑体" panose="02010609060101010101" pitchFamily="49" charset="-122"/>
                </a:rPr>
                <a:t>Ａ</a:t>
              </a:r>
            </a:p>
          </p:txBody>
        </p:sp>
        <p:sp>
          <p:nvSpPr>
            <p:cNvPr id="36901" name="Rectangle 37">
              <a:extLst>
                <a:ext uri="{FF2B5EF4-FFF2-40B4-BE49-F238E27FC236}">
                  <a16:creationId xmlns:a16="http://schemas.microsoft.com/office/drawing/2014/main" id="{9F3FED35-2D60-4D99-9A1D-D136EDCCE385}"/>
                </a:ext>
              </a:extLst>
            </p:cNvPr>
            <p:cNvSpPr>
              <a:spLocks noChangeArrowheads="1"/>
            </p:cNvSpPr>
            <p:nvPr/>
          </p:nvSpPr>
          <p:spPr bwMode="auto">
            <a:xfrm>
              <a:off x="856" y="2480"/>
              <a:ext cx="48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a:solidFill>
                    <a:srgbClr val="01050F"/>
                  </a:solidFill>
                  <a:latin typeface="黑体" panose="02010609060101010101" pitchFamily="49" charset="-122"/>
                  <a:ea typeface="黑体" panose="02010609060101010101" pitchFamily="49" charset="-122"/>
                </a:rPr>
                <a:t>Ｄ</a:t>
              </a:r>
            </a:p>
          </p:txBody>
        </p:sp>
        <p:sp>
          <p:nvSpPr>
            <p:cNvPr id="36902" name="Line 38">
              <a:extLst>
                <a:ext uri="{FF2B5EF4-FFF2-40B4-BE49-F238E27FC236}">
                  <a16:creationId xmlns:a16="http://schemas.microsoft.com/office/drawing/2014/main" id="{32CDA4B2-6F28-4D8C-8E47-318803577845}"/>
                </a:ext>
              </a:extLst>
            </p:cNvPr>
            <p:cNvSpPr>
              <a:spLocks noChangeShapeType="1"/>
            </p:cNvSpPr>
            <p:nvPr/>
          </p:nvSpPr>
          <p:spPr bwMode="auto">
            <a:xfrm>
              <a:off x="1624" y="3287"/>
              <a:ext cx="528"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3" name="Rectangle 39">
              <a:extLst>
                <a:ext uri="{FF2B5EF4-FFF2-40B4-BE49-F238E27FC236}">
                  <a16:creationId xmlns:a16="http://schemas.microsoft.com/office/drawing/2014/main" id="{CAF8B977-39AD-4901-8F1C-366F8A876DD3}"/>
                </a:ext>
              </a:extLst>
            </p:cNvPr>
            <p:cNvSpPr>
              <a:spLocks noChangeArrowheads="1"/>
            </p:cNvSpPr>
            <p:nvPr/>
          </p:nvSpPr>
          <p:spPr bwMode="auto">
            <a:xfrm>
              <a:off x="1624" y="2912"/>
              <a:ext cx="48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a:solidFill>
                    <a:srgbClr val="01050F"/>
                  </a:solidFill>
                  <a:latin typeface="黑体" panose="02010609060101010101" pitchFamily="49" charset="-122"/>
                  <a:ea typeface="黑体" panose="02010609060101010101" pitchFamily="49" charset="-122"/>
                </a:rPr>
                <a:t>Ｅ</a:t>
              </a:r>
            </a:p>
          </p:txBody>
        </p:sp>
        <p:sp>
          <p:nvSpPr>
            <p:cNvPr id="36904" name="Rectangle 40">
              <a:extLst>
                <a:ext uri="{FF2B5EF4-FFF2-40B4-BE49-F238E27FC236}">
                  <a16:creationId xmlns:a16="http://schemas.microsoft.com/office/drawing/2014/main" id="{69F8BA0F-DDBC-4EAC-A5F0-E9DE99514D30}"/>
                </a:ext>
              </a:extLst>
            </p:cNvPr>
            <p:cNvSpPr>
              <a:spLocks noChangeArrowheads="1"/>
            </p:cNvSpPr>
            <p:nvPr/>
          </p:nvSpPr>
          <p:spPr bwMode="auto">
            <a:xfrm>
              <a:off x="952" y="1856"/>
              <a:ext cx="48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a:solidFill>
                    <a:srgbClr val="01050F"/>
                  </a:solidFill>
                  <a:latin typeface="黑体" panose="02010609060101010101" pitchFamily="49" charset="-122"/>
                  <a:ea typeface="黑体" panose="02010609060101010101" pitchFamily="49" charset="-122"/>
                </a:rPr>
                <a:t>Ｂ</a:t>
              </a:r>
            </a:p>
          </p:txBody>
        </p:sp>
        <p:sp>
          <p:nvSpPr>
            <p:cNvPr id="36905" name="Rectangle 41">
              <a:extLst>
                <a:ext uri="{FF2B5EF4-FFF2-40B4-BE49-F238E27FC236}">
                  <a16:creationId xmlns:a16="http://schemas.microsoft.com/office/drawing/2014/main" id="{81238559-CE56-4474-8977-CDA5B2D658CA}"/>
                </a:ext>
              </a:extLst>
            </p:cNvPr>
            <p:cNvSpPr>
              <a:spLocks noChangeArrowheads="1"/>
            </p:cNvSpPr>
            <p:nvPr/>
          </p:nvSpPr>
          <p:spPr bwMode="auto">
            <a:xfrm>
              <a:off x="480" y="3834"/>
              <a:ext cx="7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rgbClr val="01050F"/>
                  </a:solidFill>
                  <a:latin typeface="黑体" panose="02010609060101010101" pitchFamily="49" charset="-122"/>
                  <a:ea typeface="黑体" panose="02010609060101010101" pitchFamily="49" charset="-122"/>
                </a:rPr>
                <a:t>父图</a:t>
              </a:r>
            </a:p>
          </p:txBody>
        </p:sp>
        <p:sp>
          <p:nvSpPr>
            <p:cNvPr id="36906" name="Rectangle 42">
              <a:extLst>
                <a:ext uri="{FF2B5EF4-FFF2-40B4-BE49-F238E27FC236}">
                  <a16:creationId xmlns:a16="http://schemas.microsoft.com/office/drawing/2014/main" id="{279B51FE-6A7F-41AF-AA9C-7470BEF0FBEC}"/>
                </a:ext>
              </a:extLst>
            </p:cNvPr>
            <p:cNvSpPr>
              <a:spLocks noChangeArrowheads="1"/>
            </p:cNvSpPr>
            <p:nvPr/>
          </p:nvSpPr>
          <p:spPr bwMode="auto">
            <a:xfrm>
              <a:off x="3360" y="3882"/>
              <a:ext cx="63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rgbClr val="01050F"/>
                  </a:solidFill>
                  <a:latin typeface="黑体" panose="02010609060101010101" pitchFamily="49" charset="-122"/>
                  <a:ea typeface="黑体" panose="02010609060101010101" pitchFamily="49" charset="-122"/>
                </a:rPr>
                <a:t>子图</a:t>
              </a:r>
            </a:p>
          </p:txBody>
        </p:sp>
        <p:sp>
          <p:nvSpPr>
            <p:cNvPr id="36907" name="Line 43">
              <a:extLst>
                <a:ext uri="{FF2B5EF4-FFF2-40B4-BE49-F238E27FC236}">
                  <a16:creationId xmlns:a16="http://schemas.microsoft.com/office/drawing/2014/main" id="{5E004E91-D330-4DBB-B23B-2CED9E7C384E}"/>
                </a:ext>
              </a:extLst>
            </p:cNvPr>
            <p:cNvSpPr>
              <a:spLocks noChangeShapeType="1"/>
            </p:cNvSpPr>
            <p:nvPr/>
          </p:nvSpPr>
          <p:spPr bwMode="auto">
            <a:xfrm flipH="1">
              <a:off x="4128" y="1488"/>
              <a:ext cx="720" cy="480"/>
            </a:xfrm>
            <a:prstGeom prst="line">
              <a:avLst/>
            </a:prstGeom>
            <a:noFill/>
            <a:ln w="254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908" name="Oval 44">
              <a:extLst>
                <a:ext uri="{FF2B5EF4-FFF2-40B4-BE49-F238E27FC236}">
                  <a16:creationId xmlns:a16="http://schemas.microsoft.com/office/drawing/2014/main" id="{2D90E74D-386B-4C63-A78A-357308BF3B99}"/>
                </a:ext>
              </a:extLst>
            </p:cNvPr>
            <p:cNvSpPr>
              <a:spLocks noChangeArrowheads="1"/>
            </p:cNvSpPr>
            <p:nvPr/>
          </p:nvSpPr>
          <p:spPr bwMode="auto">
            <a:xfrm>
              <a:off x="4704" y="960"/>
              <a:ext cx="720" cy="576"/>
            </a:xfrm>
            <a:prstGeom prst="ellipse">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92F6CB3-059C-406D-BEB8-32A1789C5F58}"/>
              </a:ext>
            </a:extLst>
          </p:cNvPr>
          <p:cNvGrpSpPr/>
          <p:nvPr/>
        </p:nvGrpSpPr>
        <p:grpSpPr>
          <a:xfrm>
            <a:off x="179512" y="1700808"/>
            <a:ext cx="8696276" cy="4874096"/>
            <a:chOff x="0" y="1219200"/>
            <a:chExt cx="9164573" cy="5410200"/>
          </a:xfrm>
        </p:grpSpPr>
        <p:sp>
          <p:nvSpPr>
            <p:cNvPr id="3" name="Rectangle 2">
              <a:extLst>
                <a:ext uri="{FF2B5EF4-FFF2-40B4-BE49-F238E27FC236}">
                  <a16:creationId xmlns:a16="http://schemas.microsoft.com/office/drawing/2014/main" id="{2462D0DA-BDAC-4792-BB8D-880FA0AAB2FE}"/>
                </a:ext>
              </a:extLst>
            </p:cNvPr>
            <p:cNvSpPr>
              <a:spLocks noChangeArrowheads="1"/>
            </p:cNvSpPr>
            <p:nvPr/>
          </p:nvSpPr>
          <p:spPr bwMode="auto">
            <a:xfrm>
              <a:off x="822325" y="3046413"/>
              <a:ext cx="17684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rgbClr val="01050F"/>
                  </a:solidFill>
                  <a:latin typeface="黑体" panose="02010609060101010101" pitchFamily="49" charset="-122"/>
                  <a:ea typeface="黑体" panose="02010609060101010101" pitchFamily="49" charset="-122"/>
                </a:rPr>
                <a:t>购书单</a:t>
              </a:r>
            </a:p>
          </p:txBody>
        </p:sp>
        <p:sp>
          <p:nvSpPr>
            <p:cNvPr id="4" name="Rectangle 3">
              <a:extLst>
                <a:ext uri="{FF2B5EF4-FFF2-40B4-BE49-F238E27FC236}">
                  <a16:creationId xmlns:a16="http://schemas.microsoft.com/office/drawing/2014/main" id="{E594CE22-3ECB-4D7B-BEDD-09F84834FA1E}"/>
                </a:ext>
              </a:extLst>
            </p:cNvPr>
            <p:cNvSpPr>
              <a:spLocks noChangeArrowheads="1"/>
            </p:cNvSpPr>
            <p:nvPr/>
          </p:nvSpPr>
          <p:spPr bwMode="auto">
            <a:xfrm>
              <a:off x="6553200" y="2986088"/>
              <a:ext cx="152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a:solidFill>
                    <a:srgbClr val="01050F"/>
                  </a:solidFill>
                  <a:latin typeface="黑体" panose="02010609060101010101" pitchFamily="49" charset="-122"/>
                  <a:ea typeface="黑体" panose="02010609060101010101" pitchFamily="49" charset="-122"/>
                </a:rPr>
                <a:t>缺书</a:t>
              </a:r>
              <a:r>
                <a:rPr lang="zh-CN" altLang="en-US" sz="3200" b="1">
                  <a:solidFill>
                    <a:srgbClr val="01050F"/>
                  </a:solidFill>
                  <a:latin typeface="黑体" panose="02010609060101010101" pitchFamily="49" charset="-122"/>
                  <a:ea typeface="黑体" panose="02010609060101010101" pitchFamily="49" charset="-122"/>
                </a:rPr>
                <a:t>单</a:t>
              </a:r>
            </a:p>
          </p:txBody>
        </p:sp>
        <p:sp>
          <p:nvSpPr>
            <p:cNvPr id="5" name="Rectangle 4">
              <a:extLst>
                <a:ext uri="{FF2B5EF4-FFF2-40B4-BE49-F238E27FC236}">
                  <a16:creationId xmlns:a16="http://schemas.microsoft.com/office/drawing/2014/main" id="{067C28F8-F8CD-4D88-895B-139B52E394EA}"/>
                </a:ext>
              </a:extLst>
            </p:cNvPr>
            <p:cNvSpPr>
              <a:spLocks noChangeArrowheads="1"/>
            </p:cNvSpPr>
            <p:nvPr/>
          </p:nvSpPr>
          <p:spPr bwMode="auto">
            <a:xfrm>
              <a:off x="2422525" y="3297333"/>
              <a:ext cx="1539876"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dirty="0">
                  <a:solidFill>
                    <a:srgbClr val="01050F"/>
                  </a:solidFill>
                  <a:latin typeface="黑体" panose="02010609060101010101" pitchFamily="49" charset="-122"/>
                  <a:ea typeface="黑体" panose="02010609060101010101" pitchFamily="49" charset="-122"/>
                </a:rPr>
                <a:t>销售</a:t>
              </a:r>
            </a:p>
            <a:p>
              <a:pPr eaLnBrk="0" hangingPunct="0"/>
              <a:r>
                <a:rPr lang="zh-CN" altLang="en-US" sz="3200" b="1" dirty="0">
                  <a:solidFill>
                    <a:srgbClr val="01050F"/>
                  </a:solidFill>
                  <a:latin typeface="黑体" panose="02010609060101010101" pitchFamily="49" charset="-122"/>
                  <a:ea typeface="黑体" panose="02010609060101010101" pitchFamily="49" charset="-122"/>
                </a:rPr>
                <a:t>教材</a:t>
              </a:r>
            </a:p>
          </p:txBody>
        </p:sp>
        <p:sp>
          <p:nvSpPr>
            <p:cNvPr id="6" name="Rectangle 5">
              <a:extLst>
                <a:ext uri="{FF2B5EF4-FFF2-40B4-BE49-F238E27FC236}">
                  <a16:creationId xmlns:a16="http://schemas.microsoft.com/office/drawing/2014/main" id="{AEFD53E7-BA6F-4031-9D07-E404CCB70C1E}"/>
                </a:ext>
              </a:extLst>
            </p:cNvPr>
            <p:cNvSpPr>
              <a:spLocks noChangeArrowheads="1"/>
            </p:cNvSpPr>
            <p:nvPr/>
          </p:nvSpPr>
          <p:spPr bwMode="auto">
            <a:xfrm>
              <a:off x="5334000" y="3311621"/>
              <a:ext cx="14478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rgbClr val="01050F"/>
                  </a:solidFill>
                  <a:latin typeface="黑体" panose="02010609060101010101" pitchFamily="49" charset="-122"/>
                  <a:ea typeface="黑体" panose="02010609060101010101" pitchFamily="49" charset="-122"/>
                </a:rPr>
                <a:t>采购</a:t>
              </a:r>
            </a:p>
            <a:p>
              <a:pPr eaLnBrk="0" hangingPunct="0"/>
              <a:r>
                <a:rPr lang="zh-CN" altLang="en-US" sz="3200" b="1">
                  <a:solidFill>
                    <a:srgbClr val="01050F"/>
                  </a:solidFill>
                  <a:latin typeface="黑体" panose="02010609060101010101" pitchFamily="49" charset="-122"/>
                  <a:ea typeface="黑体" panose="02010609060101010101" pitchFamily="49" charset="-122"/>
                </a:rPr>
                <a:t>教材</a:t>
              </a:r>
            </a:p>
          </p:txBody>
        </p:sp>
        <p:sp>
          <p:nvSpPr>
            <p:cNvPr id="7" name="Line 6">
              <a:extLst>
                <a:ext uri="{FF2B5EF4-FFF2-40B4-BE49-F238E27FC236}">
                  <a16:creationId xmlns:a16="http://schemas.microsoft.com/office/drawing/2014/main" id="{4ACE4087-2894-438C-8E41-0624515ED8AA}"/>
                </a:ext>
              </a:extLst>
            </p:cNvPr>
            <p:cNvSpPr>
              <a:spLocks noChangeShapeType="1"/>
            </p:cNvSpPr>
            <p:nvPr/>
          </p:nvSpPr>
          <p:spPr bwMode="auto">
            <a:xfrm>
              <a:off x="914400" y="3657600"/>
              <a:ext cx="1371600"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7">
              <a:extLst>
                <a:ext uri="{FF2B5EF4-FFF2-40B4-BE49-F238E27FC236}">
                  <a16:creationId xmlns:a16="http://schemas.microsoft.com/office/drawing/2014/main" id="{83C51DED-82C6-4270-B5FA-A350E861952A}"/>
                </a:ext>
              </a:extLst>
            </p:cNvPr>
            <p:cNvSpPr>
              <a:spLocks noChangeShapeType="1"/>
            </p:cNvSpPr>
            <p:nvPr/>
          </p:nvSpPr>
          <p:spPr bwMode="auto">
            <a:xfrm>
              <a:off x="6477000" y="3657600"/>
              <a:ext cx="1676400"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8">
              <a:extLst>
                <a:ext uri="{FF2B5EF4-FFF2-40B4-BE49-F238E27FC236}">
                  <a16:creationId xmlns:a16="http://schemas.microsoft.com/office/drawing/2014/main" id="{2B9B9610-D476-436B-8F3E-BFAC1C5E15B2}"/>
                </a:ext>
              </a:extLst>
            </p:cNvPr>
            <p:cNvSpPr>
              <a:spLocks noChangeArrowheads="1"/>
            </p:cNvSpPr>
            <p:nvPr/>
          </p:nvSpPr>
          <p:spPr bwMode="auto">
            <a:xfrm>
              <a:off x="2590800" y="2817764"/>
              <a:ext cx="381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600" b="1">
                  <a:solidFill>
                    <a:srgbClr val="01050F"/>
                  </a:solidFill>
                  <a:latin typeface="黑体" panose="02010609060101010101" pitchFamily="49" charset="-122"/>
                  <a:ea typeface="黑体" panose="02010609060101010101" pitchFamily="49" charset="-122"/>
                </a:rPr>
                <a:t>1</a:t>
              </a:r>
            </a:p>
          </p:txBody>
        </p:sp>
        <p:sp>
          <p:nvSpPr>
            <p:cNvPr id="10" name="Rectangle 9">
              <a:extLst>
                <a:ext uri="{FF2B5EF4-FFF2-40B4-BE49-F238E27FC236}">
                  <a16:creationId xmlns:a16="http://schemas.microsoft.com/office/drawing/2014/main" id="{BACEAC8D-2C56-4464-A017-32B661BD9C9D}"/>
                </a:ext>
              </a:extLst>
            </p:cNvPr>
            <p:cNvSpPr>
              <a:spLocks noChangeArrowheads="1"/>
            </p:cNvSpPr>
            <p:nvPr/>
          </p:nvSpPr>
          <p:spPr bwMode="auto">
            <a:xfrm>
              <a:off x="5715000" y="2817764"/>
              <a:ext cx="381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600" b="1">
                  <a:solidFill>
                    <a:srgbClr val="01050F"/>
                  </a:solidFill>
                  <a:latin typeface="黑体" panose="02010609060101010101" pitchFamily="49" charset="-122"/>
                  <a:ea typeface="黑体" panose="02010609060101010101" pitchFamily="49" charset="-122"/>
                </a:rPr>
                <a:t>2</a:t>
              </a:r>
            </a:p>
          </p:txBody>
        </p:sp>
        <p:sp>
          <p:nvSpPr>
            <p:cNvPr id="11" name="Line 10">
              <a:extLst>
                <a:ext uri="{FF2B5EF4-FFF2-40B4-BE49-F238E27FC236}">
                  <a16:creationId xmlns:a16="http://schemas.microsoft.com/office/drawing/2014/main" id="{19B95E3F-9CA6-450A-833A-D29547D76E12}"/>
                </a:ext>
              </a:extLst>
            </p:cNvPr>
            <p:cNvSpPr>
              <a:spLocks noChangeShapeType="1"/>
            </p:cNvSpPr>
            <p:nvPr/>
          </p:nvSpPr>
          <p:spPr bwMode="auto">
            <a:xfrm>
              <a:off x="3429000" y="4876800"/>
              <a:ext cx="0" cy="990600"/>
            </a:xfrm>
            <a:prstGeom prst="line">
              <a:avLst/>
            </a:prstGeom>
            <a:noFill/>
            <a:ln w="25400">
              <a:solidFill>
                <a:srgbClr val="01050F"/>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1">
              <a:extLst>
                <a:ext uri="{FF2B5EF4-FFF2-40B4-BE49-F238E27FC236}">
                  <a16:creationId xmlns:a16="http://schemas.microsoft.com/office/drawing/2014/main" id="{0A807B43-937D-4C83-8AD2-8E5DE4E17606}"/>
                </a:ext>
              </a:extLst>
            </p:cNvPr>
            <p:cNvSpPr>
              <a:spLocks noChangeShapeType="1"/>
            </p:cNvSpPr>
            <p:nvPr/>
          </p:nvSpPr>
          <p:spPr bwMode="auto">
            <a:xfrm>
              <a:off x="5410200" y="4876800"/>
              <a:ext cx="0" cy="990600"/>
            </a:xfrm>
            <a:prstGeom prst="line">
              <a:avLst/>
            </a:prstGeom>
            <a:noFill/>
            <a:ln w="25400">
              <a:solidFill>
                <a:srgbClr val="01050F"/>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AutoShape 13">
              <a:extLst>
                <a:ext uri="{FF2B5EF4-FFF2-40B4-BE49-F238E27FC236}">
                  <a16:creationId xmlns:a16="http://schemas.microsoft.com/office/drawing/2014/main" id="{42003C3D-A5BA-4249-A12A-D48BA96E1C21}"/>
                </a:ext>
              </a:extLst>
            </p:cNvPr>
            <p:cNvSpPr>
              <a:spLocks noChangeArrowheads="1"/>
            </p:cNvSpPr>
            <p:nvPr/>
          </p:nvSpPr>
          <p:spPr bwMode="auto">
            <a:xfrm>
              <a:off x="2298700" y="2984500"/>
              <a:ext cx="1346200" cy="1879600"/>
            </a:xfrm>
            <a:prstGeom prst="roundRect">
              <a:avLst>
                <a:gd name="adj" fmla="val 12495"/>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4" name="Line 14">
              <a:extLst>
                <a:ext uri="{FF2B5EF4-FFF2-40B4-BE49-F238E27FC236}">
                  <a16:creationId xmlns:a16="http://schemas.microsoft.com/office/drawing/2014/main" id="{CFF462CB-BD27-43C2-9626-F883A379B673}"/>
                </a:ext>
              </a:extLst>
            </p:cNvPr>
            <p:cNvSpPr>
              <a:spLocks noChangeShapeType="1"/>
            </p:cNvSpPr>
            <p:nvPr/>
          </p:nvSpPr>
          <p:spPr bwMode="auto">
            <a:xfrm>
              <a:off x="2286000" y="3429000"/>
              <a:ext cx="1371600"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5" name="AutoShape 15">
              <a:extLst>
                <a:ext uri="{FF2B5EF4-FFF2-40B4-BE49-F238E27FC236}">
                  <a16:creationId xmlns:a16="http://schemas.microsoft.com/office/drawing/2014/main" id="{1CC16104-080C-43E2-80FA-FC7E6E351D6C}"/>
                </a:ext>
              </a:extLst>
            </p:cNvPr>
            <p:cNvSpPr>
              <a:spLocks noChangeArrowheads="1"/>
            </p:cNvSpPr>
            <p:nvPr/>
          </p:nvSpPr>
          <p:spPr bwMode="auto">
            <a:xfrm>
              <a:off x="5194300" y="2984500"/>
              <a:ext cx="1270000" cy="1879600"/>
            </a:xfrm>
            <a:prstGeom prst="roundRect">
              <a:avLst>
                <a:gd name="adj" fmla="val 12495"/>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6" name="Line 16">
              <a:extLst>
                <a:ext uri="{FF2B5EF4-FFF2-40B4-BE49-F238E27FC236}">
                  <a16:creationId xmlns:a16="http://schemas.microsoft.com/office/drawing/2014/main" id="{5C10E4FB-9E56-4B79-88CC-D6BA9195B2E9}"/>
                </a:ext>
              </a:extLst>
            </p:cNvPr>
            <p:cNvSpPr>
              <a:spLocks noChangeShapeType="1"/>
            </p:cNvSpPr>
            <p:nvPr/>
          </p:nvSpPr>
          <p:spPr bwMode="auto">
            <a:xfrm>
              <a:off x="5181600" y="3429000"/>
              <a:ext cx="1295400"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7" name="Line 17">
              <a:extLst>
                <a:ext uri="{FF2B5EF4-FFF2-40B4-BE49-F238E27FC236}">
                  <a16:creationId xmlns:a16="http://schemas.microsoft.com/office/drawing/2014/main" id="{F48298B5-2E05-4F71-A72E-917B76D5D9FA}"/>
                </a:ext>
              </a:extLst>
            </p:cNvPr>
            <p:cNvSpPr>
              <a:spLocks noChangeShapeType="1"/>
            </p:cNvSpPr>
            <p:nvPr/>
          </p:nvSpPr>
          <p:spPr bwMode="auto">
            <a:xfrm>
              <a:off x="6400800" y="4495800"/>
              <a:ext cx="1752600" cy="0"/>
            </a:xfrm>
            <a:prstGeom prst="line">
              <a:avLst/>
            </a:prstGeom>
            <a:noFill/>
            <a:ln w="25400">
              <a:solidFill>
                <a:srgbClr val="01050F"/>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8" name="Line 18">
              <a:extLst>
                <a:ext uri="{FF2B5EF4-FFF2-40B4-BE49-F238E27FC236}">
                  <a16:creationId xmlns:a16="http://schemas.microsoft.com/office/drawing/2014/main" id="{76A1E884-9B78-4A1B-9D97-1C709E5C9156}"/>
                </a:ext>
              </a:extLst>
            </p:cNvPr>
            <p:cNvSpPr>
              <a:spLocks noChangeShapeType="1"/>
            </p:cNvSpPr>
            <p:nvPr/>
          </p:nvSpPr>
          <p:spPr bwMode="auto">
            <a:xfrm>
              <a:off x="3124200" y="1219200"/>
              <a:ext cx="25908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9">
              <a:extLst>
                <a:ext uri="{FF2B5EF4-FFF2-40B4-BE49-F238E27FC236}">
                  <a16:creationId xmlns:a16="http://schemas.microsoft.com/office/drawing/2014/main" id="{6361967C-B8CD-4F6C-940E-1B03752909C5}"/>
                </a:ext>
              </a:extLst>
            </p:cNvPr>
            <p:cNvSpPr>
              <a:spLocks noChangeShapeType="1"/>
            </p:cNvSpPr>
            <p:nvPr/>
          </p:nvSpPr>
          <p:spPr bwMode="auto">
            <a:xfrm>
              <a:off x="3124200" y="1981200"/>
              <a:ext cx="25908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20">
              <a:extLst>
                <a:ext uri="{FF2B5EF4-FFF2-40B4-BE49-F238E27FC236}">
                  <a16:creationId xmlns:a16="http://schemas.microsoft.com/office/drawing/2014/main" id="{6DEC3263-D18B-4F74-9A70-507BC313A376}"/>
                </a:ext>
              </a:extLst>
            </p:cNvPr>
            <p:cNvSpPr>
              <a:spLocks noChangeShapeType="1"/>
            </p:cNvSpPr>
            <p:nvPr/>
          </p:nvSpPr>
          <p:spPr bwMode="auto">
            <a:xfrm>
              <a:off x="3124200" y="1219200"/>
              <a:ext cx="0" cy="7620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1" name="Line 21">
              <a:extLst>
                <a:ext uri="{FF2B5EF4-FFF2-40B4-BE49-F238E27FC236}">
                  <a16:creationId xmlns:a16="http://schemas.microsoft.com/office/drawing/2014/main" id="{72B20292-8D6B-4CC2-B6AF-7F0A9F80FA1D}"/>
                </a:ext>
              </a:extLst>
            </p:cNvPr>
            <p:cNvSpPr>
              <a:spLocks noChangeShapeType="1"/>
            </p:cNvSpPr>
            <p:nvPr/>
          </p:nvSpPr>
          <p:spPr bwMode="auto">
            <a:xfrm>
              <a:off x="3657600" y="1219200"/>
              <a:ext cx="0" cy="76200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2" name="Rectangle 22">
              <a:extLst>
                <a:ext uri="{FF2B5EF4-FFF2-40B4-BE49-F238E27FC236}">
                  <a16:creationId xmlns:a16="http://schemas.microsoft.com/office/drawing/2014/main" id="{7C47737A-074C-4C7A-8FF1-0B1B15B4CA98}"/>
                </a:ext>
              </a:extLst>
            </p:cNvPr>
            <p:cNvSpPr>
              <a:spLocks noChangeArrowheads="1"/>
            </p:cNvSpPr>
            <p:nvPr/>
          </p:nvSpPr>
          <p:spPr bwMode="auto">
            <a:xfrm>
              <a:off x="3641725" y="1341438"/>
              <a:ext cx="22161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en-US" sz="3200" b="1">
                  <a:solidFill>
                    <a:srgbClr val="01050F"/>
                  </a:solidFill>
                  <a:latin typeface="黑体" panose="02010609060101010101" pitchFamily="49" charset="-122"/>
                  <a:ea typeface="黑体" panose="02010609060101010101" pitchFamily="49" charset="-122"/>
                </a:rPr>
                <a:t>教材存量表</a:t>
              </a:r>
            </a:p>
          </p:txBody>
        </p:sp>
        <p:sp useBgFill="1">
          <p:nvSpPr>
            <p:cNvPr id="23" name="Rectangle 23">
              <a:extLst>
                <a:ext uri="{FF2B5EF4-FFF2-40B4-BE49-F238E27FC236}">
                  <a16:creationId xmlns:a16="http://schemas.microsoft.com/office/drawing/2014/main" id="{5057811D-1D4F-4E7B-8017-2A84A9280FD1}"/>
                </a:ext>
              </a:extLst>
            </p:cNvPr>
            <p:cNvSpPr>
              <a:spLocks noChangeArrowheads="1"/>
            </p:cNvSpPr>
            <p:nvPr/>
          </p:nvSpPr>
          <p:spPr bwMode="auto">
            <a:xfrm>
              <a:off x="88900" y="2755900"/>
              <a:ext cx="812800" cy="1955800"/>
            </a:xfrm>
            <a:prstGeom prst="rect">
              <a:avLst/>
            </a:prstGeom>
            <a:ln w="25400">
              <a:solidFill>
                <a:srgbClr val="01050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Rectangle 24">
              <a:extLst>
                <a:ext uri="{FF2B5EF4-FFF2-40B4-BE49-F238E27FC236}">
                  <a16:creationId xmlns:a16="http://schemas.microsoft.com/office/drawing/2014/main" id="{C324DE80-3C8D-43DB-A187-EBB9E0CCCE67}"/>
                </a:ext>
              </a:extLst>
            </p:cNvPr>
            <p:cNvSpPr>
              <a:spLocks noChangeArrowheads="1"/>
            </p:cNvSpPr>
            <p:nvPr/>
          </p:nvSpPr>
          <p:spPr bwMode="auto">
            <a:xfrm>
              <a:off x="0" y="2971800"/>
              <a:ext cx="838200"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400" b="1">
                  <a:solidFill>
                    <a:srgbClr val="01050F"/>
                  </a:solidFill>
                  <a:latin typeface="黑体" panose="02010609060101010101" pitchFamily="49" charset="-122"/>
                  <a:ea typeface="黑体" panose="02010609060101010101" pitchFamily="49" charset="-122"/>
                </a:rPr>
                <a:t>学</a:t>
              </a:r>
            </a:p>
            <a:p>
              <a:pPr eaLnBrk="0" hangingPunct="0"/>
              <a:r>
                <a:rPr lang="zh-CN" altLang="en-US" sz="4400" b="1">
                  <a:solidFill>
                    <a:srgbClr val="01050F"/>
                  </a:solidFill>
                  <a:latin typeface="黑体" panose="02010609060101010101" pitchFamily="49" charset="-122"/>
                  <a:ea typeface="黑体" panose="02010609060101010101" pitchFamily="49" charset="-122"/>
                </a:rPr>
                <a:t>生</a:t>
              </a:r>
            </a:p>
          </p:txBody>
        </p:sp>
        <p:sp>
          <p:nvSpPr>
            <p:cNvPr id="25" name="Line 25">
              <a:extLst>
                <a:ext uri="{FF2B5EF4-FFF2-40B4-BE49-F238E27FC236}">
                  <a16:creationId xmlns:a16="http://schemas.microsoft.com/office/drawing/2014/main" id="{6862EDC6-C5AB-4478-8C61-344D6F1F8B03}"/>
                </a:ext>
              </a:extLst>
            </p:cNvPr>
            <p:cNvSpPr>
              <a:spLocks noChangeShapeType="1"/>
            </p:cNvSpPr>
            <p:nvPr/>
          </p:nvSpPr>
          <p:spPr bwMode="auto">
            <a:xfrm>
              <a:off x="0" y="2743200"/>
              <a:ext cx="0" cy="20574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26">
              <a:extLst>
                <a:ext uri="{FF2B5EF4-FFF2-40B4-BE49-F238E27FC236}">
                  <a16:creationId xmlns:a16="http://schemas.microsoft.com/office/drawing/2014/main" id="{8B8B2A3F-B388-446A-920D-89BDAE663221}"/>
                </a:ext>
              </a:extLst>
            </p:cNvPr>
            <p:cNvSpPr>
              <a:spLocks noChangeShapeType="1"/>
            </p:cNvSpPr>
            <p:nvPr/>
          </p:nvSpPr>
          <p:spPr bwMode="auto">
            <a:xfrm>
              <a:off x="0" y="4800600"/>
              <a:ext cx="9144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7" name="Rectangle 27">
              <a:extLst>
                <a:ext uri="{FF2B5EF4-FFF2-40B4-BE49-F238E27FC236}">
                  <a16:creationId xmlns:a16="http://schemas.microsoft.com/office/drawing/2014/main" id="{76430CD0-3076-4CB0-8EF1-28D3691BE7CD}"/>
                </a:ext>
              </a:extLst>
            </p:cNvPr>
            <p:cNvSpPr>
              <a:spLocks noChangeArrowheads="1"/>
            </p:cNvSpPr>
            <p:nvPr/>
          </p:nvSpPr>
          <p:spPr bwMode="auto">
            <a:xfrm>
              <a:off x="3108325" y="1265238"/>
              <a:ext cx="584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200" b="1">
                  <a:solidFill>
                    <a:srgbClr val="01050F"/>
                  </a:solidFill>
                  <a:latin typeface="黑体" panose="02010609060101010101" pitchFamily="49" charset="-122"/>
                  <a:ea typeface="黑体" panose="02010609060101010101" pitchFamily="49" charset="-122"/>
                </a:rPr>
                <a:t>F1</a:t>
              </a:r>
            </a:p>
          </p:txBody>
        </p:sp>
        <p:sp>
          <p:nvSpPr>
            <p:cNvPr id="28" name="Line 28">
              <a:extLst>
                <a:ext uri="{FF2B5EF4-FFF2-40B4-BE49-F238E27FC236}">
                  <a16:creationId xmlns:a16="http://schemas.microsoft.com/office/drawing/2014/main" id="{D2902711-3BD9-4480-8AB6-BE9A03FB84E5}"/>
                </a:ext>
              </a:extLst>
            </p:cNvPr>
            <p:cNvSpPr>
              <a:spLocks noChangeShapeType="1"/>
            </p:cNvSpPr>
            <p:nvPr/>
          </p:nvSpPr>
          <p:spPr bwMode="auto">
            <a:xfrm>
              <a:off x="3048000" y="5867400"/>
              <a:ext cx="25908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29">
              <a:extLst>
                <a:ext uri="{FF2B5EF4-FFF2-40B4-BE49-F238E27FC236}">
                  <a16:creationId xmlns:a16="http://schemas.microsoft.com/office/drawing/2014/main" id="{CB4C9114-EAEF-44E6-A998-15710E8CBE34}"/>
                </a:ext>
              </a:extLst>
            </p:cNvPr>
            <p:cNvSpPr>
              <a:spLocks noChangeShapeType="1"/>
            </p:cNvSpPr>
            <p:nvPr/>
          </p:nvSpPr>
          <p:spPr bwMode="auto">
            <a:xfrm>
              <a:off x="3048000" y="6629400"/>
              <a:ext cx="25908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30">
              <a:extLst>
                <a:ext uri="{FF2B5EF4-FFF2-40B4-BE49-F238E27FC236}">
                  <a16:creationId xmlns:a16="http://schemas.microsoft.com/office/drawing/2014/main" id="{3436687F-1215-42D8-959E-C71152FDCE27}"/>
                </a:ext>
              </a:extLst>
            </p:cNvPr>
            <p:cNvSpPr>
              <a:spLocks noChangeShapeType="1"/>
            </p:cNvSpPr>
            <p:nvPr/>
          </p:nvSpPr>
          <p:spPr bwMode="auto">
            <a:xfrm>
              <a:off x="3048000" y="5867400"/>
              <a:ext cx="0" cy="7620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1" name="Line 31">
              <a:extLst>
                <a:ext uri="{FF2B5EF4-FFF2-40B4-BE49-F238E27FC236}">
                  <a16:creationId xmlns:a16="http://schemas.microsoft.com/office/drawing/2014/main" id="{033D050E-47A1-475A-AE24-9AAC0A386847}"/>
                </a:ext>
              </a:extLst>
            </p:cNvPr>
            <p:cNvSpPr>
              <a:spLocks noChangeShapeType="1"/>
            </p:cNvSpPr>
            <p:nvPr/>
          </p:nvSpPr>
          <p:spPr bwMode="auto">
            <a:xfrm>
              <a:off x="3581400" y="5867400"/>
              <a:ext cx="0" cy="76200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2" name="Rectangle 32">
              <a:extLst>
                <a:ext uri="{FF2B5EF4-FFF2-40B4-BE49-F238E27FC236}">
                  <a16:creationId xmlns:a16="http://schemas.microsoft.com/office/drawing/2014/main" id="{185F700A-6BAE-493F-8BB6-A071A94F9097}"/>
                </a:ext>
              </a:extLst>
            </p:cNvPr>
            <p:cNvSpPr>
              <a:spLocks noChangeArrowheads="1"/>
            </p:cNvSpPr>
            <p:nvPr/>
          </p:nvSpPr>
          <p:spPr bwMode="auto">
            <a:xfrm>
              <a:off x="3565525" y="5989638"/>
              <a:ext cx="22161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en-US" sz="3200" b="1">
                  <a:solidFill>
                    <a:srgbClr val="01050F"/>
                  </a:solidFill>
                  <a:latin typeface="黑体" panose="02010609060101010101" pitchFamily="49" charset="-122"/>
                  <a:ea typeface="黑体" panose="02010609060101010101" pitchFamily="49" charset="-122"/>
                </a:rPr>
                <a:t>缺书登记表</a:t>
              </a:r>
            </a:p>
          </p:txBody>
        </p:sp>
        <p:sp>
          <p:nvSpPr>
            <p:cNvPr id="33" name="Rectangle 33">
              <a:extLst>
                <a:ext uri="{FF2B5EF4-FFF2-40B4-BE49-F238E27FC236}">
                  <a16:creationId xmlns:a16="http://schemas.microsoft.com/office/drawing/2014/main" id="{8584A16E-D0FF-4A3D-908C-5C1761084B92}"/>
                </a:ext>
              </a:extLst>
            </p:cNvPr>
            <p:cNvSpPr>
              <a:spLocks noChangeArrowheads="1"/>
            </p:cNvSpPr>
            <p:nvPr/>
          </p:nvSpPr>
          <p:spPr bwMode="auto">
            <a:xfrm>
              <a:off x="3032125" y="5913438"/>
              <a:ext cx="584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200" b="1">
                  <a:solidFill>
                    <a:srgbClr val="01050F"/>
                  </a:solidFill>
                  <a:latin typeface="黑体" panose="02010609060101010101" pitchFamily="49" charset="-122"/>
                  <a:ea typeface="黑体" panose="02010609060101010101" pitchFamily="49" charset="-122"/>
                </a:rPr>
                <a:t>F2</a:t>
              </a:r>
            </a:p>
          </p:txBody>
        </p:sp>
        <p:sp>
          <p:nvSpPr>
            <p:cNvPr id="34" name="Line 34">
              <a:extLst>
                <a:ext uri="{FF2B5EF4-FFF2-40B4-BE49-F238E27FC236}">
                  <a16:creationId xmlns:a16="http://schemas.microsoft.com/office/drawing/2014/main" id="{E79FCF94-4D7F-402B-9325-A4D7440A2A23}"/>
                </a:ext>
              </a:extLst>
            </p:cNvPr>
            <p:cNvSpPr>
              <a:spLocks noChangeShapeType="1"/>
            </p:cNvSpPr>
            <p:nvPr/>
          </p:nvSpPr>
          <p:spPr bwMode="auto">
            <a:xfrm>
              <a:off x="2286000" y="4419600"/>
              <a:ext cx="1371600"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5" name="Line 35">
              <a:extLst>
                <a:ext uri="{FF2B5EF4-FFF2-40B4-BE49-F238E27FC236}">
                  <a16:creationId xmlns:a16="http://schemas.microsoft.com/office/drawing/2014/main" id="{50248590-91F3-416E-9E22-F496618AFEB4}"/>
                </a:ext>
              </a:extLst>
            </p:cNvPr>
            <p:cNvSpPr>
              <a:spLocks noChangeShapeType="1"/>
            </p:cNvSpPr>
            <p:nvPr/>
          </p:nvSpPr>
          <p:spPr bwMode="auto">
            <a:xfrm>
              <a:off x="5181600" y="4419600"/>
              <a:ext cx="1295400"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useBgFill="1">
          <p:nvSpPr>
            <p:cNvPr id="36" name="Rectangle 36">
              <a:extLst>
                <a:ext uri="{FF2B5EF4-FFF2-40B4-BE49-F238E27FC236}">
                  <a16:creationId xmlns:a16="http://schemas.microsoft.com/office/drawing/2014/main" id="{A1A4C533-9955-44C9-AC18-6DCE1F0CF86C}"/>
                </a:ext>
              </a:extLst>
            </p:cNvPr>
            <p:cNvSpPr>
              <a:spLocks noChangeArrowheads="1"/>
            </p:cNvSpPr>
            <p:nvPr/>
          </p:nvSpPr>
          <p:spPr bwMode="auto">
            <a:xfrm>
              <a:off x="8242300" y="2755900"/>
              <a:ext cx="812800" cy="2336800"/>
            </a:xfrm>
            <a:prstGeom prst="rect">
              <a:avLst/>
            </a:prstGeom>
            <a:ln w="25400">
              <a:solidFill>
                <a:srgbClr val="01050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Rectangle 37">
              <a:extLst>
                <a:ext uri="{FF2B5EF4-FFF2-40B4-BE49-F238E27FC236}">
                  <a16:creationId xmlns:a16="http://schemas.microsoft.com/office/drawing/2014/main" id="{6180DAD8-7E6C-4B6C-B6F8-7C45201C9349}"/>
                </a:ext>
              </a:extLst>
            </p:cNvPr>
            <p:cNvSpPr>
              <a:spLocks noChangeArrowheads="1"/>
            </p:cNvSpPr>
            <p:nvPr/>
          </p:nvSpPr>
          <p:spPr bwMode="auto">
            <a:xfrm>
              <a:off x="8326373" y="2667794"/>
              <a:ext cx="838200" cy="2528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2800" b="1" dirty="0">
                  <a:solidFill>
                    <a:srgbClr val="01050F"/>
                  </a:solidFill>
                  <a:latin typeface="黑体" panose="02010609060101010101" pitchFamily="49" charset="-122"/>
                  <a:ea typeface="黑体" panose="02010609060101010101" pitchFamily="49" charset="-122"/>
                </a:rPr>
                <a:t>书库</a:t>
              </a:r>
            </a:p>
            <a:p>
              <a:pPr eaLnBrk="0" hangingPunct="0"/>
              <a:r>
                <a:rPr lang="zh-CN" altLang="en-US" sz="2800" b="1" dirty="0">
                  <a:solidFill>
                    <a:srgbClr val="01050F"/>
                  </a:solidFill>
                  <a:latin typeface="黑体" panose="02010609060101010101" pitchFamily="49" charset="-122"/>
                  <a:ea typeface="黑体" panose="02010609060101010101" pitchFamily="49" charset="-122"/>
                </a:rPr>
                <a:t>保</a:t>
              </a:r>
            </a:p>
            <a:p>
              <a:pPr eaLnBrk="0" hangingPunct="0"/>
              <a:r>
                <a:rPr lang="zh-CN" altLang="en-US" sz="2800" b="1" dirty="0">
                  <a:solidFill>
                    <a:srgbClr val="01050F"/>
                  </a:solidFill>
                  <a:latin typeface="黑体" panose="02010609060101010101" pitchFamily="49" charset="-122"/>
                  <a:ea typeface="黑体" panose="02010609060101010101" pitchFamily="49" charset="-122"/>
                </a:rPr>
                <a:t>管</a:t>
              </a:r>
            </a:p>
            <a:p>
              <a:pPr eaLnBrk="0" hangingPunct="0"/>
              <a:r>
                <a:rPr lang="zh-CN" altLang="en-US" sz="2800" b="1" dirty="0">
                  <a:solidFill>
                    <a:srgbClr val="01050F"/>
                  </a:solidFill>
                  <a:latin typeface="黑体" panose="02010609060101010101" pitchFamily="49" charset="-122"/>
                  <a:ea typeface="黑体" panose="02010609060101010101" pitchFamily="49" charset="-122"/>
                </a:rPr>
                <a:t>员</a:t>
              </a:r>
            </a:p>
          </p:txBody>
        </p:sp>
        <p:sp>
          <p:nvSpPr>
            <p:cNvPr id="38" name="Line 38">
              <a:extLst>
                <a:ext uri="{FF2B5EF4-FFF2-40B4-BE49-F238E27FC236}">
                  <a16:creationId xmlns:a16="http://schemas.microsoft.com/office/drawing/2014/main" id="{F6D29420-49B1-4CFD-B8E9-72AD7E650E18}"/>
                </a:ext>
              </a:extLst>
            </p:cNvPr>
            <p:cNvSpPr>
              <a:spLocks noChangeShapeType="1"/>
            </p:cNvSpPr>
            <p:nvPr/>
          </p:nvSpPr>
          <p:spPr bwMode="auto">
            <a:xfrm>
              <a:off x="8153400" y="2819400"/>
              <a:ext cx="0" cy="23622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39">
              <a:extLst>
                <a:ext uri="{FF2B5EF4-FFF2-40B4-BE49-F238E27FC236}">
                  <a16:creationId xmlns:a16="http://schemas.microsoft.com/office/drawing/2014/main" id="{061E8506-EB7C-477A-ABCE-F4436E4217C6}"/>
                </a:ext>
              </a:extLst>
            </p:cNvPr>
            <p:cNvSpPr>
              <a:spLocks noChangeShapeType="1"/>
            </p:cNvSpPr>
            <p:nvPr/>
          </p:nvSpPr>
          <p:spPr bwMode="auto">
            <a:xfrm>
              <a:off x="8153400" y="5181600"/>
              <a:ext cx="9144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40" name="Rectangle 40">
              <a:extLst>
                <a:ext uri="{FF2B5EF4-FFF2-40B4-BE49-F238E27FC236}">
                  <a16:creationId xmlns:a16="http://schemas.microsoft.com/office/drawing/2014/main" id="{8D575556-FE72-44CA-8D80-D9AC9E3A22B1}"/>
                </a:ext>
              </a:extLst>
            </p:cNvPr>
            <p:cNvSpPr>
              <a:spLocks noChangeArrowheads="1"/>
            </p:cNvSpPr>
            <p:nvPr/>
          </p:nvSpPr>
          <p:spPr bwMode="auto">
            <a:xfrm>
              <a:off x="6400800" y="3900488"/>
              <a:ext cx="2209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rgbClr val="01050F"/>
                  </a:solidFill>
                  <a:latin typeface="黑体" panose="02010609060101010101" pitchFamily="49" charset="-122"/>
                  <a:ea typeface="黑体" panose="02010609060101010101" pitchFamily="49" charset="-122"/>
                </a:rPr>
                <a:t>进书通知</a:t>
              </a:r>
            </a:p>
          </p:txBody>
        </p:sp>
        <p:sp>
          <p:nvSpPr>
            <p:cNvPr id="41" name="Line 41">
              <a:extLst>
                <a:ext uri="{FF2B5EF4-FFF2-40B4-BE49-F238E27FC236}">
                  <a16:creationId xmlns:a16="http://schemas.microsoft.com/office/drawing/2014/main" id="{7E97D389-3E57-47C4-8E40-06DCFB6E12D1}"/>
                </a:ext>
              </a:extLst>
            </p:cNvPr>
            <p:cNvSpPr>
              <a:spLocks noChangeShapeType="1"/>
            </p:cNvSpPr>
            <p:nvPr/>
          </p:nvSpPr>
          <p:spPr bwMode="auto">
            <a:xfrm>
              <a:off x="3657600" y="3962400"/>
              <a:ext cx="1524000" cy="0"/>
            </a:xfrm>
            <a:prstGeom prst="line">
              <a:avLst/>
            </a:prstGeom>
            <a:noFill/>
            <a:ln w="25400">
              <a:solidFill>
                <a:srgbClr val="01050F"/>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42" name="Rectangle 42">
              <a:extLst>
                <a:ext uri="{FF2B5EF4-FFF2-40B4-BE49-F238E27FC236}">
                  <a16:creationId xmlns:a16="http://schemas.microsoft.com/office/drawing/2014/main" id="{65C4496E-5959-4D05-BAEA-6E038D1A2FCF}"/>
                </a:ext>
              </a:extLst>
            </p:cNvPr>
            <p:cNvSpPr>
              <a:spLocks noChangeArrowheads="1"/>
            </p:cNvSpPr>
            <p:nvPr/>
          </p:nvSpPr>
          <p:spPr bwMode="auto">
            <a:xfrm>
              <a:off x="3657600" y="2986088"/>
              <a:ext cx="13716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2800" b="1">
                  <a:solidFill>
                    <a:srgbClr val="01050F"/>
                  </a:solidFill>
                  <a:latin typeface="黑体" panose="02010609060101010101" pitchFamily="49" charset="-122"/>
                  <a:ea typeface="黑体" panose="02010609060101010101" pitchFamily="49" charset="-122"/>
                </a:rPr>
                <a:t>教材入</a:t>
              </a:r>
            </a:p>
            <a:p>
              <a:pPr eaLnBrk="0" hangingPunct="0"/>
              <a:r>
                <a:rPr lang="zh-CN" altLang="en-US" sz="2800" b="1">
                  <a:solidFill>
                    <a:srgbClr val="01050F"/>
                  </a:solidFill>
                  <a:latin typeface="黑体" panose="02010609060101010101" pitchFamily="49" charset="-122"/>
                  <a:ea typeface="黑体" panose="02010609060101010101" pitchFamily="49" charset="-122"/>
                </a:rPr>
                <a:t>库信息</a:t>
              </a:r>
            </a:p>
          </p:txBody>
        </p:sp>
        <p:sp>
          <p:nvSpPr>
            <p:cNvPr id="43" name="Line 43">
              <a:extLst>
                <a:ext uri="{FF2B5EF4-FFF2-40B4-BE49-F238E27FC236}">
                  <a16:creationId xmlns:a16="http://schemas.microsoft.com/office/drawing/2014/main" id="{66BB2D2A-D659-444F-923E-C6EAE3B77812}"/>
                </a:ext>
              </a:extLst>
            </p:cNvPr>
            <p:cNvSpPr>
              <a:spLocks noChangeShapeType="1"/>
            </p:cNvSpPr>
            <p:nvPr/>
          </p:nvSpPr>
          <p:spPr bwMode="auto">
            <a:xfrm>
              <a:off x="914400" y="4495800"/>
              <a:ext cx="1371600" cy="0"/>
            </a:xfrm>
            <a:prstGeom prst="line">
              <a:avLst/>
            </a:prstGeom>
            <a:noFill/>
            <a:ln w="25400">
              <a:solidFill>
                <a:srgbClr val="01050F"/>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44" name="Rectangle 44">
              <a:extLst>
                <a:ext uri="{FF2B5EF4-FFF2-40B4-BE49-F238E27FC236}">
                  <a16:creationId xmlns:a16="http://schemas.microsoft.com/office/drawing/2014/main" id="{3D3130D9-C775-4278-94A9-60D5BEFE94CE}"/>
                </a:ext>
              </a:extLst>
            </p:cNvPr>
            <p:cNvSpPr>
              <a:spLocks noChangeArrowheads="1"/>
            </p:cNvSpPr>
            <p:nvPr/>
          </p:nvSpPr>
          <p:spPr bwMode="auto">
            <a:xfrm>
              <a:off x="898525" y="3886200"/>
              <a:ext cx="17684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rgbClr val="01050F"/>
                  </a:solidFill>
                  <a:latin typeface="黑体" panose="02010609060101010101" pitchFamily="49" charset="-122"/>
                  <a:ea typeface="黑体" panose="02010609060101010101" pitchFamily="49" charset="-122"/>
                </a:rPr>
                <a:t>领书单</a:t>
              </a:r>
            </a:p>
          </p:txBody>
        </p:sp>
        <p:sp>
          <p:nvSpPr>
            <p:cNvPr id="45" name="Line 45">
              <a:extLst>
                <a:ext uri="{FF2B5EF4-FFF2-40B4-BE49-F238E27FC236}">
                  <a16:creationId xmlns:a16="http://schemas.microsoft.com/office/drawing/2014/main" id="{1813C74C-60ED-4FFD-8962-0373FACE30D8}"/>
                </a:ext>
              </a:extLst>
            </p:cNvPr>
            <p:cNvSpPr>
              <a:spLocks noChangeShapeType="1"/>
            </p:cNvSpPr>
            <p:nvPr/>
          </p:nvSpPr>
          <p:spPr bwMode="auto">
            <a:xfrm>
              <a:off x="3429000" y="1981200"/>
              <a:ext cx="0" cy="990600"/>
            </a:xfrm>
            <a:prstGeom prst="line">
              <a:avLst/>
            </a:prstGeom>
            <a:noFill/>
            <a:ln w="25400">
              <a:solidFill>
                <a:srgbClr val="01050F"/>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46">
              <a:extLst>
                <a:ext uri="{FF2B5EF4-FFF2-40B4-BE49-F238E27FC236}">
                  <a16:creationId xmlns:a16="http://schemas.microsoft.com/office/drawing/2014/main" id="{72C92C72-7B5F-43B6-974C-403D4444B2EA}"/>
                </a:ext>
              </a:extLst>
            </p:cNvPr>
            <p:cNvSpPr>
              <a:spLocks noChangeShapeType="1"/>
            </p:cNvSpPr>
            <p:nvPr/>
          </p:nvSpPr>
          <p:spPr bwMode="auto">
            <a:xfrm>
              <a:off x="5486400" y="1981200"/>
              <a:ext cx="0" cy="990600"/>
            </a:xfrm>
            <a:prstGeom prst="line">
              <a:avLst/>
            </a:prstGeom>
            <a:noFill/>
            <a:ln w="25400">
              <a:solidFill>
                <a:srgbClr val="01050F"/>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7" name="Rectangle 12">
            <a:extLst>
              <a:ext uri="{FF2B5EF4-FFF2-40B4-BE49-F238E27FC236}">
                <a16:creationId xmlns:a16="http://schemas.microsoft.com/office/drawing/2014/main" id="{03236C5A-015B-4870-B228-0AF46D9B5001}"/>
              </a:ext>
            </a:extLst>
          </p:cNvPr>
          <p:cNvSpPr txBox="1">
            <a:spLocks noChangeArrowheads="1"/>
          </p:cNvSpPr>
          <p:nvPr/>
        </p:nvSpPr>
        <p:spPr bwMode="white">
          <a:xfrm>
            <a:off x="1256027" y="735205"/>
            <a:ext cx="7391400" cy="56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45791" dir="2021404" algn="ctr" rotWithShape="0">
                    <a:schemeClr val="tx1"/>
                  </a:outerShdw>
                </a:effectLst>
              </a14:hiddenEffects>
            </a:ext>
          </a:extLst>
        </p:spPr>
        <p:txBody>
          <a:bodyPr vert="horz" wrap="square" lIns="92075" tIns="46038" rIns="92075" bIns="46038" numCol="1" anchor="ctr" anchorCtr="0" compatLnSpc="1">
            <a:prstTxWarp prst="textNoShape">
              <a:avLst/>
            </a:prstTxWarp>
          </a:bodyPr>
          <a:lstStyle>
            <a:lvl1pPr algn="ctr" rtl="0" eaLnBrk="1" fontAlgn="base" hangingPunct="1">
              <a:spcBef>
                <a:spcPct val="0"/>
              </a:spcBef>
              <a:spcAft>
                <a:spcPct val="0"/>
              </a:spcAft>
              <a:defRPr sz="3600" b="1">
                <a:solidFill>
                  <a:schemeClr val="bg1"/>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r>
              <a:rPr lang="zh-CN" altLang="en-US" kern="0">
                <a:solidFill>
                  <a:schemeClr val="tx1"/>
                </a:solidFill>
              </a:rPr>
              <a:t>第二层</a:t>
            </a:r>
            <a:r>
              <a:rPr lang="en-US" altLang="zh-CN" kern="0">
                <a:solidFill>
                  <a:schemeClr val="tx1"/>
                </a:solidFill>
              </a:rPr>
              <a:t>DFD(</a:t>
            </a:r>
            <a:r>
              <a:rPr lang="zh-CN" altLang="en-US" kern="0">
                <a:solidFill>
                  <a:schemeClr val="tx1"/>
                </a:solidFill>
              </a:rPr>
              <a:t>０层</a:t>
            </a:r>
            <a:r>
              <a:rPr lang="en-US" altLang="zh-CN" kern="0">
                <a:solidFill>
                  <a:schemeClr val="tx1"/>
                </a:solidFill>
              </a:rPr>
              <a:t>)  </a:t>
            </a:r>
            <a:r>
              <a:rPr lang="zh-CN" altLang="en-US" sz="4000" kern="0">
                <a:solidFill>
                  <a:schemeClr val="tx1"/>
                </a:solidFill>
              </a:rPr>
              <a:t>教材购销系统　</a:t>
            </a:r>
            <a:endParaRPr lang="zh-CN" altLang="en-US" sz="4000" kern="0" dirty="0">
              <a:solidFill>
                <a:schemeClr val="tx1"/>
              </a:solidFill>
            </a:endParaRPr>
          </a:p>
        </p:txBody>
      </p:sp>
    </p:spTree>
    <p:extLst>
      <p:ext uri="{BB962C8B-B14F-4D97-AF65-F5344CB8AC3E}">
        <p14:creationId xmlns:p14="http://schemas.microsoft.com/office/powerpoint/2010/main" val="25936671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906A35-37ED-4D45-8D06-1259A143D4F9}"/>
              </a:ext>
            </a:extLst>
          </p:cNvPr>
          <p:cNvSpPr>
            <a:spLocks noGrp="1"/>
          </p:cNvSpPr>
          <p:nvPr>
            <p:ph type="title"/>
          </p:nvPr>
        </p:nvSpPr>
        <p:spPr/>
        <p:txBody>
          <a:bodyPr/>
          <a:lstStyle/>
          <a:p>
            <a:r>
              <a:rPr lang="zh-CN" altLang="en-US" dirty="0">
                <a:solidFill>
                  <a:schemeClr val="tx1"/>
                </a:solidFill>
              </a:rPr>
              <a:t>第三层</a:t>
            </a:r>
            <a:r>
              <a:rPr lang="en-US" altLang="zh-CN" dirty="0">
                <a:solidFill>
                  <a:schemeClr val="tx1"/>
                </a:solidFill>
              </a:rPr>
              <a:t>DFD (1</a:t>
            </a:r>
            <a:r>
              <a:rPr lang="zh-CN" altLang="en-US" dirty="0">
                <a:solidFill>
                  <a:schemeClr val="tx1"/>
                </a:solidFill>
              </a:rPr>
              <a:t>层</a:t>
            </a:r>
            <a:r>
              <a:rPr lang="en-US" altLang="zh-CN" dirty="0">
                <a:solidFill>
                  <a:schemeClr val="tx1"/>
                </a:solidFill>
              </a:rPr>
              <a:t>)   </a:t>
            </a:r>
            <a:r>
              <a:rPr lang="zh-CN" altLang="en-US" dirty="0">
                <a:solidFill>
                  <a:schemeClr val="tx1"/>
                </a:solidFill>
              </a:rPr>
              <a:t>采购子系统</a:t>
            </a:r>
            <a:r>
              <a:rPr lang="en-US" altLang="zh-CN" dirty="0">
                <a:solidFill>
                  <a:schemeClr val="tx1"/>
                </a:solidFill>
              </a:rPr>
              <a:t>(2.0)</a:t>
            </a:r>
            <a:endParaRPr lang="zh-CN" altLang="en-US" dirty="0"/>
          </a:p>
        </p:txBody>
      </p:sp>
      <p:grpSp>
        <p:nvGrpSpPr>
          <p:cNvPr id="66" name="组合 65">
            <a:extLst>
              <a:ext uri="{FF2B5EF4-FFF2-40B4-BE49-F238E27FC236}">
                <a16:creationId xmlns:a16="http://schemas.microsoft.com/office/drawing/2014/main" id="{2FD43786-0150-4E91-B7F1-EFB172282B58}"/>
              </a:ext>
            </a:extLst>
          </p:cNvPr>
          <p:cNvGrpSpPr/>
          <p:nvPr/>
        </p:nvGrpSpPr>
        <p:grpSpPr>
          <a:xfrm>
            <a:off x="125760" y="1684450"/>
            <a:ext cx="8907977" cy="5029806"/>
            <a:chOff x="0" y="591332"/>
            <a:chExt cx="9124950" cy="6190468"/>
          </a:xfrm>
        </p:grpSpPr>
        <p:sp>
          <p:nvSpPr>
            <p:cNvPr id="67" name="Rectangle 2">
              <a:extLst>
                <a:ext uri="{FF2B5EF4-FFF2-40B4-BE49-F238E27FC236}">
                  <a16:creationId xmlns:a16="http://schemas.microsoft.com/office/drawing/2014/main" id="{1E8BACE9-A525-4618-8EDB-8F03D26FE0D5}"/>
                </a:ext>
              </a:extLst>
            </p:cNvPr>
            <p:cNvSpPr>
              <a:spLocks noChangeArrowheads="1"/>
            </p:cNvSpPr>
            <p:nvPr/>
          </p:nvSpPr>
          <p:spPr bwMode="auto">
            <a:xfrm>
              <a:off x="2816558" y="1132686"/>
              <a:ext cx="2225675" cy="1175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2800" b="1" dirty="0">
                  <a:solidFill>
                    <a:srgbClr val="01050F"/>
                  </a:solidFill>
                  <a:latin typeface="黑体" panose="02010609060101010101" pitchFamily="49" charset="-122"/>
                  <a:ea typeface="黑体" panose="02010609060101010101" pitchFamily="49" charset="-122"/>
                </a:rPr>
                <a:t> </a:t>
              </a:r>
              <a:r>
                <a:rPr lang="zh-CN" altLang="en-US" sz="2800" b="1" dirty="0">
                  <a:solidFill>
                    <a:srgbClr val="01050F"/>
                  </a:solidFill>
                  <a:latin typeface="黑体" panose="02010609060101010101" pitchFamily="49" charset="-122"/>
                  <a:ea typeface="黑体" panose="02010609060101010101" pitchFamily="49" charset="-122"/>
                </a:rPr>
                <a:t>按书号</a:t>
              </a:r>
            </a:p>
            <a:p>
              <a:pPr eaLnBrk="0" hangingPunct="0"/>
              <a:r>
                <a:rPr lang="zh-CN" altLang="en-US" sz="2800" b="1" dirty="0">
                  <a:solidFill>
                    <a:srgbClr val="01050F"/>
                  </a:solidFill>
                  <a:latin typeface="黑体" panose="02010609060101010101" pitchFamily="49" charset="-122"/>
                  <a:ea typeface="黑体" panose="02010609060101010101" pitchFamily="49" charset="-122"/>
                </a:rPr>
                <a:t>汇总缺书</a:t>
              </a:r>
            </a:p>
          </p:txBody>
        </p:sp>
        <p:sp>
          <p:nvSpPr>
            <p:cNvPr id="68" name="Rectangle 3">
              <a:extLst>
                <a:ext uri="{FF2B5EF4-FFF2-40B4-BE49-F238E27FC236}">
                  <a16:creationId xmlns:a16="http://schemas.microsoft.com/office/drawing/2014/main" id="{ED9D4558-DE90-4DF0-9E59-006F63BE1B6C}"/>
                </a:ext>
              </a:extLst>
            </p:cNvPr>
            <p:cNvSpPr>
              <a:spLocks noChangeArrowheads="1"/>
            </p:cNvSpPr>
            <p:nvPr/>
          </p:nvSpPr>
          <p:spPr bwMode="auto">
            <a:xfrm>
              <a:off x="3140075" y="591332"/>
              <a:ext cx="1143000" cy="720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200" b="1">
                  <a:solidFill>
                    <a:srgbClr val="01050F"/>
                  </a:solidFill>
                  <a:latin typeface="黑体" panose="02010609060101010101" pitchFamily="49" charset="-122"/>
                  <a:ea typeface="黑体" panose="02010609060101010101" pitchFamily="49" charset="-122"/>
                </a:rPr>
                <a:t>2.1</a:t>
              </a:r>
            </a:p>
          </p:txBody>
        </p:sp>
        <p:sp>
          <p:nvSpPr>
            <p:cNvPr id="69" name="Rectangle 4">
              <a:extLst>
                <a:ext uri="{FF2B5EF4-FFF2-40B4-BE49-F238E27FC236}">
                  <a16:creationId xmlns:a16="http://schemas.microsoft.com/office/drawing/2014/main" id="{70B0C44B-6883-43AC-B39D-B57C02700144}"/>
                </a:ext>
              </a:extLst>
            </p:cNvPr>
            <p:cNvSpPr>
              <a:spLocks noChangeArrowheads="1"/>
            </p:cNvSpPr>
            <p:nvPr/>
          </p:nvSpPr>
          <p:spPr bwMode="auto">
            <a:xfrm>
              <a:off x="3810000" y="4401331"/>
              <a:ext cx="1219200" cy="720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200" b="1" dirty="0">
                  <a:solidFill>
                    <a:srgbClr val="01050F"/>
                  </a:solidFill>
                  <a:latin typeface="黑体" panose="02010609060101010101" pitchFamily="49" charset="-122"/>
                  <a:ea typeface="黑体" panose="02010609060101010101" pitchFamily="49" charset="-122"/>
                </a:rPr>
                <a:t>2.3</a:t>
              </a:r>
            </a:p>
          </p:txBody>
        </p:sp>
        <p:sp>
          <p:nvSpPr>
            <p:cNvPr id="70" name="AutoShape 6">
              <a:extLst>
                <a:ext uri="{FF2B5EF4-FFF2-40B4-BE49-F238E27FC236}">
                  <a16:creationId xmlns:a16="http://schemas.microsoft.com/office/drawing/2014/main" id="{CC2FDBE9-5AF9-4D5F-999C-FE56B1DB2714}"/>
                </a:ext>
              </a:extLst>
            </p:cNvPr>
            <p:cNvSpPr>
              <a:spLocks noChangeArrowheads="1"/>
            </p:cNvSpPr>
            <p:nvPr/>
          </p:nvSpPr>
          <p:spPr bwMode="auto">
            <a:xfrm>
              <a:off x="2603500" y="774700"/>
              <a:ext cx="2184400" cy="1879600"/>
            </a:xfrm>
            <a:prstGeom prst="roundRect">
              <a:avLst>
                <a:gd name="adj" fmla="val 12495"/>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71" name="Line 7">
              <a:extLst>
                <a:ext uri="{FF2B5EF4-FFF2-40B4-BE49-F238E27FC236}">
                  <a16:creationId xmlns:a16="http://schemas.microsoft.com/office/drawing/2014/main" id="{24A5B0C0-8819-4375-8BED-FE9132E01236}"/>
                </a:ext>
              </a:extLst>
            </p:cNvPr>
            <p:cNvSpPr>
              <a:spLocks noChangeShapeType="1"/>
            </p:cNvSpPr>
            <p:nvPr/>
          </p:nvSpPr>
          <p:spPr bwMode="auto">
            <a:xfrm>
              <a:off x="2590800" y="1219200"/>
              <a:ext cx="2209800"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72" name="AutoShape 8">
              <a:extLst>
                <a:ext uri="{FF2B5EF4-FFF2-40B4-BE49-F238E27FC236}">
                  <a16:creationId xmlns:a16="http://schemas.microsoft.com/office/drawing/2014/main" id="{DF9F00D6-A9F0-4FEC-90DB-91341858FF05}"/>
                </a:ext>
              </a:extLst>
            </p:cNvPr>
            <p:cNvSpPr>
              <a:spLocks noChangeArrowheads="1"/>
            </p:cNvSpPr>
            <p:nvPr/>
          </p:nvSpPr>
          <p:spPr bwMode="auto">
            <a:xfrm>
              <a:off x="3213100" y="4584700"/>
              <a:ext cx="1955800" cy="1879600"/>
            </a:xfrm>
            <a:prstGeom prst="roundRect">
              <a:avLst>
                <a:gd name="adj" fmla="val 12495"/>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73" name="Line 9">
              <a:extLst>
                <a:ext uri="{FF2B5EF4-FFF2-40B4-BE49-F238E27FC236}">
                  <a16:creationId xmlns:a16="http://schemas.microsoft.com/office/drawing/2014/main" id="{BF5FC531-DDA7-4DEC-B654-33328FD5F194}"/>
                </a:ext>
              </a:extLst>
            </p:cNvPr>
            <p:cNvSpPr>
              <a:spLocks noChangeShapeType="1"/>
            </p:cNvSpPr>
            <p:nvPr/>
          </p:nvSpPr>
          <p:spPr bwMode="auto">
            <a:xfrm>
              <a:off x="3200400" y="5029200"/>
              <a:ext cx="1981200"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74" name="Line 10">
              <a:extLst>
                <a:ext uri="{FF2B5EF4-FFF2-40B4-BE49-F238E27FC236}">
                  <a16:creationId xmlns:a16="http://schemas.microsoft.com/office/drawing/2014/main" id="{5F1691F3-376A-4D0F-9362-8A631C47D4A4}"/>
                </a:ext>
              </a:extLst>
            </p:cNvPr>
            <p:cNvSpPr>
              <a:spLocks noChangeShapeType="1"/>
            </p:cNvSpPr>
            <p:nvPr/>
          </p:nvSpPr>
          <p:spPr bwMode="auto">
            <a:xfrm>
              <a:off x="5181600" y="5638800"/>
              <a:ext cx="1981200" cy="0"/>
            </a:xfrm>
            <a:prstGeom prst="line">
              <a:avLst/>
            </a:prstGeom>
            <a:noFill/>
            <a:ln w="25400">
              <a:solidFill>
                <a:srgbClr val="01050F"/>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75" name="Line 11">
              <a:extLst>
                <a:ext uri="{FF2B5EF4-FFF2-40B4-BE49-F238E27FC236}">
                  <a16:creationId xmlns:a16="http://schemas.microsoft.com/office/drawing/2014/main" id="{27962809-A31E-47D8-9AA7-B3A23C11DB5A}"/>
                </a:ext>
              </a:extLst>
            </p:cNvPr>
            <p:cNvSpPr>
              <a:spLocks noChangeShapeType="1"/>
            </p:cNvSpPr>
            <p:nvPr/>
          </p:nvSpPr>
          <p:spPr bwMode="auto">
            <a:xfrm>
              <a:off x="3124200" y="3276600"/>
              <a:ext cx="25908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Line 12">
              <a:extLst>
                <a:ext uri="{FF2B5EF4-FFF2-40B4-BE49-F238E27FC236}">
                  <a16:creationId xmlns:a16="http://schemas.microsoft.com/office/drawing/2014/main" id="{35CB11C1-DE84-482E-948C-5547B2EACF52}"/>
                </a:ext>
              </a:extLst>
            </p:cNvPr>
            <p:cNvSpPr>
              <a:spLocks noChangeShapeType="1"/>
            </p:cNvSpPr>
            <p:nvPr/>
          </p:nvSpPr>
          <p:spPr bwMode="auto">
            <a:xfrm>
              <a:off x="3124200" y="3810000"/>
              <a:ext cx="25908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Line 13">
              <a:extLst>
                <a:ext uri="{FF2B5EF4-FFF2-40B4-BE49-F238E27FC236}">
                  <a16:creationId xmlns:a16="http://schemas.microsoft.com/office/drawing/2014/main" id="{2E5ECD08-C0B5-4663-8EDB-586728273301}"/>
                </a:ext>
              </a:extLst>
            </p:cNvPr>
            <p:cNvSpPr>
              <a:spLocks noChangeShapeType="1"/>
            </p:cNvSpPr>
            <p:nvPr/>
          </p:nvSpPr>
          <p:spPr bwMode="auto">
            <a:xfrm>
              <a:off x="3124200" y="3276600"/>
              <a:ext cx="0" cy="5334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78" name="Line 14">
              <a:extLst>
                <a:ext uri="{FF2B5EF4-FFF2-40B4-BE49-F238E27FC236}">
                  <a16:creationId xmlns:a16="http://schemas.microsoft.com/office/drawing/2014/main" id="{789AB16E-FF25-40DD-BE34-BC3F3F0B4EBC}"/>
                </a:ext>
              </a:extLst>
            </p:cNvPr>
            <p:cNvSpPr>
              <a:spLocks noChangeShapeType="1"/>
            </p:cNvSpPr>
            <p:nvPr/>
          </p:nvSpPr>
          <p:spPr bwMode="auto">
            <a:xfrm>
              <a:off x="3657600" y="3276600"/>
              <a:ext cx="0" cy="53340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79" name="Rectangle 15">
              <a:extLst>
                <a:ext uri="{FF2B5EF4-FFF2-40B4-BE49-F238E27FC236}">
                  <a16:creationId xmlns:a16="http://schemas.microsoft.com/office/drawing/2014/main" id="{BB0CBB21-EA06-4BCD-95C7-A36A258EE0F3}"/>
                </a:ext>
              </a:extLst>
            </p:cNvPr>
            <p:cNvSpPr>
              <a:spLocks noChangeArrowheads="1"/>
            </p:cNvSpPr>
            <p:nvPr/>
          </p:nvSpPr>
          <p:spPr bwMode="auto">
            <a:xfrm>
              <a:off x="3634308" y="3225560"/>
              <a:ext cx="2037781" cy="644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en-US" sz="2800" b="1" dirty="0">
                  <a:solidFill>
                    <a:srgbClr val="D45C03"/>
                  </a:solidFill>
                  <a:latin typeface="黑体" panose="02010609060101010101" pitchFamily="49" charset="-122"/>
                  <a:ea typeface="黑体" panose="02010609060101010101" pitchFamily="49" charset="-122"/>
                </a:rPr>
                <a:t>待购教材表</a:t>
              </a:r>
              <a:endParaRPr lang="zh-CN" altLang="en-US" sz="2800" b="1" dirty="0">
                <a:solidFill>
                  <a:srgbClr val="01050F"/>
                </a:solidFill>
                <a:latin typeface="黑体" panose="02010609060101010101" pitchFamily="49" charset="-122"/>
                <a:ea typeface="黑体" panose="02010609060101010101" pitchFamily="49" charset="-122"/>
              </a:endParaRPr>
            </a:p>
          </p:txBody>
        </p:sp>
        <p:sp>
          <p:nvSpPr>
            <p:cNvPr id="80" name="Rectangle 16">
              <a:extLst>
                <a:ext uri="{FF2B5EF4-FFF2-40B4-BE49-F238E27FC236}">
                  <a16:creationId xmlns:a16="http://schemas.microsoft.com/office/drawing/2014/main" id="{43678544-AC13-467A-8E15-47F3B43E659A}"/>
                </a:ext>
              </a:extLst>
            </p:cNvPr>
            <p:cNvSpPr>
              <a:spLocks noChangeArrowheads="1"/>
            </p:cNvSpPr>
            <p:nvPr/>
          </p:nvSpPr>
          <p:spPr bwMode="auto">
            <a:xfrm>
              <a:off x="3108325" y="3170238"/>
              <a:ext cx="584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200" b="1">
                  <a:solidFill>
                    <a:srgbClr val="01050F"/>
                  </a:solidFill>
                  <a:latin typeface="黑体" panose="02010609060101010101" pitchFamily="49" charset="-122"/>
                  <a:ea typeface="黑体" panose="02010609060101010101" pitchFamily="49" charset="-122"/>
                </a:rPr>
                <a:t>F5</a:t>
              </a:r>
            </a:p>
          </p:txBody>
        </p:sp>
        <p:sp>
          <p:nvSpPr>
            <p:cNvPr id="81" name="Line 17">
              <a:extLst>
                <a:ext uri="{FF2B5EF4-FFF2-40B4-BE49-F238E27FC236}">
                  <a16:creationId xmlns:a16="http://schemas.microsoft.com/office/drawing/2014/main" id="{DC71A2AC-6214-4039-9AAE-78AF86B5AB64}"/>
                </a:ext>
              </a:extLst>
            </p:cNvPr>
            <p:cNvSpPr>
              <a:spLocks noChangeShapeType="1"/>
            </p:cNvSpPr>
            <p:nvPr/>
          </p:nvSpPr>
          <p:spPr bwMode="auto">
            <a:xfrm>
              <a:off x="6629400" y="3276600"/>
              <a:ext cx="24384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Line 18">
              <a:extLst>
                <a:ext uri="{FF2B5EF4-FFF2-40B4-BE49-F238E27FC236}">
                  <a16:creationId xmlns:a16="http://schemas.microsoft.com/office/drawing/2014/main" id="{3B2745B3-7A21-4671-B39B-75C673213FC6}"/>
                </a:ext>
              </a:extLst>
            </p:cNvPr>
            <p:cNvSpPr>
              <a:spLocks noChangeShapeType="1"/>
            </p:cNvSpPr>
            <p:nvPr/>
          </p:nvSpPr>
          <p:spPr bwMode="auto">
            <a:xfrm>
              <a:off x="6629400" y="3810000"/>
              <a:ext cx="24384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 name="Line 19">
              <a:extLst>
                <a:ext uri="{FF2B5EF4-FFF2-40B4-BE49-F238E27FC236}">
                  <a16:creationId xmlns:a16="http://schemas.microsoft.com/office/drawing/2014/main" id="{7219A2F9-EEF6-4631-B820-E425C8AB808B}"/>
                </a:ext>
              </a:extLst>
            </p:cNvPr>
            <p:cNvSpPr>
              <a:spLocks noChangeShapeType="1"/>
            </p:cNvSpPr>
            <p:nvPr/>
          </p:nvSpPr>
          <p:spPr bwMode="auto">
            <a:xfrm>
              <a:off x="6629400" y="3276600"/>
              <a:ext cx="0" cy="5334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84" name="Line 20">
              <a:extLst>
                <a:ext uri="{FF2B5EF4-FFF2-40B4-BE49-F238E27FC236}">
                  <a16:creationId xmlns:a16="http://schemas.microsoft.com/office/drawing/2014/main" id="{910DE62B-F164-4E1C-888C-D1BA2B830642}"/>
                </a:ext>
              </a:extLst>
            </p:cNvPr>
            <p:cNvSpPr>
              <a:spLocks noChangeShapeType="1"/>
            </p:cNvSpPr>
            <p:nvPr/>
          </p:nvSpPr>
          <p:spPr bwMode="auto">
            <a:xfrm>
              <a:off x="7162800" y="3276600"/>
              <a:ext cx="0" cy="53340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85" name="Rectangle 21">
              <a:extLst>
                <a:ext uri="{FF2B5EF4-FFF2-40B4-BE49-F238E27FC236}">
                  <a16:creationId xmlns:a16="http://schemas.microsoft.com/office/drawing/2014/main" id="{5FDE0C00-5392-4304-8339-A5150BAD3B79}"/>
                </a:ext>
              </a:extLst>
            </p:cNvPr>
            <p:cNvSpPr>
              <a:spLocks noChangeArrowheads="1"/>
            </p:cNvSpPr>
            <p:nvPr/>
          </p:nvSpPr>
          <p:spPr bwMode="auto">
            <a:xfrm>
              <a:off x="7162800" y="3214687"/>
              <a:ext cx="19621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en-US" sz="2800" b="1" dirty="0">
                  <a:solidFill>
                    <a:srgbClr val="D45C03"/>
                  </a:solidFill>
                  <a:latin typeface="黑体" panose="02010609060101010101" pitchFamily="49" charset="-122"/>
                  <a:ea typeface="黑体" panose="02010609060101010101" pitchFamily="49" charset="-122"/>
                </a:rPr>
                <a:t>教材一览表</a:t>
              </a:r>
              <a:endParaRPr lang="zh-CN" altLang="en-US" sz="2800" b="1" dirty="0">
                <a:solidFill>
                  <a:srgbClr val="01050F"/>
                </a:solidFill>
                <a:latin typeface="黑体" panose="02010609060101010101" pitchFamily="49" charset="-122"/>
                <a:ea typeface="黑体" panose="02010609060101010101" pitchFamily="49" charset="-122"/>
              </a:endParaRPr>
            </a:p>
          </p:txBody>
        </p:sp>
        <p:sp>
          <p:nvSpPr>
            <p:cNvPr id="86" name="Rectangle 22">
              <a:extLst>
                <a:ext uri="{FF2B5EF4-FFF2-40B4-BE49-F238E27FC236}">
                  <a16:creationId xmlns:a16="http://schemas.microsoft.com/office/drawing/2014/main" id="{E963EBF9-D5A3-4790-A8E9-A836AE8ED1B6}"/>
                </a:ext>
              </a:extLst>
            </p:cNvPr>
            <p:cNvSpPr>
              <a:spLocks noChangeArrowheads="1"/>
            </p:cNvSpPr>
            <p:nvPr/>
          </p:nvSpPr>
          <p:spPr bwMode="auto">
            <a:xfrm>
              <a:off x="6613525" y="3170238"/>
              <a:ext cx="584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200" b="1">
                  <a:solidFill>
                    <a:srgbClr val="01050F"/>
                  </a:solidFill>
                  <a:latin typeface="黑体" panose="02010609060101010101" pitchFamily="49" charset="-122"/>
                  <a:ea typeface="黑体" panose="02010609060101010101" pitchFamily="49" charset="-122"/>
                </a:rPr>
                <a:t>F6</a:t>
              </a:r>
            </a:p>
          </p:txBody>
        </p:sp>
        <p:sp>
          <p:nvSpPr>
            <p:cNvPr id="87" name="Line 23">
              <a:extLst>
                <a:ext uri="{FF2B5EF4-FFF2-40B4-BE49-F238E27FC236}">
                  <a16:creationId xmlns:a16="http://schemas.microsoft.com/office/drawing/2014/main" id="{E89E1187-F0B2-4011-8169-902C3EE78582}"/>
                </a:ext>
              </a:extLst>
            </p:cNvPr>
            <p:cNvSpPr>
              <a:spLocks noChangeShapeType="1"/>
            </p:cNvSpPr>
            <p:nvPr/>
          </p:nvSpPr>
          <p:spPr bwMode="auto">
            <a:xfrm>
              <a:off x="2590800" y="2286000"/>
              <a:ext cx="2209800"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88" name="Line 24">
              <a:extLst>
                <a:ext uri="{FF2B5EF4-FFF2-40B4-BE49-F238E27FC236}">
                  <a16:creationId xmlns:a16="http://schemas.microsoft.com/office/drawing/2014/main" id="{1B3A6A6F-FCD5-4A79-A2FE-F4D92D07B9AB}"/>
                </a:ext>
              </a:extLst>
            </p:cNvPr>
            <p:cNvSpPr>
              <a:spLocks noChangeShapeType="1"/>
            </p:cNvSpPr>
            <p:nvPr/>
          </p:nvSpPr>
          <p:spPr bwMode="auto">
            <a:xfrm>
              <a:off x="3200400" y="6096000"/>
              <a:ext cx="1981200"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90" name="Rectangle 26">
              <a:extLst>
                <a:ext uri="{FF2B5EF4-FFF2-40B4-BE49-F238E27FC236}">
                  <a16:creationId xmlns:a16="http://schemas.microsoft.com/office/drawing/2014/main" id="{2D083DD9-734B-4B01-BC43-81DECC7132AB}"/>
                </a:ext>
              </a:extLst>
            </p:cNvPr>
            <p:cNvSpPr>
              <a:spLocks noChangeArrowheads="1"/>
            </p:cNvSpPr>
            <p:nvPr/>
          </p:nvSpPr>
          <p:spPr bwMode="auto">
            <a:xfrm>
              <a:off x="7232806" y="4330888"/>
              <a:ext cx="642830" cy="2436898"/>
            </a:xfrm>
            <a:prstGeom prst="rect">
              <a:avLst/>
            </a:prstGeom>
            <a:noFill/>
            <a:ln w="9525">
              <a:solidFill>
                <a:srgbClr val="01050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eaLnBrk="0" hangingPunct="0"/>
              <a:r>
                <a:rPr lang="zh-CN" altLang="en-US" sz="2400" b="1" dirty="0">
                  <a:solidFill>
                    <a:srgbClr val="01050F"/>
                  </a:solidFill>
                  <a:latin typeface="黑体" panose="02010609060101010101" pitchFamily="49" charset="-122"/>
                  <a:ea typeface="黑体" panose="02010609060101010101" pitchFamily="49" charset="-122"/>
                </a:rPr>
                <a:t>书库</a:t>
              </a:r>
            </a:p>
            <a:p>
              <a:pPr eaLnBrk="0" hangingPunct="0"/>
              <a:r>
                <a:rPr lang="zh-CN" altLang="en-US" sz="2400" b="1" dirty="0">
                  <a:solidFill>
                    <a:srgbClr val="01050F"/>
                  </a:solidFill>
                  <a:latin typeface="黑体" panose="02010609060101010101" pitchFamily="49" charset="-122"/>
                  <a:ea typeface="黑体" panose="02010609060101010101" pitchFamily="49" charset="-122"/>
                </a:rPr>
                <a:t>保</a:t>
              </a:r>
            </a:p>
            <a:p>
              <a:pPr eaLnBrk="0" hangingPunct="0"/>
              <a:r>
                <a:rPr lang="zh-CN" altLang="en-US" sz="2400" b="1" dirty="0">
                  <a:solidFill>
                    <a:srgbClr val="01050F"/>
                  </a:solidFill>
                  <a:latin typeface="黑体" panose="02010609060101010101" pitchFamily="49" charset="-122"/>
                  <a:ea typeface="黑体" panose="02010609060101010101" pitchFamily="49" charset="-122"/>
                </a:rPr>
                <a:t>管</a:t>
              </a:r>
            </a:p>
            <a:p>
              <a:pPr eaLnBrk="0" hangingPunct="0"/>
              <a:r>
                <a:rPr lang="zh-CN" altLang="en-US" sz="2400" b="1" dirty="0">
                  <a:solidFill>
                    <a:srgbClr val="01050F"/>
                  </a:solidFill>
                  <a:latin typeface="黑体" panose="02010609060101010101" pitchFamily="49" charset="-122"/>
                  <a:ea typeface="黑体" panose="02010609060101010101" pitchFamily="49" charset="-122"/>
                </a:rPr>
                <a:t>员</a:t>
              </a:r>
            </a:p>
          </p:txBody>
        </p:sp>
        <p:sp>
          <p:nvSpPr>
            <p:cNvPr id="91" name="Line 27">
              <a:extLst>
                <a:ext uri="{FF2B5EF4-FFF2-40B4-BE49-F238E27FC236}">
                  <a16:creationId xmlns:a16="http://schemas.microsoft.com/office/drawing/2014/main" id="{2D830F67-E203-4FCB-BA55-CB7A5A855D0B}"/>
                </a:ext>
              </a:extLst>
            </p:cNvPr>
            <p:cNvSpPr>
              <a:spLocks noChangeShapeType="1"/>
            </p:cNvSpPr>
            <p:nvPr/>
          </p:nvSpPr>
          <p:spPr bwMode="auto">
            <a:xfrm>
              <a:off x="7162800" y="4419600"/>
              <a:ext cx="0" cy="23622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Line 28">
              <a:extLst>
                <a:ext uri="{FF2B5EF4-FFF2-40B4-BE49-F238E27FC236}">
                  <a16:creationId xmlns:a16="http://schemas.microsoft.com/office/drawing/2014/main" id="{2E6ED701-D6A8-4BC5-8639-ECBC36DE476F}"/>
                </a:ext>
              </a:extLst>
            </p:cNvPr>
            <p:cNvSpPr>
              <a:spLocks noChangeShapeType="1"/>
            </p:cNvSpPr>
            <p:nvPr/>
          </p:nvSpPr>
          <p:spPr bwMode="auto">
            <a:xfrm>
              <a:off x="7162800" y="6781800"/>
              <a:ext cx="774414"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93" name="Rectangle 29">
              <a:extLst>
                <a:ext uri="{FF2B5EF4-FFF2-40B4-BE49-F238E27FC236}">
                  <a16:creationId xmlns:a16="http://schemas.microsoft.com/office/drawing/2014/main" id="{5B8AE1E8-90DC-45A0-83BF-9E3F5A08B10F}"/>
                </a:ext>
              </a:extLst>
            </p:cNvPr>
            <p:cNvSpPr>
              <a:spLocks noChangeArrowheads="1"/>
            </p:cNvSpPr>
            <p:nvPr/>
          </p:nvSpPr>
          <p:spPr bwMode="auto">
            <a:xfrm>
              <a:off x="5334000" y="4967288"/>
              <a:ext cx="2209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rgbClr val="01050F"/>
                  </a:solidFill>
                  <a:latin typeface="黑体" panose="02010609060101010101" pitchFamily="49" charset="-122"/>
                  <a:ea typeface="黑体" panose="02010609060101010101" pitchFamily="49" charset="-122"/>
                </a:rPr>
                <a:t>进书通知</a:t>
              </a:r>
            </a:p>
          </p:txBody>
        </p:sp>
        <p:sp>
          <p:nvSpPr>
            <p:cNvPr id="94" name="Line 30">
              <a:extLst>
                <a:ext uri="{FF2B5EF4-FFF2-40B4-BE49-F238E27FC236}">
                  <a16:creationId xmlns:a16="http://schemas.microsoft.com/office/drawing/2014/main" id="{BCD0A304-B1D5-47E1-98E7-F76DC7BA034E}"/>
                </a:ext>
              </a:extLst>
            </p:cNvPr>
            <p:cNvSpPr>
              <a:spLocks noChangeShapeType="1"/>
            </p:cNvSpPr>
            <p:nvPr/>
          </p:nvSpPr>
          <p:spPr bwMode="auto">
            <a:xfrm>
              <a:off x="381000" y="5562600"/>
              <a:ext cx="2819400" cy="0"/>
            </a:xfrm>
            <a:prstGeom prst="line">
              <a:avLst/>
            </a:prstGeom>
            <a:noFill/>
            <a:ln w="25400">
              <a:solidFill>
                <a:srgbClr val="01050F"/>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95" name="Rectangle 31">
              <a:extLst>
                <a:ext uri="{FF2B5EF4-FFF2-40B4-BE49-F238E27FC236}">
                  <a16:creationId xmlns:a16="http://schemas.microsoft.com/office/drawing/2014/main" id="{36287393-8886-4168-B4B1-FDFFF4730A99}"/>
                </a:ext>
              </a:extLst>
            </p:cNvPr>
            <p:cNvSpPr>
              <a:spLocks noChangeArrowheads="1"/>
            </p:cNvSpPr>
            <p:nvPr/>
          </p:nvSpPr>
          <p:spPr bwMode="auto">
            <a:xfrm>
              <a:off x="533400" y="4954057"/>
              <a:ext cx="2667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2800" b="1">
                  <a:solidFill>
                    <a:srgbClr val="01050F"/>
                  </a:solidFill>
                  <a:latin typeface="黑体" panose="02010609060101010101" pitchFamily="49" charset="-122"/>
                  <a:ea typeface="黑体" panose="02010609060101010101" pitchFamily="49" charset="-122"/>
                </a:rPr>
                <a:t>教材入库信息</a:t>
              </a:r>
            </a:p>
          </p:txBody>
        </p:sp>
        <p:sp>
          <p:nvSpPr>
            <p:cNvPr id="96" name="Line 32">
              <a:extLst>
                <a:ext uri="{FF2B5EF4-FFF2-40B4-BE49-F238E27FC236}">
                  <a16:creationId xmlns:a16="http://schemas.microsoft.com/office/drawing/2014/main" id="{9D298696-1231-40C0-AA19-A23496199D5B}"/>
                </a:ext>
              </a:extLst>
            </p:cNvPr>
            <p:cNvSpPr>
              <a:spLocks noChangeShapeType="1"/>
            </p:cNvSpPr>
            <p:nvPr/>
          </p:nvSpPr>
          <p:spPr bwMode="auto">
            <a:xfrm>
              <a:off x="1905000" y="3810000"/>
              <a:ext cx="0" cy="838200"/>
            </a:xfrm>
            <a:prstGeom prst="line">
              <a:avLst/>
            </a:prstGeom>
            <a:noFill/>
            <a:ln w="25400">
              <a:solidFill>
                <a:srgbClr val="01050F"/>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 name="Line 33">
              <a:extLst>
                <a:ext uri="{FF2B5EF4-FFF2-40B4-BE49-F238E27FC236}">
                  <a16:creationId xmlns:a16="http://schemas.microsoft.com/office/drawing/2014/main" id="{9A2B80D7-4223-44B1-A062-891BD2C68192}"/>
                </a:ext>
              </a:extLst>
            </p:cNvPr>
            <p:cNvSpPr>
              <a:spLocks noChangeShapeType="1"/>
            </p:cNvSpPr>
            <p:nvPr/>
          </p:nvSpPr>
          <p:spPr bwMode="auto">
            <a:xfrm>
              <a:off x="4267200" y="3810000"/>
              <a:ext cx="0" cy="762000"/>
            </a:xfrm>
            <a:prstGeom prst="line">
              <a:avLst/>
            </a:prstGeom>
            <a:noFill/>
            <a:ln w="25400">
              <a:solidFill>
                <a:srgbClr val="01050F"/>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 name="Line 34">
              <a:extLst>
                <a:ext uri="{FF2B5EF4-FFF2-40B4-BE49-F238E27FC236}">
                  <a16:creationId xmlns:a16="http://schemas.microsoft.com/office/drawing/2014/main" id="{A005D003-2F8B-4B39-9B1D-C88A41C6D8CE}"/>
                </a:ext>
              </a:extLst>
            </p:cNvPr>
            <p:cNvSpPr>
              <a:spLocks noChangeShapeType="1"/>
            </p:cNvSpPr>
            <p:nvPr/>
          </p:nvSpPr>
          <p:spPr bwMode="auto">
            <a:xfrm>
              <a:off x="76200" y="3276600"/>
              <a:ext cx="25908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Line 35">
              <a:extLst>
                <a:ext uri="{FF2B5EF4-FFF2-40B4-BE49-F238E27FC236}">
                  <a16:creationId xmlns:a16="http://schemas.microsoft.com/office/drawing/2014/main" id="{34662828-D3EB-48F9-A8E2-83B1625FA2DA}"/>
                </a:ext>
              </a:extLst>
            </p:cNvPr>
            <p:cNvSpPr>
              <a:spLocks noChangeShapeType="1"/>
            </p:cNvSpPr>
            <p:nvPr/>
          </p:nvSpPr>
          <p:spPr bwMode="auto">
            <a:xfrm>
              <a:off x="76200" y="3810000"/>
              <a:ext cx="25908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0" name="Line 36">
              <a:extLst>
                <a:ext uri="{FF2B5EF4-FFF2-40B4-BE49-F238E27FC236}">
                  <a16:creationId xmlns:a16="http://schemas.microsoft.com/office/drawing/2014/main" id="{7517F089-333B-43AF-B8DA-0EA5C432A83A}"/>
                </a:ext>
              </a:extLst>
            </p:cNvPr>
            <p:cNvSpPr>
              <a:spLocks noChangeShapeType="1"/>
            </p:cNvSpPr>
            <p:nvPr/>
          </p:nvSpPr>
          <p:spPr bwMode="auto">
            <a:xfrm>
              <a:off x="76200" y="3276600"/>
              <a:ext cx="0" cy="5334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01" name="Line 37">
              <a:extLst>
                <a:ext uri="{FF2B5EF4-FFF2-40B4-BE49-F238E27FC236}">
                  <a16:creationId xmlns:a16="http://schemas.microsoft.com/office/drawing/2014/main" id="{7BA8C35A-7A88-4C14-8964-2E8B9EEF89A1}"/>
                </a:ext>
              </a:extLst>
            </p:cNvPr>
            <p:cNvSpPr>
              <a:spLocks noChangeShapeType="1"/>
            </p:cNvSpPr>
            <p:nvPr/>
          </p:nvSpPr>
          <p:spPr bwMode="auto">
            <a:xfrm>
              <a:off x="609600" y="3276600"/>
              <a:ext cx="0" cy="53340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02" name="Rectangle 38">
              <a:extLst>
                <a:ext uri="{FF2B5EF4-FFF2-40B4-BE49-F238E27FC236}">
                  <a16:creationId xmlns:a16="http://schemas.microsoft.com/office/drawing/2014/main" id="{17ED62A2-0E53-4930-8AF6-C0CC877AA415}"/>
                </a:ext>
              </a:extLst>
            </p:cNvPr>
            <p:cNvSpPr>
              <a:spLocks noChangeArrowheads="1"/>
            </p:cNvSpPr>
            <p:nvPr/>
          </p:nvSpPr>
          <p:spPr bwMode="auto">
            <a:xfrm>
              <a:off x="593738" y="3208225"/>
              <a:ext cx="2037781" cy="644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en-US" sz="2800" b="1" dirty="0">
                  <a:solidFill>
                    <a:srgbClr val="01050F"/>
                  </a:solidFill>
                  <a:latin typeface="黑体" panose="02010609060101010101" pitchFamily="49" charset="-122"/>
                  <a:ea typeface="黑体" panose="02010609060101010101" pitchFamily="49" charset="-122"/>
                </a:rPr>
                <a:t>教材存量表</a:t>
              </a:r>
            </a:p>
          </p:txBody>
        </p:sp>
        <p:sp>
          <p:nvSpPr>
            <p:cNvPr id="103" name="Rectangle 39">
              <a:extLst>
                <a:ext uri="{FF2B5EF4-FFF2-40B4-BE49-F238E27FC236}">
                  <a16:creationId xmlns:a16="http://schemas.microsoft.com/office/drawing/2014/main" id="{E3504F66-E51F-4B6B-B36F-2B2E68DA7C7E}"/>
                </a:ext>
              </a:extLst>
            </p:cNvPr>
            <p:cNvSpPr>
              <a:spLocks noChangeArrowheads="1"/>
            </p:cNvSpPr>
            <p:nvPr/>
          </p:nvSpPr>
          <p:spPr bwMode="auto">
            <a:xfrm>
              <a:off x="60325" y="3170238"/>
              <a:ext cx="584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200" b="1">
                  <a:solidFill>
                    <a:srgbClr val="01050F"/>
                  </a:solidFill>
                  <a:latin typeface="黑体" panose="02010609060101010101" pitchFamily="49" charset="-122"/>
                  <a:ea typeface="黑体" panose="02010609060101010101" pitchFamily="49" charset="-122"/>
                </a:rPr>
                <a:t>F1</a:t>
              </a:r>
            </a:p>
          </p:txBody>
        </p:sp>
        <p:sp>
          <p:nvSpPr>
            <p:cNvPr id="104" name="Rectangle 40">
              <a:extLst>
                <a:ext uri="{FF2B5EF4-FFF2-40B4-BE49-F238E27FC236}">
                  <a16:creationId xmlns:a16="http://schemas.microsoft.com/office/drawing/2014/main" id="{78E8D865-7B9D-45E5-BB81-3AC961148D2E}"/>
                </a:ext>
              </a:extLst>
            </p:cNvPr>
            <p:cNvSpPr>
              <a:spLocks noChangeArrowheads="1"/>
            </p:cNvSpPr>
            <p:nvPr/>
          </p:nvSpPr>
          <p:spPr bwMode="auto">
            <a:xfrm>
              <a:off x="6340475" y="591332"/>
              <a:ext cx="990600" cy="720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3200" b="1">
                  <a:solidFill>
                    <a:srgbClr val="01050F"/>
                  </a:solidFill>
                  <a:latin typeface="黑体" panose="02010609060101010101" pitchFamily="49" charset="-122"/>
                  <a:ea typeface="黑体" panose="02010609060101010101" pitchFamily="49" charset="-122"/>
                </a:rPr>
                <a:t>2.2</a:t>
              </a:r>
            </a:p>
          </p:txBody>
        </p:sp>
        <p:sp>
          <p:nvSpPr>
            <p:cNvPr id="105" name="AutoShape 41">
              <a:extLst>
                <a:ext uri="{FF2B5EF4-FFF2-40B4-BE49-F238E27FC236}">
                  <a16:creationId xmlns:a16="http://schemas.microsoft.com/office/drawing/2014/main" id="{59E247D6-B1FD-41CB-932A-F13D0F72ECF2}"/>
                </a:ext>
              </a:extLst>
            </p:cNvPr>
            <p:cNvSpPr>
              <a:spLocks noChangeArrowheads="1"/>
            </p:cNvSpPr>
            <p:nvPr/>
          </p:nvSpPr>
          <p:spPr bwMode="auto">
            <a:xfrm>
              <a:off x="5880100" y="774700"/>
              <a:ext cx="2032000" cy="1879600"/>
            </a:xfrm>
            <a:prstGeom prst="roundRect">
              <a:avLst>
                <a:gd name="adj" fmla="val 12495"/>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06" name="Line 42">
              <a:extLst>
                <a:ext uri="{FF2B5EF4-FFF2-40B4-BE49-F238E27FC236}">
                  <a16:creationId xmlns:a16="http://schemas.microsoft.com/office/drawing/2014/main" id="{2B66E9C4-2A7F-4132-AF35-4304A287523C}"/>
                </a:ext>
              </a:extLst>
            </p:cNvPr>
            <p:cNvSpPr>
              <a:spLocks noChangeShapeType="1"/>
            </p:cNvSpPr>
            <p:nvPr/>
          </p:nvSpPr>
          <p:spPr bwMode="auto">
            <a:xfrm>
              <a:off x="5867400" y="1219200"/>
              <a:ext cx="2057400"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07" name="Line 43">
              <a:extLst>
                <a:ext uri="{FF2B5EF4-FFF2-40B4-BE49-F238E27FC236}">
                  <a16:creationId xmlns:a16="http://schemas.microsoft.com/office/drawing/2014/main" id="{E1CAAA42-5B1D-4972-8962-3FB5BFBCC916}"/>
                </a:ext>
              </a:extLst>
            </p:cNvPr>
            <p:cNvSpPr>
              <a:spLocks noChangeShapeType="1"/>
            </p:cNvSpPr>
            <p:nvPr/>
          </p:nvSpPr>
          <p:spPr bwMode="auto">
            <a:xfrm>
              <a:off x="5867400" y="2286000"/>
              <a:ext cx="2057400" cy="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08" name="Rectangle 44">
              <a:extLst>
                <a:ext uri="{FF2B5EF4-FFF2-40B4-BE49-F238E27FC236}">
                  <a16:creationId xmlns:a16="http://schemas.microsoft.com/office/drawing/2014/main" id="{EC57CC27-108C-4E80-92FF-9CA6E6BB4770}"/>
                </a:ext>
              </a:extLst>
            </p:cNvPr>
            <p:cNvSpPr>
              <a:spLocks noChangeArrowheads="1"/>
            </p:cNvSpPr>
            <p:nvPr/>
          </p:nvSpPr>
          <p:spPr bwMode="auto">
            <a:xfrm>
              <a:off x="6016958" y="1208886"/>
              <a:ext cx="2225675" cy="1175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2800" b="1">
                  <a:solidFill>
                    <a:srgbClr val="01050F"/>
                  </a:solidFill>
                  <a:latin typeface="黑体" panose="02010609060101010101" pitchFamily="49" charset="-122"/>
                  <a:ea typeface="黑体" panose="02010609060101010101" pitchFamily="49" charset="-122"/>
                </a:rPr>
                <a:t>按出版社</a:t>
              </a:r>
            </a:p>
            <a:p>
              <a:pPr eaLnBrk="0" hangingPunct="0"/>
              <a:r>
                <a:rPr lang="zh-CN" altLang="en-US" sz="2800" b="1">
                  <a:solidFill>
                    <a:srgbClr val="01050F"/>
                  </a:solidFill>
                  <a:latin typeface="黑体" panose="02010609060101010101" pitchFamily="49" charset="-122"/>
                  <a:ea typeface="黑体" panose="02010609060101010101" pitchFamily="49" charset="-122"/>
                </a:rPr>
                <a:t>统计缺书</a:t>
              </a:r>
            </a:p>
          </p:txBody>
        </p:sp>
        <p:sp>
          <p:nvSpPr>
            <p:cNvPr id="109" name="Rectangle 45">
              <a:extLst>
                <a:ext uri="{FF2B5EF4-FFF2-40B4-BE49-F238E27FC236}">
                  <a16:creationId xmlns:a16="http://schemas.microsoft.com/office/drawing/2014/main" id="{34DF9F7A-453C-4EC1-A34E-9B977102DE09}"/>
                </a:ext>
              </a:extLst>
            </p:cNvPr>
            <p:cNvSpPr>
              <a:spLocks noChangeArrowheads="1"/>
            </p:cNvSpPr>
            <p:nvPr/>
          </p:nvSpPr>
          <p:spPr bwMode="auto">
            <a:xfrm>
              <a:off x="3184525" y="4940787"/>
              <a:ext cx="2225675" cy="1175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2800" b="1">
                  <a:solidFill>
                    <a:srgbClr val="01050F"/>
                  </a:solidFill>
                  <a:latin typeface="黑体" panose="02010609060101010101" pitchFamily="49" charset="-122"/>
                  <a:ea typeface="黑体" panose="02010609060101010101" pitchFamily="49" charset="-122"/>
                </a:rPr>
                <a:t>修改教材库</a:t>
              </a:r>
            </a:p>
            <a:p>
              <a:pPr eaLnBrk="0" hangingPunct="0"/>
              <a:r>
                <a:rPr lang="zh-CN" altLang="en-US" sz="2800" b="1">
                  <a:solidFill>
                    <a:srgbClr val="01050F"/>
                  </a:solidFill>
                  <a:latin typeface="黑体" panose="02010609060101010101" pitchFamily="49" charset="-122"/>
                  <a:ea typeface="黑体" panose="02010609060101010101" pitchFamily="49" charset="-122"/>
                </a:rPr>
                <a:t>存和待购量</a:t>
              </a:r>
            </a:p>
          </p:txBody>
        </p:sp>
        <p:sp>
          <p:nvSpPr>
            <p:cNvPr id="110" name="Line 46">
              <a:extLst>
                <a:ext uri="{FF2B5EF4-FFF2-40B4-BE49-F238E27FC236}">
                  <a16:creationId xmlns:a16="http://schemas.microsoft.com/office/drawing/2014/main" id="{69711D31-3C59-4C3C-8B87-66C458E7B31A}"/>
                </a:ext>
              </a:extLst>
            </p:cNvPr>
            <p:cNvSpPr>
              <a:spLocks noChangeShapeType="1"/>
            </p:cNvSpPr>
            <p:nvPr/>
          </p:nvSpPr>
          <p:spPr bwMode="auto">
            <a:xfrm>
              <a:off x="76200" y="838200"/>
              <a:ext cx="22098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 name="Line 47">
              <a:extLst>
                <a:ext uri="{FF2B5EF4-FFF2-40B4-BE49-F238E27FC236}">
                  <a16:creationId xmlns:a16="http://schemas.microsoft.com/office/drawing/2014/main" id="{9C20F16F-06F1-4FAA-BC38-21D8F98DE0D3}"/>
                </a:ext>
              </a:extLst>
            </p:cNvPr>
            <p:cNvSpPr>
              <a:spLocks noChangeShapeType="1"/>
            </p:cNvSpPr>
            <p:nvPr/>
          </p:nvSpPr>
          <p:spPr bwMode="auto">
            <a:xfrm>
              <a:off x="76200" y="1371600"/>
              <a:ext cx="22098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 name="Line 48">
              <a:extLst>
                <a:ext uri="{FF2B5EF4-FFF2-40B4-BE49-F238E27FC236}">
                  <a16:creationId xmlns:a16="http://schemas.microsoft.com/office/drawing/2014/main" id="{C2A775B6-48D5-401E-8836-4938C2DE030B}"/>
                </a:ext>
              </a:extLst>
            </p:cNvPr>
            <p:cNvSpPr>
              <a:spLocks noChangeShapeType="1"/>
            </p:cNvSpPr>
            <p:nvPr/>
          </p:nvSpPr>
          <p:spPr bwMode="auto">
            <a:xfrm>
              <a:off x="76200" y="838200"/>
              <a:ext cx="0" cy="5334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13" name="Line 49">
              <a:extLst>
                <a:ext uri="{FF2B5EF4-FFF2-40B4-BE49-F238E27FC236}">
                  <a16:creationId xmlns:a16="http://schemas.microsoft.com/office/drawing/2014/main" id="{460D779D-33E6-40B4-80C3-6DBD9C3DAD65}"/>
                </a:ext>
              </a:extLst>
            </p:cNvPr>
            <p:cNvSpPr>
              <a:spLocks noChangeShapeType="1"/>
            </p:cNvSpPr>
            <p:nvPr/>
          </p:nvSpPr>
          <p:spPr bwMode="auto">
            <a:xfrm>
              <a:off x="609600" y="838200"/>
              <a:ext cx="0" cy="533400"/>
            </a:xfrm>
            <a:prstGeom prst="line">
              <a:avLst/>
            </a:prstGeom>
            <a:noFill/>
            <a:ln w="127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14" name="Rectangle 50">
              <a:extLst>
                <a:ext uri="{FF2B5EF4-FFF2-40B4-BE49-F238E27FC236}">
                  <a16:creationId xmlns:a16="http://schemas.microsoft.com/office/drawing/2014/main" id="{889C5A9C-35FA-46A7-91F4-636119F0665B}"/>
                </a:ext>
              </a:extLst>
            </p:cNvPr>
            <p:cNvSpPr>
              <a:spLocks noChangeArrowheads="1"/>
            </p:cNvSpPr>
            <p:nvPr/>
          </p:nvSpPr>
          <p:spPr bwMode="auto">
            <a:xfrm>
              <a:off x="0" y="731838"/>
              <a:ext cx="584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200" b="1">
                  <a:solidFill>
                    <a:srgbClr val="01050F"/>
                  </a:solidFill>
                  <a:latin typeface="黑体" panose="02010609060101010101" pitchFamily="49" charset="-122"/>
                  <a:ea typeface="黑体" panose="02010609060101010101" pitchFamily="49" charset="-122"/>
                </a:rPr>
                <a:t>F2</a:t>
              </a:r>
            </a:p>
          </p:txBody>
        </p:sp>
        <p:sp>
          <p:nvSpPr>
            <p:cNvPr id="115" name="Rectangle 51">
              <a:extLst>
                <a:ext uri="{FF2B5EF4-FFF2-40B4-BE49-F238E27FC236}">
                  <a16:creationId xmlns:a16="http://schemas.microsoft.com/office/drawing/2014/main" id="{C741E672-CE52-4811-9773-B590B93CA2C8}"/>
                </a:ext>
              </a:extLst>
            </p:cNvPr>
            <p:cNvSpPr>
              <a:spLocks noChangeArrowheads="1"/>
            </p:cNvSpPr>
            <p:nvPr/>
          </p:nvSpPr>
          <p:spPr bwMode="auto">
            <a:xfrm>
              <a:off x="590549" y="774700"/>
              <a:ext cx="19621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en-US" sz="2800" b="1" dirty="0">
                  <a:solidFill>
                    <a:srgbClr val="01050F"/>
                  </a:solidFill>
                  <a:latin typeface="黑体" panose="02010609060101010101" pitchFamily="49" charset="-122"/>
                  <a:ea typeface="黑体" panose="02010609060101010101" pitchFamily="49" charset="-122"/>
                </a:rPr>
                <a:t>缺书登记表</a:t>
              </a:r>
            </a:p>
          </p:txBody>
        </p:sp>
        <p:sp>
          <p:nvSpPr>
            <p:cNvPr id="116" name="Line 52">
              <a:extLst>
                <a:ext uri="{FF2B5EF4-FFF2-40B4-BE49-F238E27FC236}">
                  <a16:creationId xmlns:a16="http://schemas.microsoft.com/office/drawing/2014/main" id="{F061FE27-A1D5-47BC-BECB-2B913D40BF27}"/>
                </a:ext>
              </a:extLst>
            </p:cNvPr>
            <p:cNvSpPr>
              <a:spLocks noChangeShapeType="1"/>
            </p:cNvSpPr>
            <p:nvPr/>
          </p:nvSpPr>
          <p:spPr bwMode="auto">
            <a:xfrm>
              <a:off x="7391400" y="2667000"/>
              <a:ext cx="0" cy="609600"/>
            </a:xfrm>
            <a:prstGeom prst="line">
              <a:avLst/>
            </a:prstGeom>
            <a:noFill/>
            <a:ln w="25400">
              <a:solidFill>
                <a:srgbClr val="01050F"/>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7" name="Line 53">
              <a:extLst>
                <a:ext uri="{FF2B5EF4-FFF2-40B4-BE49-F238E27FC236}">
                  <a16:creationId xmlns:a16="http://schemas.microsoft.com/office/drawing/2014/main" id="{19A3BFED-9EFD-46D3-9914-A9A2BBBB05F7}"/>
                </a:ext>
              </a:extLst>
            </p:cNvPr>
            <p:cNvSpPr>
              <a:spLocks noChangeShapeType="1"/>
            </p:cNvSpPr>
            <p:nvPr/>
          </p:nvSpPr>
          <p:spPr bwMode="auto">
            <a:xfrm>
              <a:off x="4267200" y="2667000"/>
              <a:ext cx="0" cy="60960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8" name="Line 54">
              <a:extLst>
                <a:ext uri="{FF2B5EF4-FFF2-40B4-BE49-F238E27FC236}">
                  <a16:creationId xmlns:a16="http://schemas.microsoft.com/office/drawing/2014/main" id="{4AD704B6-50F3-4D7B-89E1-7114B3EB9A2B}"/>
                </a:ext>
              </a:extLst>
            </p:cNvPr>
            <p:cNvSpPr>
              <a:spLocks noChangeShapeType="1"/>
            </p:cNvSpPr>
            <p:nvPr/>
          </p:nvSpPr>
          <p:spPr bwMode="auto">
            <a:xfrm>
              <a:off x="5486400" y="1981200"/>
              <a:ext cx="0" cy="12954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 name="Line 55">
              <a:extLst>
                <a:ext uri="{FF2B5EF4-FFF2-40B4-BE49-F238E27FC236}">
                  <a16:creationId xmlns:a16="http://schemas.microsoft.com/office/drawing/2014/main" id="{868B5F98-C0F3-4BA0-B075-9ACB232BF413}"/>
                </a:ext>
              </a:extLst>
            </p:cNvPr>
            <p:cNvSpPr>
              <a:spLocks noChangeShapeType="1"/>
            </p:cNvSpPr>
            <p:nvPr/>
          </p:nvSpPr>
          <p:spPr bwMode="auto">
            <a:xfrm>
              <a:off x="5486400" y="1981200"/>
              <a:ext cx="381000"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0" name="Line 56">
              <a:extLst>
                <a:ext uri="{FF2B5EF4-FFF2-40B4-BE49-F238E27FC236}">
                  <a16:creationId xmlns:a16="http://schemas.microsoft.com/office/drawing/2014/main" id="{2E14862D-C112-4940-B7EC-F148B5C2AE27}"/>
                </a:ext>
              </a:extLst>
            </p:cNvPr>
            <p:cNvSpPr>
              <a:spLocks noChangeShapeType="1"/>
            </p:cNvSpPr>
            <p:nvPr/>
          </p:nvSpPr>
          <p:spPr bwMode="auto">
            <a:xfrm>
              <a:off x="6477000" y="2667000"/>
              <a:ext cx="0" cy="18288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1" name="Line 57">
              <a:extLst>
                <a:ext uri="{FF2B5EF4-FFF2-40B4-BE49-F238E27FC236}">
                  <a16:creationId xmlns:a16="http://schemas.microsoft.com/office/drawing/2014/main" id="{89EFAA40-6A24-42FE-862D-27D69696E256}"/>
                </a:ext>
              </a:extLst>
            </p:cNvPr>
            <p:cNvSpPr>
              <a:spLocks noChangeShapeType="1"/>
            </p:cNvSpPr>
            <p:nvPr/>
          </p:nvSpPr>
          <p:spPr bwMode="auto">
            <a:xfrm flipH="1">
              <a:off x="6477000" y="4495800"/>
              <a:ext cx="685800" cy="0"/>
            </a:xfrm>
            <a:prstGeom prst="line">
              <a:avLst/>
            </a:prstGeom>
            <a:noFill/>
            <a:ln w="25400">
              <a:solidFill>
                <a:srgbClr val="01050F"/>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 name="Line 58">
              <a:extLst>
                <a:ext uri="{FF2B5EF4-FFF2-40B4-BE49-F238E27FC236}">
                  <a16:creationId xmlns:a16="http://schemas.microsoft.com/office/drawing/2014/main" id="{7A70A098-7DF3-4C49-8197-A14E2C3202CB}"/>
                </a:ext>
              </a:extLst>
            </p:cNvPr>
            <p:cNvSpPr>
              <a:spLocks noChangeShapeType="1"/>
            </p:cNvSpPr>
            <p:nvPr/>
          </p:nvSpPr>
          <p:spPr bwMode="auto">
            <a:xfrm>
              <a:off x="1943100" y="4686300"/>
              <a:ext cx="1295400" cy="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 name="Line 59">
              <a:extLst>
                <a:ext uri="{FF2B5EF4-FFF2-40B4-BE49-F238E27FC236}">
                  <a16:creationId xmlns:a16="http://schemas.microsoft.com/office/drawing/2014/main" id="{8B0B899A-F4B7-44DC-9DE5-263C5660B093}"/>
                </a:ext>
              </a:extLst>
            </p:cNvPr>
            <p:cNvSpPr>
              <a:spLocks noChangeShapeType="1"/>
            </p:cNvSpPr>
            <p:nvPr/>
          </p:nvSpPr>
          <p:spPr bwMode="auto">
            <a:xfrm flipH="1">
              <a:off x="1828800" y="2133600"/>
              <a:ext cx="762000" cy="0"/>
            </a:xfrm>
            <a:prstGeom prst="line">
              <a:avLst/>
            </a:prstGeom>
            <a:noFill/>
            <a:ln w="25400">
              <a:solidFill>
                <a:srgbClr val="01050F"/>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 name="Line 60">
              <a:extLst>
                <a:ext uri="{FF2B5EF4-FFF2-40B4-BE49-F238E27FC236}">
                  <a16:creationId xmlns:a16="http://schemas.microsoft.com/office/drawing/2014/main" id="{321F0231-E8BE-46B3-84FD-952BD6ED8AD0}"/>
                </a:ext>
              </a:extLst>
            </p:cNvPr>
            <p:cNvSpPr>
              <a:spLocks noChangeShapeType="1"/>
            </p:cNvSpPr>
            <p:nvPr/>
          </p:nvSpPr>
          <p:spPr bwMode="auto">
            <a:xfrm flipH="1">
              <a:off x="1828800" y="1676400"/>
              <a:ext cx="762000" cy="0"/>
            </a:xfrm>
            <a:prstGeom prst="line">
              <a:avLst/>
            </a:prstGeom>
            <a:noFill/>
            <a:ln w="25400">
              <a:solidFill>
                <a:srgbClr val="01050F"/>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5" name="Line 61">
              <a:extLst>
                <a:ext uri="{FF2B5EF4-FFF2-40B4-BE49-F238E27FC236}">
                  <a16:creationId xmlns:a16="http://schemas.microsoft.com/office/drawing/2014/main" id="{8F24DA7C-7EAD-49F9-9D99-A2CF32740BAE}"/>
                </a:ext>
              </a:extLst>
            </p:cNvPr>
            <p:cNvSpPr>
              <a:spLocks noChangeShapeType="1"/>
            </p:cNvSpPr>
            <p:nvPr/>
          </p:nvSpPr>
          <p:spPr bwMode="auto">
            <a:xfrm>
              <a:off x="1828800" y="2133600"/>
              <a:ext cx="0" cy="11430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6" name="Line 62">
              <a:extLst>
                <a:ext uri="{FF2B5EF4-FFF2-40B4-BE49-F238E27FC236}">
                  <a16:creationId xmlns:a16="http://schemas.microsoft.com/office/drawing/2014/main" id="{152197AD-D781-47D4-B23E-A008EB8FACD5}"/>
                </a:ext>
              </a:extLst>
            </p:cNvPr>
            <p:cNvSpPr>
              <a:spLocks noChangeShapeType="1"/>
            </p:cNvSpPr>
            <p:nvPr/>
          </p:nvSpPr>
          <p:spPr bwMode="auto">
            <a:xfrm>
              <a:off x="1828800" y="1371600"/>
              <a:ext cx="0" cy="304800"/>
            </a:xfrm>
            <a:prstGeom prst="line">
              <a:avLst/>
            </a:prstGeom>
            <a:noFill/>
            <a:ln w="25400">
              <a:solidFill>
                <a:srgbClr val="01050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7" name="Rectangle 63">
              <a:extLst>
                <a:ext uri="{FF2B5EF4-FFF2-40B4-BE49-F238E27FC236}">
                  <a16:creationId xmlns:a16="http://schemas.microsoft.com/office/drawing/2014/main" id="{7F3F763D-82E0-4A9D-B667-1045378C5EA8}"/>
                </a:ext>
              </a:extLst>
            </p:cNvPr>
            <p:cNvSpPr>
              <a:spLocks noChangeArrowheads="1"/>
            </p:cNvSpPr>
            <p:nvPr/>
          </p:nvSpPr>
          <p:spPr bwMode="auto">
            <a:xfrm>
              <a:off x="6003925" y="3214688"/>
              <a:ext cx="539750"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en-US" sz="2800" b="1">
                  <a:solidFill>
                    <a:srgbClr val="01050F"/>
                  </a:solidFill>
                  <a:latin typeface="黑体" panose="02010609060101010101" pitchFamily="49" charset="-122"/>
                  <a:ea typeface="黑体" panose="02010609060101010101" pitchFamily="49" charset="-122"/>
                </a:rPr>
                <a:t>缺</a:t>
              </a:r>
            </a:p>
            <a:p>
              <a:pPr eaLnBrk="0" hangingPunct="0"/>
              <a:r>
                <a:rPr lang="zh-CN" altLang="en-US" sz="2800" b="1">
                  <a:solidFill>
                    <a:srgbClr val="01050F"/>
                  </a:solidFill>
                  <a:latin typeface="黑体" panose="02010609060101010101" pitchFamily="49" charset="-122"/>
                  <a:ea typeface="黑体" panose="02010609060101010101" pitchFamily="49" charset="-122"/>
                </a:rPr>
                <a:t>书</a:t>
              </a:r>
            </a:p>
            <a:p>
              <a:pPr eaLnBrk="0" hangingPunct="0"/>
              <a:r>
                <a:rPr lang="zh-CN" altLang="en-US" sz="2800" b="1">
                  <a:solidFill>
                    <a:srgbClr val="01050F"/>
                  </a:solidFill>
                  <a:latin typeface="黑体" panose="02010609060101010101" pitchFamily="49" charset="-122"/>
                  <a:ea typeface="黑体" panose="02010609060101010101" pitchFamily="49" charset="-122"/>
                </a:rPr>
                <a:t>单</a:t>
              </a:r>
            </a:p>
          </p:txBody>
        </p:sp>
      </p:grpSp>
    </p:spTree>
    <p:extLst>
      <p:ext uri="{BB962C8B-B14F-4D97-AF65-F5344CB8AC3E}">
        <p14:creationId xmlns:p14="http://schemas.microsoft.com/office/powerpoint/2010/main" val="12008539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33BC566D-9D2E-420A-963A-CD6CFC552451}"/>
              </a:ext>
            </a:extLst>
          </p:cNvPr>
          <p:cNvSpPr>
            <a:spLocks noGrp="1" noChangeArrowheads="1"/>
          </p:cNvSpPr>
          <p:nvPr>
            <p:ph type="title"/>
          </p:nvPr>
        </p:nvSpPr>
        <p:spPr>
          <a:xfrm>
            <a:off x="1208088" y="609600"/>
            <a:ext cx="7227887" cy="1143000"/>
          </a:xfrm>
        </p:spPr>
        <p:txBody>
          <a:bodyPr/>
          <a:lstStyle/>
          <a:p>
            <a:r>
              <a:rPr lang="zh-CN" altLang="en-US" sz="4000" u="sng">
                <a:latin typeface="宋体" panose="02010600030101010101" pitchFamily="2" charset="-122"/>
              </a:rPr>
              <a:t>加工编号</a:t>
            </a:r>
          </a:p>
        </p:txBody>
      </p:sp>
      <p:sp>
        <p:nvSpPr>
          <p:cNvPr id="41987" name="Rectangle 3">
            <a:extLst>
              <a:ext uri="{FF2B5EF4-FFF2-40B4-BE49-F238E27FC236}">
                <a16:creationId xmlns:a16="http://schemas.microsoft.com/office/drawing/2014/main" id="{5659F83A-5EC5-4C80-981D-F7AA4DA84F4C}"/>
              </a:ext>
            </a:extLst>
          </p:cNvPr>
          <p:cNvSpPr>
            <a:spLocks noGrp="1" noChangeArrowheads="1"/>
          </p:cNvSpPr>
          <p:nvPr>
            <p:ph idx="1"/>
          </p:nvPr>
        </p:nvSpPr>
        <p:spPr>
          <a:xfrm>
            <a:off x="762000" y="2133600"/>
            <a:ext cx="8153400" cy="3124200"/>
          </a:xfrm>
        </p:spPr>
        <p:txBody>
          <a:bodyPr/>
          <a:lstStyle/>
          <a:p>
            <a:pPr>
              <a:lnSpc>
                <a:spcPct val="120000"/>
              </a:lnSpc>
              <a:buFontTx/>
              <a:buNone/>
            </a:pPr>
            <a:r>
              <a:rPr lang="zh-CN" altLang="en-US" sz="3600" b="1">
                <a:latin typeface="宋体" panose="02010600030101010101" pitchFamily="2" charset="-122"/>
              </a:rPr>
              <a:t>加工的编号原则：</a:t>
            </a:r>
          </a:p>
          <a:p>
            <a:pPr>
              <a:lnSpc>
                <a:spcPct val="120000"/>
              </a:lnSpc>
              <a:buFontTx/>
              <a:buNone/>
            </a:pPr>
            <a:r>
              <a:rPr lang="zh-CN" altLang="en-US" sz="3600" b="1">
                <a:latin typeface="宋体" panose="02010600030101010101" pitchFamily="2" charset="-122"/>
              </a:rPr>
              <a:t>  </a:t>
            </a:r>
            <a:r>
              <a:rPr lang="zh-CN" altLang="en-US" sz="3600">
                <a:latin typeface="宋体" panose="02010600030101010101" pitchFamily="2" charset="-122"/>
              </a:rPr>
              <a:t>子图图号为分解的父图中的加工号</a:t>
            </a:r>
            <a:r>
              <a:rPr lang="en-US" altLang="zh-CN" sz="3600">
                <a:latin typeface="宋体" panose="02010600030101010101" pitchFamily="2" charset="-122"/>
              </a:rPr>
              <a:t>,</a:t>
            </a:r>
          </a:p>
          <a:p>
            <a:pPr>
              <a:lnSpc>
                <a:spcPct val="120000"/>
              </a:lnSpc>
              <a:buFontTx/>
              <a:buNone/>
            </a:pPr>
            <a:r>
              <a:rPr lang="zh-CN" altLang="en-US" sz="3600">
                <a:latin typeface="宋体" panose="02010600030101010101" pitchFamily="2" charset="-122"/>
              </a:rPr>
              <a:t>同级子图在最后数字以序号区别。</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B6377E5-D35A-4B8B-93E7-A8CCBDED2456}"/>
              </a:ext>
            </a:extLst>
          </p:cNvPr>
          <p:cNvGrpSpPr/>
          <p:nvPr/>
        </p:nvGrpSpPr>
        <p:grpSpPr>
          <a:xfrm>
            <a:off x="251520" y="1484784"/>
            <a:ext cx="7222971" cy="5013514"/>
            <a:chOff x="-53020" y="557525"/>
            <a:chExt cx="9120820" cy="5998850"/>
          </a:xfrm>
        </p:grpSpPr>
        <p:sp>
          <p:nvSpPr>
            <p:cNvPr id="3" name="AutoShape 2">
              <a:extLst>
                <a:ext uri="{FF2B5EF4-FFF2-40B4-BE49-F238E27FC236}">
                  <a16:creationId xmlns:a16="http://schemas.microsoft.com/office/drawing/2014/main" id="{77E1D19F-1E05-47FE-AC3A-1D420FDC25AF}"/>
                </a:ext>
              </a:extLst>
            </p:cNvPr>
            <p:cNvSpPr>
              <a:spLocks noChangeArrowheads="1"/>
            </p:cNvSpPr>
            <p:nvPr/>
          </p:nvSpPr>
          <p:spPr bwMode="auto">
            <a:xfrm>
              <a:off x="2603500" y="668338"/>
              <a:ext cx="3937000" cy="1041400"/>
            </a:xfrm>
            <a:prstGeom prst="parallelogram">
              <a:avLst>
                <a:gd name="adj" fmla="val 94495"/>
              </a:avLst>
            </a:prstGeom>
            <a:noFill/>
            <a:ln w="25400">
              <a:solidFill>
                <a:srgbClr val="01050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4" name="Oval 3">
              <a:extLst>
                <a:ext uri="{FF2B5EF4-FFF2-40B4-BE49-F238E27FC236}">
                  <a16:creationId xmlns:a16="http://schemas.microsoft.com/office/drawing/2014/main" id="{B9732570-5F0E-491E-B832-2364D4DF3B30}"/>
                </a:ext>
              </a:extLst>
            </p:cNvPr>
            <p:cNvSpPr>
              <a:spLocks noChangeArrowheads="1"/>
            </p:cNvSpPr>
            <p:nvPr/>
          </p:nvSpPr>
          <p:spPr bwMode="auto">
            <a:xfrm>
              <a:off x="4051300" y="820738"/>
              <a:ext cx="965200" cy="736600"/>
            </a:xfrm>
            <a:prstGeom prst="ellipse">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5" name="Rectangle 4">
              <a:extLst>
                <a:ext uri="{FF2B5EF4-FFF2-40B4-BE49-F238E27FC236}">
                  <a16:creationId xmlns:a16="http://schemas.microsoft.com/office/drawing/2014/main" id="{7D0FAA07-F5DB-42F4-9111-80B79BCF6E6F}"/>
                </a:ext>
              </a:extLst>
            </p:cNvPr>
            <p:cNvSpPr>
              <a:spLocks noChangeArrowheads="1"/>
            </p:cNvSpPr>
            <p:nvPr/>
          </p:nvSpPr>
          <p:spPr bwMode="auto">
            <a:xfrm>
              <a:off x="4251324" y="668338"/>
              <a:ext cx="4635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4400" b="1" dirty="0">
                  <a:solidFill>
                    <a:srgbClr val="01050F"/>
                  </a:solidFill>
                  <a:effectLst>
                    <a:outerShdw blurRad="38100" dist="38100" dir="2700000" algn="tl">
                      <a:srgbClr val="FFFFFF"/>
                    </a:outerShdw>
                  </a:effectLst>
                  <a:latin typeface="黑体" panose="02010609060101010101" pitchFamily="49" charset="-122"/>
                  <a:ea typeface="黑体" panose="02010609060101010101" pitchFamily="49" charset="-122"/>
                </a:rPr>
                <a:t>S</a:t>
              </a:r>
            </a:p>
          </p:txBody>
        </p:sp>
        <p:sp>
          <p:nvSpPr>
            <p:cNvPr id="6" name="Line 5">
              <a:extLst>
                <a:ext uri="{FF2B5EF4-FFF2-40B4-BE49-F238E27FC236}">
                  <a16:creationId xmlns:a16="http://schemas.microsoft.com/office/drawing/2014/main" id="{3FD0457C-CF5C-49DD-8C70-8015909B4243}"/>
                </a:ext>
              </a:extLst>
            </p:cNvPr>
            <p:cNvSpPr>
              <a:spLocks noChangeShapeType="1"/>
            </p:cNvSpPr>
            <p:nvPr/>
          </p:nvSpPr>
          <p:spPr bwMode="auto">
            <a:xfrm>
              <a:off x="3505200" y="1112838"/>
              <a:ext cx="533400"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Line 6">
              <a:extLst>
                <a:ext uri="{FF2B5EF4-FFF2-40B4-BE49-F238E27FC236}">
                  <a16:creationId xmlns:a16="http://schemas.microsoft.com/office/drawing/2014/main" id="{9DE3168D-A2CC-4202-90FD-C1DC76972E39}"/>
                </a:ext>
              </a:extLst>
            </p:cNvPr>
            <p:cNvSpPr>
              <a:spLocks noChangeShapeType="1"/>
            </p:cNvSpPr>
            <p:nvPr/>
          </p:nvSpPr>
          <p:spPr bwMode="auto">
            <a:xfrm>
              <a:off x="5029200" y="1112838"/>
              <a:ext cx="533400"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AutoShape 7">
              <a:extLst>
                <a:ext uri="{FF2B5EF4-FFF2-40B4-BE49-F238E27FC236}">
                  <a16:creationId xmlns:a16="http://schemas.microsoft.com/office/drawing/2014/main" id="{D648C382-DFF7-4AB6-B43F-5B35308F1B2D}"/>
                </a:ext>
              </a:extLst>
            </p:cNvPr>
            <p:cNvSpPr>
              <a:spLocks noChangeArrowheads="1"/>
            </p:cNvSpPr>
            <p:nvPr/>
          </p:nvSpPr>
          <p:spPr bwMode="auto">
            <a:xfrm>
              <a:off x="1384300" y="2238375"/>
              <a:ext cx="6146800" cy="1803400"/>
            </a:xfrm>
            <a:prstGeom prst="parallelogram">
              <a:avLst>
                <a:gd name="adj" fmla="val 85195"/>
              </a:avLst>
            </a:prstGeom>
            <a:noFill/>
            <a:ln w="25400">
              <a:solidFill>
                <a:srgbClr val="01050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9" name="Oval 8">
              <a:extLst>
                <a:ext uri="{FF2B5EF4-FFF2-40B4-BE49-F238E27FC236}">
                  <a16:creationId xmlns:a16="http://schemas.microsoft.com/office/drawing/2014/main" id="{1B114217-8584-4AC6-B5D3-D2AB261DC534}"/>
                </a:ext>
              </a:extLst>
            </p:cNvPr>
            <p:cNvSpPr>
              <a:spLocks noChangeArrowheads="1"/>
            </p:cNvSpPr>
            <p:nvPr/>
          </p:nvSpPr>
          <p:spPr bwMode="auto">
            <a:xfrm>
              <a:off x="4356100" y="2314575"/>
              <a:ext cx="965200" cy="736600"/>
            </a:xfrm>
            <a:prstGeom prst="ellipse">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0" name="Rectangle 9">
              <a:extLst>
                <a:ext uri="{FF2B5EF4-FFF2-40B4-BE49-F238E27FC236}">
                  <a16:creationId xmlns:a16="http://schemas.microsoft.com/office/drawing/2014/main" id="{859C23E7-B8E6-4AF4-9867-7A36DFBCB3D7}"/>
                </a:ext>
              </a:extLst>
            </p:cNvPr>
            <p:cNvSpPr>
              <a:spLocks noChangeArrowheads="1"/>
            </p:cNvSpPr>
            <p:nvPr/>
          </p:nvSpPr>
          <p:spPr bwMode="auto">
            <a:xfrm>
              <a:off x="4546412" y="2267152"/>
              <a:ext cx="412749" cy="641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600" b="1" dirty="0">
                  <a:solidFill>
                    <a:srgbClr val="01050F"/>
                  </a:solidFill>
                  <a:effectLst>
                    <a:outerShdw blurRad="38100" dist="38100" dir="2700000" algn="tl">
                      <a:srgbClr val="FFFFFF"/>
                    </a:outerShdw>
                  </a:effectLst>
                  <a:latin typeface="黑体" panose="02010609060101010101" pitchFamily="49" charset="-122"/>
                  <a:ea typeface="黑体" panose="02010609060101010101" pitchFamily="49" charset="-122"/>
                </a:rPr>
                <a:t>2</a:t>
              </a:r>
            </a:p>
          </p:txBody>
        </p:sp>
        <p:sp>
          <p:nvSpPr>
            <p:cNvPr id="11" name="Line 10">
              <a:extLst>
                <a:ext uri="{FF2B5EF4-FFF2-40B4-BE49-F238E27FC236}">
                  <a16:creationId xmlns:a16="http://schemas.microsoft.com/office/drawing/2014/main" id="{B5BEB550-F45C-4CDE-835D-97964415B81E}"/>
                </a:ext>
              </a:extLst>
            </p:cNvPr>
            <p:cNvSpPr>
              <a:spLocks noChangeShapeType="1"/>
            </p:cNvSpPr>
            <p:nvPr/>
          </p:nvSpPr>
          <p:spPr bwMode="auto">
            <a:xfrm flipV="1">
              <a:off x="2209800" y="3216275"/>
              <a:ext cx="609600" cy="22860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1">
              <a:extLst>
                <a:ext uri="{FF2B5EF4-FFF2-40B4-BE49-F238E27FC236}">
                  <a16:creationId xmlns:a16="http://schemas.microsoft.com/office/drawing/2014/main" id="{F96DA1EC-A915-4975-8AA4-8E23480A0FED}"/>
                </a:ext>
              </a:extLst>
            </p:cNvPr>
            <p:cNvSpPr>
              <a:spLocks noChangeShapeType="1"/>
            </p:cNvSpPr>
            <p:nvPr/>
          </p:nvSpPr>
          <p:spPr bwMode="auto">
            <a:xfrm>
              <a:off x="3581399" y="3216274"/>
              <a:ext cx="1079500" cy="184148"/>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Oval 12">
              <a:extLst>
                <a:ext uri="{FF2B5EF4-FFF2-40B4-BE49-F238E27FC236}">
                  <a16:creationId xmlns:a16="http://schemas.microsoft.com/office/drawing/2014/main" id="{7E5FB345-F562-4469-8FAE-069E65C90E8E}"/>
                </a:ext>
              </a:extLst>
            </p:cNvPr>
            <p:cNvSpPr>
              <a:spLocks noChangeArrowheads="1"/>
            </p:cNvSpPr>
            <p:nvPr/>
          </p:nvSpPr>
          <p:spPr bwMode="auto">
            <a:xfrm>
              <a:off x="2755900" y="2619375"/>
              <a:ext cx="965200" cy="736600"/>
            </a:xfrm>
            <a:prstGeom prst="ellipse">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4" name="Rectangle 13">
              <a:extLst>
                <a:ext uri="{FF2B5EF4-FFF2-40B4-BE49-F238E27FC236}">
                  <a16:creationId xmlns:a16="http://schemas.microsoft.com/office/drawing/2014/main" id="{A8A836B7-5C4F-49DF-9D68-C95DDB0C1DC9}"/>
                </a:ext>
              </a:extLst>
            </p:cNvPr>
            <p:cNvSpPr>
              <a:spLocks noChangeArrowheads="1"/>
            </p:cNvSpPr>
            <p:nvPr/>
          </p:nvSpPr>
          <p:spPr bwMode="auto">
            <a:xfrm>
              <a:off x="2942270" y="2538925"/>
              <a:ext cx="412749" cy="641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600" b="1" dirty="0">
                  <a:solidFill>
                    <a:srgbClr val="01050F"/>
                  </a:solidFill>
                  <a:effectLst>
                    <a:outerShdw blurRad="38100" dist="38100" dir="2700000" algn="tl">
                      <a:srgbClr val="FFFFFF"/>
                    </a:outerShdw>
                  </a:effectLst>
                  <a:latin typeface="黑体" panose="02010609060101010101" pitchFamily="49" charset="-122"/>
                  <a:ea typeface="黑体" panose="02010609060101010101" pitchFamily="49" charset="-122"/>
                </a:rPr>
                <a:t>1</a:t>
              </a:r>
            </a:p>
          </p:txBody>
        </p:sp>
        <p:sp>
          <p:nvSpPr>
            <p:cNvPr id="15" name="Oval 14">
              <a:extLst>
                <a:ext uri="{FF2B5EF4-FFF2-40B4-BE49-F238E27FC236}">
                  <a16:creationId xmlns:a16="http://schemas.microsoft.com/office/drawing/2014/main" id="{6C26262A-BCFF-4D4C-95E9-2DA33E96B889}"/>
                </a:ext>
              </a:extLst>
            </p:cNvPr>
            <p:cNvSpPr>
              <a:spLocks noChangeArrowheads="1"/>
            </p:cNvSpPr>
            <p:nvPr/>
          </p:nvSpPr>
          <p:spPr bwMode="auto">
            <a:xfrm>
              <a:off x="4660900" y="3152775"/>
              <a:ext cx="965200" cy="736600"/>
            </a:xfrm>
            <a:prstGeom prst="ellipse">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16" name="Rectangle 15">
              <a:extLst>
                <a:ext uri="{FF2B5EF4-FFF2-40B4-BE49-F238E27FC236}">
                  <a16:creationId xmlns:a16="http://schemas.microsoft.com/office/drawing/2014/main" id="{BE2D2869-8C55-442F-A002-91906CCFEE4D}"/>
                </a:ext>
              </a:extLst>
            </p:cNvPr>
            <p:cNvSpPr>
              <a:spLocks noChangeArrowheads="1"/>
            </p:cNvSpPr>
            <p:nvPr/>
          </p:nvSpPr>
          <p:spPr bwMode="auto">
            <a:xfrm>
              <a:off x="4910125" y="3166983"/>
              <a:ext cx="412749" cy="641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600" b="1" dirty="0">
                  <a:solidFill>
                    <a:srgbClr val="01050F"/>
                  </a:solidFill>
                  <a:effectLst>
                    <a:outerShdw blurRad="38100" dist="38100" dir="2700000" algn="tl">
                      <a:srgbClr val="FFFFFF"/>
                    </a:outerShdw>
                  </a:effectLst>
                  <a:latin typeface="黑体" panose="02010609060101010101" pitchFamily="49" charset="-122"/>
                  <a:ea typeface="黑体" panose="02010609060101010101" pitchFamily="49" charset="-122"/>
                </a:rPr>
                <a:t>3</a:t>
              </a:r>
            </a:p>
          </p:txBody>
        </p:sp>
        <p:sp>
          <p:nvSpPr>
            <p:cNvPr id="17" name="Line 16">
              <a:extLst>
                <a:ext uri="{FF2B5EF4-FFF2-40B4-BE49-F238E27FC236}">
                  <a16:creationId xmlns:a16="http://schemas.microsoft.com/office/drawing/2014/main" id="{DCC07BCF-5C5A-480D-B7E5-4AF84DD5E063}"/>
                </a:ext>
              </a:extLst>
            </p:cNvPr>
            <p:cNvSpPr>
              <a:spLocks noChangeShapeType="1"/>
            </p:cNvSpPr>
            <p:nvPr/>
          </p:nvSpPr>
          <p:spPr bwMode="auto">
            <a:xfrm flipV="1">
              <a:off x="3733800" y="2682875"/>
              <a:ext cx="609600" cy="7620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17">
              <a:extLst>
                <a:ext uri="{FF2B5EF4-FFF2-40B4-BE49-F238E27FC236}">
                  <a16:creationId xmlns:a16="http://schemas.microsoft.com/office/drawing/2014/main" id="{4F3474E0-BF63-432D-A682-358F32178F76}"/>
                </a:ext>
              </a:extLst>
            </p:cNvPr>
            <p:cNvSpPr>
              <a:spLocks noChangeShapeType="1"/>
            </p:cNvSpPr>
            <p:nvPr/>
          </p:nvSpPr>
          <p:spPr bwMode="auto">
            <a:xfrm>
              <a:off x="5638800" y="3368675"/>
              <a:ext cx="609600"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8">
              <a:extLst>
                <a:ext uri="{FF2B5EF4-FFF2-40B4-BE49-F238E27FC236}">
                  <a16:creationId xmlns:a16="http://schemas.microsoft.com/office/drawing/2014/main" id="{C713B5D1-10BD-4665-94B3-B1F580345DFD}"/>
                </a:ext>
              </a:extLst>
            </p:cNvPr>
            <p:cNvSpPr>
              <a:spLocks noChangeShapeType="1"/>
            </p:cNvSpPr>
            <p:nvPr/>
          </p:nvSpPr>
          <p:spPr bwMode="auto">
            <a:xfrm flipH="1">
              <a:off x="2895600" y="1158875"/>
              <a:ext cx="1143000" cy="1143000"/>
            </a:xfrm>
            <a:prstGeom prst="line">
              <a:avLst/>
            </a:prstGeom>
            <a:noFill/>
            <a:ln w="25400">
              <a:solidFill>
                <a:srgbClr val="01050F"/>
              </a:solidFill>
              <a:prstDash val="lg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0" name="Line 19">
              <a:extLst>
                <a:ext uri="{FF2B5EF4-FFF2-40B4-BE49-F238E27FC236}">
                  <a16:creationId xmlns:a16="http://schemas.microsoft.com/office/drawing/2014/main" id="{B5E7B5D8-857C-4C01-9939-DED88C7FB6DE}"/>
                </a:ext>
              </a:extLst>
            </p:cNvPr>
            <p:cNvSpPr>
              <a:spLocks noChangeShapeType="1"/>
            </p:cNvSpPr>
            <p:nvPr/>
          </p:nvSpPr>
          <p:spPr bwMode="auto">
            <a:xfrm>
              <a:off x="5029200" y="1189038"/>
              <a:ext cx="2514600" cy="1036637"/>
            </a:xfrm>
            <a:prstGeom prst="line">
              <a:avLst/>
            </a:prstGeom>
            <a:noFill/>
            <a:ln w="25400">
              <a:solidFill>
                <a:srgbClr val="01050F"/>
              </a:solidFill>
              <a:prstDash val="lg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1" name="AutoShape 20">
              <a:extLst>
                <a:ext uri="{FF2B5EF4-FFF2-40B4-BE49-F238E27FC236}">
                  <a16:creationId xmlns:a16="http://schemas.microsoft.com/office/drawing/2014/main" id="{1825429B-0B78-435C-B3D2-EE14FE5036A8}"/>
                </a:ext>
              </a:extLst>
            </p:cNvPr>
            <p:cNvSpPr>
              <a:spLocks noChangeArrowheads="1"/>
            </p:cNvSpPr>
            <p:nvPr/>
          </p:nvSpPr>
          <p:spPr bwMode="auto">
            <a:xfrm>
              <a:off x="88900" y="4676775"/>
              <a:ext cx="4622800" cy="1879600"/>
            </a:xfrm>
            <a:prstGeom prst="parallelogram">
              <a:avLst>
                <a:gd name="adj" fmla="val 51717"/>
              </a:avLst>
            </a:prstGeom>
            <a:noFill/>
            <a:ln w="25400">
              <a:solidFill>
                <a:srgbClr val="FDA4B5"/>
              </a:solidFill>
              <a:miter lim="800000"/>
              <a:headEnd/>
              <a:tailEnd/>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22" name="Oval 21">
              <a:extLst>
                <a:ext uri="{FF2B5EF4-FFF2-40B4-BE49-F238E27FC236}">
                  <a16:creationId xmlns:a16="http://schemas.microsoft.com/office/drawing/2014/main" id="{A176F4FB-4722-41F2-8ABA-BAE2C67B85B6}"/>
                </a:ext>
              </a:extLst>
            </p:cNvPr>
            <p:cNvSpPr>
              <a:spLocks noChangeArrowheads="1"/>
            </p:cNvSpPr>
            <p:nvPr/>
          </p:nvSpPr>
          <p:spPr bwMode="auto">
            <a:xfrm>
              <a:off x="2603500" y="4676775"/>
              <a:ext cx="1041400" cy="81280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1050F"/>
                  </a:solidFill>
                  <a:round/>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3" name="Rectangle 22">
              <a:extLst>
                <a:ext uri="{FF2B5EF4-FFF2-40B4-BE49-F238E27FC236}">
                  <a16:creationId xmlns:a16="http://schemas.microsoft.com/office/drawing/2014/main" id="{CF7B9A76-E7F6-4BFB-A173-7CC698E15DFE}"/>
                </a:ext>
              </a:extLst>
            </p:cNvPr>
            <p:cNvSpPr>
              <a:spLocks noChangeArrowheads="1"/>
            </p:cNvSpPr>
            <p:nvPr/>
          </p:nvSpPr>
          <p:spPr bwMode="auto">
            <a:xfrm>
              <a:off x="2727326" y="4862513"/>
              <a:ext cx="969590" cy="663647"/>
            </a:xfrm>
            <a:prstGeom prst="rect">
              <a:avLst/>
            </a:prstGeom>
            <a:noFill/>
            <a:ln w="9525">
              <a:solidFill>
                <a:srgbClr val="01050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000" b="1">
                  <a:solidFill>
                    <a:srgbClr val="01050F"/>
                  </a:solidFill>
                  <a:effectLst>
                    <a:outerShdw blurRad="38100" dist="38100" dir="2700000" algn="tl">
                      <a:srgbClr val="FFFFFF"/>
                    </a:outerShdw>
                  </a:effectLst>
                  <a:latin typeface="黑体" panose="02010609060101010101" pitchFamily="49" charset="-122"/>
                  <a:ea typeface="黑体" panose="02010609060101010101" pitchFamily="49" charset="-122"/>
                </a:rPr>
                <a:t>2.2</a:t>
              </a:r>
            </a:p>
          </p:txBody>
        </p:sp>
        <p:sp>
          <p:nvSpPr>
            <p:cNvPr id="24" name="Line 23">
              <a:extLst>
                <a:ext uri="{FF2B5EF4-FFF2-40B4-BE49-F238E27FC236}">
                  <a16:creationId xmlns:a16="http://schemas.microsoft.com/office/drawing/2014/main" id="{5B16EB87-32D4-40A4-8A5F-BC1A7C2AA077}"/>
                </a:ext>
              </a:extLst>
            </p:cNvPr>
            <p:cNvSpPr>
              <a:spLocks noChangeShapeType="1"/>
            </p:cNvSpPr>
            <p:nvPr/>
          </p:nvSpPr>
          <p:spPr bwMode="auto">
            <a:xfrm flipV="1">
              <a:off x="609600" y="5730875"/>
              <a:ext cx="533400" cy="38100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24">
              <a:extLst>
                <a:ext uri="{FF2B5EF4-FFF2-40B4-BE49-F238E27FC236}">
                  <a16:creationId xmlns:a16="http://schemas.microsoft.com/office/drawing/2014/main" id="{09161914-3170-4916-8B33-06EB0AB38AB1}"/>
                </a:ext>
              </a:extLst>
            </p:cNvPr>
            <p:cNvSpPr>
              <a:spLocks noChangeShapeType="1"/>
            </p:cNvSpPr>
            <p:nvPr/>
          </p:nvSpPr>
          <p:spPr bwMode="auto">
            <a:xfrm>
              <a:off x="2105026" y="5519916"/>
              <a:ext cx="457200" cy="15240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Oval 25">
              <a:extLst>
                <a:ext uri="{FF2B5EF4-FFF2-40B4-BE49-F238E27FC236}">
                  <a16:creationId xmlns:a16="http://schemas.microsoft.com/office/drawing/2014/main" id="{0762AC03-9245-49FE-A039-2B3D433B0B38}"/>
                </a:ext>
              </a:extLst>
            </p:cNvPr>
            <p:cNvSpPr>
              <a:spLocks noChangeArrowheads="1"/>
            </p:cNvSpPr>
            <p:nvPr/>
          </p:nvSpPr>
          <p:spPr bwMode="auto">
            <a:xfrm>
              <a:off x="1003300" y="4981575"/>
              <a:ext cx="1041400" cy="88900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1050F"/>
                  </a:solidFill>
                  <a:round/>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7" name="Rectangle 26">
              <a:extLst>
                <a:ext uri="{FF2B5EF4-FFF2-40B4-BE49-F238E27FC236}">
                  <a16:creationId xmlns:a16="http://schemas.microsoft.com/office/drawing/2014/main" id="{D47BD4DB-0449-46A4-AD0F-9FCFFE715EDE}"/>
                </a:ext>
              </a:extLst>
            </p:cNvPr>
            <p:cNvSpPr>
              <a:spLocks noChangeArrowheads="1"/>
            </p:cNvSpPr>
            <p:nvPr/>
          </p:nvSpPr>
          <p:spPr bwMode="auto">
            <a:xfrm>
              <a:off x="1127125" y="5167313"/>
              <a:ext cx="969590" cy="663647"/>
            </a:xfrm>
            <a:prstGeom prst="rect">
              <a:avLst/>
            </a:prstGeom>
            <a:noFill/>
            <a:ln w="9525">
              <a:solidFill>
                <a:srgbClr val="01050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000" b="1" dirty="0">
                  <a:solidFill>
                    <a:srgbClr val="01050F"/>
                  </a:solidFill>
                  <a:effectLst>
                    <a:outerShdw blurRad="38100" dist="38100" dir="2700000" algn="tl">
                      <a:srgbClr val="FFFFFF"/>
                    </a:outerShdw>
                  </a:effectLst>
                  <a:latin typeface="黑体" panose="02010609060101010101" pitchFamily="49" charset="-122"/>
                  <a:ea typeface="黑体" panose="02010609060101010101" pitchFamily="49" charset="-122"/>
                </a:rPr>
                <a:t>2.1</a:t>
              </a:r>
            </a:p>
          </p:txBody>
        </p:sp>
        <p:sp>
          <p:nvSpPr>
            <p:cNvPr id="28" name="Oval 27">
              <a:extLst>
                <a:ext uri="{FF2B5EF4-FFF2-40B4-BE49-F238E27FC236}">
                  <a16:creationId xmlns:a16="http://schemas.microsoft.com/office/drawing/2014/main" id="{5BA82A48-9072-414C-BBE7-543F0DFEEE59}"/>
                </a:ext>
              </a:extLst>
            </p:cNvPr>
            <p:cNvSpPr>
              <a:spLocks noChangeArrowheads="1"/>
            </p:cNvSpPr>
            <p:nvPr/>
          </p:nvSpPr>
          <p:spPr bwMode="auto">
            <a:xfrm>
              <a:off x="2298700" y="5667375"/>
              <a:ext cx="1041400" cy="736600"/>
            </a:xfrm>
            <a:prstGeom prst="ellipse">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29" name="Rectangle 28">
              <a:extLst>
                <a:ext uri="{FF2B5EF4-FFF2-40B4-BE49-F238E27FC236}">
                  <a16:creationId xmlns:a16="http://schemas.microsoft.com/office/drawing/2014/main" id="{2C41FFBC-6DFD-4A35-AC87-A8AB5CE681CB}"/>
                </a:ext>
              </a:extLst>
            </p:cNvPr>
            <p:cNvSpPr>
              <a:spLocks noChangeArrowheads="1"/>
            </p:cNvSpPr>
            <p:nvPr/>
          </p:nvSpPr>
          <p:spPr bwMode="auto">
            <a:xfrm>
              <a:off x="2357987" y="5691673"/>
              <a:ext cx="969590" cy="66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000" b="1" dirty="0">
                  <a:solidFill>
                    <a:srgbClr val="01050F"/>
                  </a:solidFill>
                  <a:effectLst>
                    <a:outerShdw blurRad="38100" dist="38100" dir="2700000" algn="tl">
                      <a:srgbClr val="FFFFFF"/>
                    </a:outerShdw>
                  </a:effectLst>
                  <a:latin typeface="黑体" panose="02010609060101010101" pitchFamily="49" charset="-122"/>
                  <a:ea typeface="黑体" panose="02010609060101010101" pitchFamily="49" charset="-122"/>
                </a:rPr>
                <a:t>2.3</a:t>
              </a:r>
            </a:p>
          </p:txBody>
        </p:sp>
        <p:sp>
          <p:nvSpPr>
            <p:cNvPr id="30" name="Line 29">
              <a:extLst>
                <a:ext uri="{FF2B5EF4-FFF2-40B4-BE49-F238E27FC236}">
                  <a16:creationId xmlns:a16="http://schemas.microsoft.com/office/drawing/2014/main" id="{A844696E-3AED-4C22-B24F-2F2855C56ACD}"/>
                </a:ext>
              </a:extLst>
            </p:cNvPr>
            <p:cNvSpPr>
              <a:spLocks noChangeShapeType="1"/>
            </p:cNvSpPr>
            <p:nvPr/>
          </p:nvSpPr>
          <p:spPr bwMode="auto">
            <a:xfrm flipV="1">
              <a:off x="2075143" y="5098345"/>
              <a:ext cx="609600" cy="7620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30">
              <a:extLst>
                <a:ext uri="{FF2B5EF4-FFF2-40B4-BE49-F238E27FC236}">
                  <a16:creationId xmlns:a16="http://schemas.microsoft.com/office/drawing/2014/main" id="{4D39C122-13AF-4D8B-893D-38B4B586E791}"/>
                </a:ext>
              </a:extLst>
            </p:cNvPr>
            <p:cNvSpPr>
              <a:spLocks noChangeShapeType="1"/>
            </p:cNvSpPr>
            <p:nvPr/>
          </p:nvSpPr>
          <p:spPr bwMode="auto">
            <a:xfrm>
              <a:off x="3352800" y="6111875"/>
              <a:ext cx="533400"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31">
              <a:extLst>
                <a:ext uri="{FF2B5EF4-FFF2-40B4-BE49-F238E27FC236}">
                  <a16:creationId xmlns:a16="http://schemas.microsoft.com/office/drawing/2014/main" id="{C35D56BA-F8D9-4A32-8D11-6696E3EA06A3}"/>
                </a:ext>
              </a:extLst>
            </p:cNvPr>
            <p:cNvSpPr>
              <a:spLocks noChangeShapeType="1"/>
            </p:cNvSpPr>
            <p:nvPr/>
          </p:nvSpPr>
          <p:spPr bwMode="auto">
            <a:xfrm>
              <a:off x="3657600" y="5045075"/>
              <a:ext cx="533400"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32">
              <a:extLst>
                <a:ext uri="{FF2B5EF4-FFF2-40B4-BE49-F238E27FC236}">
                  <a16:creationId xmlns:a16="http://schemas.microsoft.com/office/drawing/2014/main" id="{D32A6DD1-5448-4B02-9DE5-3DDB53528263}"/>
                </a:ext>
              </a:extLst>
            </p:cNvPr>
            <p:cNvSpPr>
              <a:spLocks noChangeShapeType="1"/>
            </p:cNvSpPr>
            <p:nvPr/>
          </p:nvSpPr>
          <p:spPr bwMode="auto">
            <a:xfrm flipH="1">
              <a:off x="1066800" y="2606675"/>
              <a:ext cx="3276600" cy="2057400"/>
            </a:xfrm>
            <a:prstGeom prst="line">
              <a:avLst/>
            </a:prstGeom>
            <a:noFill/>
            <a:ln w="25400">
              <a:solidFill>
                <a:srgbClr val="01050F"/>
              </a:solidFill>
              <a:prstDash val="lg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4" name="Line 33">
              <a:extLst>
                <a:ext uri="{FF2B5EF4-FFF2-40B4-BE49-F238E27FC236}">
                  <a16:creationId xmlns:a16="http://schemas.microsoft.com/office/drawing/2014/main" id="{460D45CF-FC7F-4A05-8C68-D12A6EFAE6AF}"/>
                </a:ext>
              </a:extLst>
            </p:cNvPr>
            <p:cNvSpPr>
              <a:spLocks noChangeShapeType="1"/>
            </p:cNvSpPr>
            <p:nvPr/>
          </p:nvSpPr>
          <p:spPr bwMode="auto">
            <a:xfrm>
              <a:off x="5638800" y="3368675"/>
              <a:ext cx="3429000" cy="1371600"/>
            </a:xfrm>
            <a:prstGeom prst="line">
              <a:avLst/>
            </a:prstGeom>
            <a:noFill/>
            <a:ln w="25400">
              <a:solidFill>
                <a:srgbClr val="01050F"/>
              </a:solidFill>
              <a:prstDash val="lg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5" name="AutoShape 34">
              <a:extLst>
                <a:ext uri="{FF2B5EF4-FFF2-40B4-BE49-F238E27FC236}">
                  <a16:creationId xmlns:a16="http://schemas.microsoft.com/office/drawing/2014/main" id="{A6B49F95-B365-402E-8E58-B9B0459EABDF}"/>
                </a:ext>
              </a:extLst>
            </p:cNvPr>
            <p:cNvSpPr>
              <a:spLocks noChangeArrowheads="1"/>
            </p:cNvSpPr>
            <p:nvPr/>
          </p:nvSpPr>
          <p:spPr bwMode="auto">
            <a:xfrm>
              <a:off x="4432300" y="4676775"/>
              <a:ext cx="4622800" cy="1879600"/>
            </a:xfrm>
            <a:prstGeom prst="parallelogram">
              <a:avLst>
                <a:gd name="adj" fmla="val 51717"/>
              </a:avLst>
            </a:prstGeom>
            <a:noFill/>
            <a:ln w="25400">
              <a:solidFill>
                <a:srgbClr val="01050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6" name="Line 35">
              <a:extLst>
                <a:ext uri="{FF2B5EF4-FFF2-40B4-BE49-F238E27FC236}">
                  <a16:creationId xmlns:a16="http://schemas.microsoft.com/office/drawing/2014/main" id="{EA0AA4D0-7A73-428C-B72D-2F134400A390}"/>
                </a:ext>
              </a:extLst>
            </p:cNvPr>
            <p:cNvSpPr>
              <a:spLocks noChangeShapeType="1"/>
            </p:cNvSpPr>
            <p:nvPr/>
          </p:nvSpPr>
          <p:spPr bwMode="auto">
            <a:xfrm>
              <a:off x="5029200" y="5426075"/>
              <a:ext cx="533400"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36">
              <a:extLst>
                <a:ext uri="{FF2B5EF4-FFF2-40B4-BE49-F238E27FC236}">
                  <a16:creationId xmlns:a16="http://schemas.microsoft.com/office/drawing/2014/main" id="{BA5C4D86-8DAD-4199-905E-DA5A3233D30C}"/>
                </a:ext>
              </a:extLst>
            </p:cNvPr>
            <p:cNvSpPr>
              <a:spLocks noChangeShapeType="1"/>
            </p:cNvSpPr>
            <p:nvPr/>
          </p:nvSpPr>
          <p:spPr bwMode="auto">
            <a:xfrm>
              <a:off x="6629400" y="5502275"/>
              <a:ext cx="533400"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Oval 37">
              <a:extLst>
                <a:ext uri="{FF2B5EF4-FFF2-40B4-BE49-F238E27FC236}">
                  <a16:creationId xmlns:a16="http://schemas.microsoft.com/office/drawing/2014/main" id="{A4BBAC67-7245-464B-B944-B0B1BB78BC66}"/>
                </a:ext>
              </a:extLst>
            </p:cNvPr>
            <p:cNvSpPr>
              <a:spLocks noChangeArrowheads="1"/>
            </p:cNvSpPr>
            <p:nvPr/>
          </p:nvSpPr>
          <p:spPr bwMode="auto">
            <a:xfrm>
              <a:off x="5499100" y="4905375"/>
              <a:ext cx="1117600" cy="965200"/>
            </a:xfrm>
            <a:prstGeom prst="ellipse">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39" name="Rectangle 38">
              <a:extLst>
                <a:ext uri="{FF2B5EF4-FFF2-40B4-BE49-F238E27FC236}">
                  <a16:creationId xmlns:a16="http://schemas.microsoft.com/office/drawing/2014/main" id="{24976042-DBE2-4684-8572-0021031C7771}"/>
                </a:ext>
              </a:extLst>
            </p:cNvPr>
            <p:cNvSpPr>
              <a:spLocks noChangeArrowheads="1"/>
            </p:cNvSpPr>
            <p:nvPr/>
          </p:nvSpPr>
          <p:spPr bwMode="auto">
            <a:xfrm>
              <a:off x="5584264" y="5048571"/>
              <a:ext cx="969590" cy="66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000" b="1" dirty="0">
                  <a:solidFill>
                    <a:srgbClr val="01050F"/>
                  </a:solidFill>
                  <a:effectLst>
                    <a:outerShdw blurRad="38100" dist="38100" dir="2700000" algn="tl">
                      <a:srgbClr val="FFFFFF"/>
                    </a:outerShdw>
                  </a:effectLst>
                  <a:latin typeface="黑体" panose="02010609060101010101" pitchFamily="49" charset="-122"/>
                  <a:ea typeface="黑体" panose="02010609060101010101" pitchFamily="49" charset="-122"/>
                </a:rPr>
                <a:t>3.1</a:t>
              </a:r>
            </a:p>
          </p:txBody>
        </p:sp>
        <p:sp>
          <p:nvSpPr>
            <p:cNvPr id="40" name="Oval 39">
              <a:extLst>
                <a:ext uri="{FF2B5EF4-FFF2-40B4-BE49-F238E27FC236}">
                  <a16:creationId xmlns:a16="http://schemas.microsoft.com/office/drawing/2014/main" id="{F04F860E-A278-4DC0-881D-A60FEB200E6D}"/>
                </a:ext>
              </a:extLst>
            </p:cNvPr>
            <p:cNvSpPr>
              <a:spLocks noChangeArrowheads="1"/>
            </p:cNvSpPr>
            <p:nvPr/>
          </p:nvSpPr>
          <p:spPr bwMode="auto">
            <a:xfrm>
              <a:off x="7099300" y="4981575"/>
              <a:ext cx="1117600" cy="965200"/>
            </a:xfrm>
            <a:prstGeom prst="ellipse">
              <a:avLst/>
            </a:prstGeom>
            <a:noFill/>
            <a:ln w="25400">
              <a:solidFill>
                <a:srgbClr val="01050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41" name="Rectangle 40">
              <a:extLst>
                <a:ext uri="{FF2B5EF4-FFF2-40B4-BE49-F238E27FC236}">
                  <a16:creationId xmlns:a16="http://schemas.microsoft.com/office/drawing/2014/main" id="{C8F1A4CB-E30E-4310-B173-FA17019CC423}"/>
                </a:ext>
              </a:extLst>
            </p:cNvPr>
            <p:cNvSpPr>
              <a:spLocks noChangeArrowheads="1"/>
            </p:cNvSpPr>
            <p:nvPr/>
          </p:nvSpPr>
          <p:spPr bwMode="auto">
            <a:xfrm>
              <a:off x="7184463" y="5124771"/>
              <a:ext cx="969590" cy="66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1050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000" b="1">
                  <a:solidFill>
                    <a:srgbClr val="01050F"/>
                  </a:solidFill>
                  <a:effectLst>
                    <a:outerShdw blurRad="38100" dist="38100" dir="2700000" algn="tl">
                      <a:srgbClr val="FFFFFF"/>
                    </a:outerShdw>
                  </a:effectLst>
                  <a:latin typeface="黑体" panose="02010609060101010101" pitchFamily="49" charset="-122"/>
                  <a:ea typeface="黑体" panose="02010609060101010101" pitchFamily="49" charset="-122"/>
                </a:rPr>
                <a:t>3.2</a:t>
              </a:r>
            </a:p>
          </p:txBody>
        </p:sp>
        <p:sp>
          <p:nvSpPr>
            <p:cNvPr id="42" name="Line 41">
              <a:extLst>
                <a:ext uri="{FF2B5EF4-FFF2-40B4-BE49-F238E27FC236}">
                  <a16:creationId xmlns:a16="http://schemas.microsoft.com/office/drawing/2014/main" id="{C7CD98D1-5EB0-422B-9384-D7526876EA38}"/>
                </a:ext>
              </a:extLst>
            </p:cNvPr>
            <p:cNvSpPr>
              <a:spLocks noChangeShapeType="1"/>
            </p:cNvSpPr>
            <p:nvPr/>
          </p:nvSpPr>
          <p:spPr bwMode="auto">
            <a:xfrm>
              <a:off x="8229600" y="5502275"/>
              <a:ext cx="381000" cy="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42">
              <a:extLst>
                <a:ext uri="{FF2B5EF4-FFF2-40B4-BE49-F238E27FC236}">
                  <a16:creationId xmlns:a16="http://schemas.microsoft.com/office/drawing/2014/main" id="{60E069F0-1D00-47C6-9F6F-BA783A38E147}"/>
                </a:ext>
              </a:extLst>
            </p:cNvPr>
            <p:cNvSpPr>
              <a:spLocks noChangeShapeType="1"/>
            </p:cNvSpPr>
            <p:nvPr/>
          </p:nvSpPr>
          <p:spPr bwMode="auto">
            <a:xfrm>
              <a:off x="4724400" y="3749675"/>
              <a:ext cx="685800" cy="914400"/>
            </a:xfrm>
            <a:prstGeom prst="line">
              <a:avLst/>
            </a:prstGeom>
            <a:noFill/>
            <a:ln w="25400">
              <a:solidFill>
                <a:srgbClr val="01050F"/>
              </a:solidFill>
              <a:prstDash val="lg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44" name="Arc 43">
              <a:extLst>
                <a:ext uri="{FF2B5EF4-FFF2-40B4-BE49-F238E27FC236}">
                  <a16:creationId xmlns:a16="http://schemas.microsoft.com/office/drawing/2014/main" id="{20C81AFA-5D9E-4124-A064-17B1F96C1696}"/>
                </a:ext>
              </a:extLst>
            </p:cNvPr>
            <p:cNvSpPr>
              <a:spLocks/>
            </p:cNvSpPr>
            <p:nvPr/>
          </p:nvSpPr>
          <p:spPr bwMode="auto">
            <a:xfrm>
              <a:off x="4268788" y="3065463"/>
              <a:ext cx="762000" cy="990600"/>
            </a:xfrm>
            <a:custGeom>
              <a:avLst/>
              <a:gdLst>
                <a:gd name="G0" fmla="+- 21600 0 0"/>
                <a:gd name="G1" fmla="+- 21600 0 0"/>
                <a:gd name="G2" fmla="+- 21600 0 0"/>
                <a:gd name="T0" fmla="*/ 0 w 21600"/>
                <a:gd name="T1" fmla="*/ 21600 h 21600"/>
                <a:gd name="T2" fmla="*/ 21555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99"/>
                  </a:moveTo>
                  <a:cubicBezTo>
                    <a:pt x="0" y="9688"/>
                    <a:pt x="9643" y="24"/>
                    <a:pt x="21555" y="0"/>
                  </a:cubicBezTo>
                </a:path>
                <a:path w="21600" h="21600" stroke="0" extrusionOk="0">
                  <a:moveTo>
                    <a:pt x="0" y="21599"/>
                  </a:moveTo>
                  <a:cubicBezTo>
                    <a:pt x="0" y="9688"/>
                    <a:pt x="9643" y="24"/>
                    <a:pt x="21555" y="0"/>
                  </a:cubicBezTo>
                  <a:lnTo>
                    <a:pt x="21600" y="21600"/>
                  </a:lnTo>
                  <a:close/>
                </a:path>
              </a:pathLst>
            </a:custGeom>
            <a:noFill/>
            <a:ln w="25400" cap="rnd">
              <a:solidFill>
                <a:srgbClr val="01050F"/>
              </a:solidFill>
              <a:prstDash val="lgDash"/>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45" name="Arc 44">
              <a:extLst>
                <a:ext uri="{FF2B5EF4-FFF2-40B4-BE49-F238E27FC236}">
                  <a16:creationId xmlns:a16="http://schemas.microsoft.com/office/drawing/2014/main" id="{73C39086-D4A4-4BCB-BC6A-D005840554B3}"/>
                </a:ext>
              </a:extLst>
            </p:cNvPr>
            <p:cNvSpPr>
              <a:spLocks/>
            </p:cNvSpPr>
            <p:nvPr/>
          </p:nvSpPr>
          <p:spPr bwMode="auto">
            <a:xfrm>
              <a:off x="4306888" y="4016375"/>
              <a:ext cx="381000" cy="609600"/>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599"/>
                  </a:moveTo>
                  <a:cubicBezTo>
                    <a:pt x="9670" y="21599"/>
                    <a:pt x="0" y="11929"/>
                    <a:pt x="0" y="0"/>
                  </a:cubicBezTo>
                </a:path>
                <a:path w="21600" h="21600" stroke="0" extrusionOk="0">
                  <a:moveTo>
                    <a:pt x="21600" y="21599"/>
                  </a:moveTo>
                  <a:cubicBezTo>
                    <a:pt x="9670" y="21599"/>
                    <a:pt x="0" y="11929"/>
                    <a:pt x="0" y="0"/>
                  </a:cubicBezTo>
                  <a:lnTo>
                    <a:pt x="21600" y="0"/>
                  </a:lnTo>
                  <a:close/>
                </a:path>
              </a:pathLst>
            </a:custGeom>
            <a:noFill/>
            <a:ln w="25400" cap="rnd">
              <a:solidFill>
                <a:srgbClr val="01050F"/>
              </a:solidFill>
              <a:prstDash val="lgDash"/>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46" name="Rectangle 45">
              <a:extLst>
                <a:ext uri="{FF2B5EF4-FFF2-40B4-BE49-F238E27FC236}">
                  <a16:creationId xmlns:a16="http://schemas.microsoft.com/office/drawing/2014/main" id="{3124A5CD-F0C1-447A-918D-8B06ED6D67A6}"/>
                </a:ext>
              </a:extLst>
            </p:cNvPr>
            <p:cNvSpPr>
              <a:spLocks noChangeArrowheads="1"/>
            </p:cNvSpPr>
            <p:nvPr/>
          </p:nvSpPr>
          <p:spPr bwMode="auto">
            <a:xfrm>
              <a:off x="-53020" y="557525"/>
              <a:ext cx="2597782" cy="1363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eaLnBrk="0" hangingPunct="0"/>
              <a:r>
                <a:rPr lang="en-US" altLang="zh-CN" sz="4000" b="1" dirty="0">
                  <a:effectLst>
                    <a:outerShdw blurRad="38100" dist="38100" dir="2700000" algn="tl">
                      <a:srgbClr val="FFFFFF"/>
                    </a:outerShdw>
                  </a:effectLst>
                  <a:latin typeface="黑体" panose="02010609060101010101" pitchFamily="49" charset="-122"/>
                  <a:ea typeface="黑体" panose="02010609060101010101" pitchFamily="49" charset="-122"/>
                </a:rPr>
                <a:t> </a:t>
              </a:r>
              <a:r>
                <a:rPr lang="zh-CN" altLang="en-US" sz="4000" b="1" dirty="0">
                  <a:solidFill>
                    <a:srgbClr val="01050F"/>
                  </a:solidFill>
                  <a:effectLst>
                    <a:outerShdw blurRad="38100" dist="38100" dir="2700000" algn="tl">
                      <a:srgbClr val="FFFFFF"/>
                    </a:outerShdw>
                  </a:effectLst>
                  <a:latin typeface="黑体" panose="02010609060101010101" pitchFamily="49" charset="-122"/>
                  <a:ea typeface="黑体" panose="02010609060101010101" pitchFamily="49" charset="-122"/>
                </a:rPr>
                <a:t>顶层</a:t>
              </a:r>
              <a:endParaRPr lang="en-US" altLang="zh-CN" sz="4000" b="1" dirty="0">
                <a:solidFill>
                  <a:srgbClr val="01050F"/>
                </a:solidFill>
                <a:effectLst>
                  <a:outerShdw blurRad="38100" dist="38100" dir="2700000" algn="tl">
                    <a:srgbClr val="FFFFFF"/>
                  </a:outerShdw>
                </a:effectLst>
                <a:latin typeface="黑体" panose="02010609060101010101" pitchFamily="49" charset="-122"/>
                <a:ea typeface="黑体" panose="02010609060101010101" pitchFamily="49" charset="-122"/>
              </a:endParaRPr>
            </a:p>
            <a:p>
              <a:pPr eaLnBrk="0" hangingPunct="0"/>
              <a:r>
                <a:rPr lang="zh-CN" altLang="en-US" sz="2800" b="1" dirty="0">
                  <a:solidFill>
                    <a:srgbClr val="01050F"/>
                  </a:solidFill>
                  <a:effectLst>
                    <a:outerShdw blurRad="38100" dist="38100" dir="2700000" algn="tl">
                      <a:srgbClr val="FFFFFF"/>
                    </a:outerShdw>
                  </a:effectLst>
                  <a:latin typeface="黑体" panose="02010609060101010101" pitchFamily="49" charset="-122"/>
                  <a:ea typeface="黑体" panose="02010609060101010101" pitchFamily="49" charset="-122"/>
                </a:rPr>
                <a:t>（不编号）</a:t>
              </a:r>
            </a:p>
          </p:txBody>
        </p:sp>
        <p:sp>
          <p:nvSpPr>
            <p:cNvPr id="47" name="Line 46">
              <a:extLst>
                <a:ext uri="{FF2B5EF4-FFF2-40B4-BE49-F238E27FC236}">
                  <a16:creationId xmlns:a16="http://schemas.microsoft.com/office/drawing/2014/main" id="{5695A92D-905A-4A57-83AB-662B50AC55D0}"/>
                </a:ext>
              </a:extLst>
            </p:cNvPr>
            <p:cNvSpPr>
              <a:spLocks noChangeShapeType="1"/>
            </p:cNvSpPr>
            <p:nvPr/>
          </p:nvSpPr>
          <p:spPr bwMode="auto">
            <a:xfrm>
              <a:off x="76200" y="1951038"/>
              <a:ext cx="8839200" cy="0"/>
            </a:xfrm>
            <a:prstGeom prst="line">
              <a:avLst/>
            </a:prstGeom>
            <a:noFill/>
            <a:ln w="25400">
              <a:solidFill>
                <a:srgbClr val="01050F"/>
              </a:solidFill>
              <a:prstDash val="lgDash"/>
              <a:round/>
              <a:headEnd type="none" w="sm" len="sm"/>
              <a:tailEnd type="none" w="sm" len="sm"/>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8" name="Line 47">
              <a:extLst>
                <a:ext uri="{FF2B5EF4-FFF2-40B4-BE49-F238E27FC236}">
                  <a16:creationId xmlns:a16="http://schemas.microsoft.com/office/drawing/2014/main" id="{69706580-78FF-4920-9DEE-10F96701F04F}"/>
                </a:ext>
              </a:extLst>
            </p:cNvPr>
            <p:cNvSpPr>
              <a:spLocks noChangeShapeType="1"/>
            </p:cNvSpPr>
            <p:nvPr/>
          </p:nvSpPr>
          <p:spPr bwMode="auto">
            <a:xfrm>
              <a:off x="76200" y="4283075"/>
              <a:ext cx="8839200" cy="0"/>
            </a:xfrm>
            <a:prstGeom prst="line">
              <a:avLst/>
            </a:prstGeom>
            <a:noFill/>
            <a:ln w="25400">
              <a:solidFill>
                <a:srgbClr val="01050F"/>
              </a:solidFill>
              <a:prstDash val="lgDash"/>
              <a:round/>
              <a:headEnd type="none" w="sm" len="sm"/>
              <a:tailEnd type="none" w="sm" len="sm"/>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Rectangle 48">
              <a:extLst>
                <a:ext uri="{FF2B5EF4-FFF2-40B4-BE49-F238E27FC236}">
                  <a16:creationId xmlns:a16="http://schemas.microsoft.com/office/drawing/2014/main" id="{97D63AE1-5DC6-41A5-9079-6A60463FE3C0}"/>
                </a:ext>
              </a:extLst>
            </p:cNvPr>
            <p:cNvSpPr>
              <a:spLocks noChangeArrowheads="1"/>
            </p:cNvSpPr>
            <p:nvPr/>
          </p:nvSpPr>
          <p:spPr bwMode="auto">
            <a:xfrm>
              <a:off x="288925" y="1905000"/>
              <a:ext cx="9509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4000" b="1">
                  <a:solidFill>
                    <a:srgbClr val="01050F"/>
                  </a:solidFill>
                  <a:effectLst>
                    <a:outerShdw blurRad="38100" dist="38100" dir="2700000" algn="tl">
                      <a:srgbClr val="FFFFFF"/>
                    </a:outerShdw>
                  </a:effectLst>
                  <a:latin typeface="黑体" panose="02010609060101010101" pitchFamily="49" charset="-122"/>
                  <a:ea typeface="黑体" panose="02010609060101010101" pitchFamily="49" charset="-122"/>
                </a:rPr>
                <a:t>0</a:t>
              </a:r>
              <a:r>
                <a:rPr lang="zh-CN" altLang="en-US" sz="4000" b="1">
                  <a:solidFill>
                    <a:srgbClr val="01050F"/>
                  </a:solidFill>
                  <a:effectLst>
                    <a:outerShdw blurRad="38100" dist="38100" dir="2700000" algn="tl">
                      <a:srgbClr val="FFFFFF"/>
                    </a:outerShdw>
                  </a:effectLst>
                  <a:latin typeface="黑体" panose="02010609060101010101" pitchFamily="49" charset="-122"/>
                  <a:ea typeface="黑体" panose="02010609060101010101" pitchFamily="49" charset="-122"/>
                </a:rPr>
                <a:t>层</a:t>
              </a:r>
            </a:p>
          </p:txBody>
        </p:sp>
        <p:sp>
          <p:nvSpPr>
            <p:cNvPr id="50" name="Rectangle 49">
              <a:extLst>
                <a:ext uri="{FF2B5EF4-FFF2-40B4-BE49-F238E27FC236}">
                  <a16:creationId xmlns:a16="http://schemas.microsoft.com/office/drawing/2014/main" id="{69A57197-DA24-4718-AC9C-C6A3B5226FDA}"/>
                </a:ext>
              </a:extLst>
            </p:cNvPr>
            <p:cNvSpPr>
              <a:spLocks noChangeArrowheads="1"/>
            </p:cNvSpPr>
            <p:nvPr/>
          </p:nvSpPr>
          <p:spPr bwMode="auto">
            <a:xfrm>
              <a:off x="60325" y="4389438"/>
              <a:ext cx="9509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4000" b="1">
                  <a:solidFill>
                    <a:srgbClr val="01050F"/>
                  </a:solidFill>
                  <a:effectLst>
                    <a:outerShdw blurRad="38100" dist="38100" dir="2700000" algn="tl">
                      <a:srgbClr val="FFFFFF"/>
                    </a:outerShdw>
                  </a:effectLst>
                  <a:latin typeface="黑体" panose="02010609060101010101" pitchFamily="49" charset="-122"/>
                  <a:ea typeface="黑体" panose="02010609060101010101" pitchFamily="49" charset="-122"/>
                </a:rPr>
                <a:t>1</a:t>
              </a:r>
              <a:r>
                <a:rPr lang="zh-CN" altLang="en-US" sz="4000" b="1">
                  <a:solidFill>
                    <a:srgbClr val="01050F"/>
                  </a:solidFill>
                  <a:effectLst>
                    <a:outerShdw blurRad="38100" dist="38100" dir="2700000" algn="tl">
                      <a:srgbClr val="FFFFFF"/>
                    </a:outerShdw>
                  </a:effectLst>
                  <a:latin typeface="黑体" panose="02010609060101010101" pitchFamily="49" charset="-122"/>
                  <a:ea typeface="黑体" panose="02010609060101010101" pitchFamily="49" charset="-122"/>
                </a:rPr>
                <a:t>层</a:t>
              </a:r>
              <a:endParaRPr lang="zh-CN" altLang="en-US" sz="4000" b="1">
                <a:effectLst>
                  <a:outerShdw blurRad="38100" dist="38100" dir="2700000" algn="tl">
                    <a:srgbClr val="FFFFFF"/>
                  </a:outerShdw>
                </a:effectLst>
                <a:latin typeface="黑体" panose="02010609060101010101" pitchFamily="49" charset="-122"/>
                <a:ea typeface="黑体" panose="02010609060101010101" pitchFamily="49" charset="-122"/>
              </a:endParaRPr>
            </a:p>
          </p:txBody>
        </p:sp>
      </p:grpSp>
    </p:spTree>
    <p:extLst>
      <p:ext uri="{BB962C8B-B14F-4D97-AF65-F5344CB8AC3E}">
        <p14:creationId xmlns:p14="http://schemas.microsoft.com/office/powerpoint/2010/main" val="37257292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111FD8A7-3D42-4F82-AD22-FB17F59FDF29}"/>
              </a:ext>
            </a:extLst>
          </p:cNvPr>
          <p:cNvSpPr>
            <a:spLocks noGrp="1" noChangeArrowheads="1"/>
          </p:cNvSpPr>
          <p:nvPr>
            <p:ph type="title"/>
          </p:nvPr>
        </p:nvSpPr>
        <p:spPr>
          <a:xfrm>
            <a:off x="1208088" y="609600"/>
            <a:ext cx="7227887" cy="1143000"/>
          </a:xfrm>
        </p:spPr>
        <p:txBody>
          <a:bodyPr/>
          <a:lstStyle/>
          <a:p>
            <a:r>
              <a:rPr lang="zh-CN" altLang="en-US" sz="4000" u="sng">
                <a:latin typeface="宋体" panose="02010600030101010101" pitchFamily="2" charset="-122"/>
              </a:rPr>
              <a:t>分解的程度</a:t>
            </a:r>
          </a:p>
        </p:txBody>
      </p:sp>
      <p:sp>
        <p:nvSpPr>
          <p:cNvPr id="45059" name="Rectangle 3">
            <a:extLst>
              <a:ext uri="{FF2B5EF4-FFF2-40B4-BE49-F238E27FC236}">
                <a16:creationId xmlns:a16="http://schemas.microsoft.com/office/drawing/2014/main" id="{BD9A3991-6EC2-4518-B757-C83304C34ED8}"/>
              </a:ext>
            </a:extLst>
          </p:cNvPr>
          <p:cNvSpPr>
            <a:spLocks noGrp="1" noChangeArrowheads="1"/>
          </p:cNvSpPr>
          <p:nvPr>
            <p:ph idx="1"/>
          </p:nvPr>
        </p:nvSpPr>
        <p:spPr>
          <a:xfrm>
            <a:off x="762000" y="1981200"/>
            <a:ext cx="8153400" cy="3124200"/>
          </a:xfrm>
        </p:spPr>
        <p:txBody>
          <a:bodyPr/>
          <a:lstStyle/>
          <a:p>
            <a:pPr>
              <a:lnSpc>
                <a:spcPct val="120000"/>
              </a:lnSpc>
              <a:buFontTx/>
              <a:buNone/>
            </a:pPr>
            <a:r>
              <a:rPr lang="zh-CN" altLang="en-US" sz="3600" b="1"/>
              <a:t>分解的深度与层次：</a:t>
            </a:r>
          </a:p>
          <a:p>
            <a:pPr>
              <a:lnSpc>
                <a:spcPct val="120000"/>
              </a:lnSpc>
              <a:buClr>
                <a:schemeClr val="hlink"/>
              </a:buClr>
              <a:buFont typeface="Monotype Sorts" pitchFamily="2" charset="2"/>
              <a:buNone/>
            </a:pPr>
            <a:r>
              <a:rPr lang="zh-CN" altLang="en-US" sz="3600" b="1"/>
              <a:t>   </a:t>
            </a:r>
            <a:r>
              <a:rPr lang="zh-CN" altLang="en-US" sz="3600"/>
              <a:t>按功能情况定，一般设深度为</a:t>
            </a:r>
            <a:r>
              <a:rPr lang="en-US" altLang="zh-CN" sz="3600"/>
              <a:t>3-5</a:t>
            </a:r>
          </a:p>
          <a:p>
            <a:pPr>
              <a:lnSpc>
                <a:spcPct val="120000"/>
              </a:lnSpc>
              <a:buClr>
                <a:schemeClr val="hlink"/>
              </a:buClr>
              <a:buFont typeface="Monotype Sorts" pitchFamily="2" charset="2"/>
              <a:buNone/>
            </a:pPr>
            <a:r>
              <a:rPr lang="en-US" altLang="zh-CN" sz="3600"/>
              <a:t>   </a:t>
            </a:r>
            <a:r>
              <a:rPr lang="zh-CN" altLang="en-US" sz="3600"/>
              <a:t>如超过</a:t>
            </a:r>
            <a:r>
              <a:rPr lang="en-US" altLang="zh-CN" sz="3600"/>
              <a:t>5</a:t>
            </a:r>
            <a:r>
              <a:rPr lang="zh-CN" altLang="en-US" sz="3600"/>
              <a:t>个加工最好分解画，否则容易出错</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7A07F317-9BB2-4E36-89C8-B587E3222112}"/>
              </a:ext>
            </a:extLst>
          </p:cNvPr>
          <p:cNvSpPr>
            <a:spLocks noGrp="1" noChangeArrowheads="1"/>
          </p:cNvSpPr>
          <p:nvPr>
            <p:ph type="title"/>
          </p:nvPr>
        </p:nvSpPr>
        <p:spPr>
          <a:xfrm>
            <a:off x="1208088" y="609600"/>
            <a:ext cx="7227887" cy="1143000"/>
          </a:xfrm>
        </p:spPr>
        <p:txBody>
          <a:bodyPr/>
          <a:lstStyle/>
          <a:p>
            <a:r>
              <a:rPr lang="zh-CN" altLang="en-US" sz="4000" u="sng">
                <a:latin typeface="宋体" panose="02010600030101010101" pitchFamily="2" charset="-122"/>
              </a:rPr>
              <a:t>实例：</a:t>
            </a:r>
            <a:r>
              <a:rPr lang="zh-CN" altLang="en-US" sz="4000"/>
              <a:t>图书馆管理系统</a:t>
            </a:r>
          </a:p>
        </p:txBody>
      </p:sp>
      <p:sp>
        <p:nvSpPr>
          <p:cNvPr id="46083" name="Rectangle 3">
            <a:extLst>
              <a:ext uri="{FF2B5EF4-FFF2-40B4-BE49-F238E27FC236}">
                <a16:creationId xmlns:a16="http://schemas.microsoft.com/office/drawing/2014/main" id="{BD54CB2E-6D8C-4FD4-802C-8C3F4935BD9E}"/>
              </a:ext>
            </a:extLst>
          </p:cNvPr>
          <p:cNvSpPr>
            <a:spLocks noGrp="1" noChangeArrowheads="1"/>
          </p:cNvSpPr>
          <p:nvPr>
            <p:ph idx="1"/>
          </p:nvPr>
        </p:nvSpPr>
        <p:spPr>
          <a:xfrm>
            <a:off x="990600" y="1981200"/>
            <a:ext cx="4648200" cy="3581400"/>
          </a:xfrm>
        </p:spPr>
        <p:txBody>
          <a:bodyPr/>
          <a:lstStyle/>
          <a:p>
            <a:r>
              <a:rPr lang="en-US" altLang="zh-CN" sz="3600"/>
              <a:t> </a:t>
            </a:r>
            <a:r>
              <a:rPr lang="zh-CN" altLang="en-US" sz="3600"/>
              <a:t>购入新书</a:t>
            </a:r>
          </a:p>
          <a:p>
            <a:r>
              <a:rPr lang="zh-CN" altLang="en-US" sz="3600"/>
              <a:t> 读者借书</a:t>
            </a:r>
          </a:p>
          <a:p>
            <a:r>
              <a:rPr lang="zh-CN" altLang="en-US" sz="3600"/>
              <a:t> 读者还书</a:t>
            </a:r>
          </a:p>
          <a:p>
            <a:r>
              <a:rPr lang="zh-CN" altLang="en-US" sz="3600"/>
              <a:t> 图书注销</a:t>
            </a:r>
          </a:p>
          <a:p>
            <a:r>
              <a:rPr lang="zh-CN" altLang="en-US" sz="3600"/>
              <a:t> 查询统计</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D1C4D3A6-5EDC-4986-9311-D30C81FE3821}"/>
              </a:ext>
            </a:extLst>
          </p:cNvPr>
          <p:cNvSpPr>
            <a:spLocks noGrp="1" noChangeArrowheads="1"/>
          </p:cNvSpPr>
          <p:nvPr>
            <p:ph type="ctrTitle"/>
          </p:nvPr>
        </p:nvSpPr>
        <p:spPr>
          <a:xfrm>
            <a:off x="1090613" y="2286000"/>
            <a:ext cx="6683375" cy="1143000"/>
          </a:xfrm>
        </p:spPr>
        <p:txBody>
          <a:bodyPr anchor="ctr"/>
          <a:lstStyle/>
          <a:p>
            <a:r>
              <a:rPr lang="zh-CN" altLang="en-US" sz="4000"/>
              <a:t>（一）</a:t>
            </a:r>
            <a:r>
              <a:rPr lang="zh-CN" altLang="en-US" sz="4000">
                <a:latin typeface="宋体" panose="02010600030101010101" pitchFamily="2" charset="-122"/>
              </a:rPr>
              <a:t>系统功能说明</a:t>
            </a:r>
            <a:r>
              <a:rPr lang="zh-CN" altLang="en-US" sz="4000"/>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3FB68227-A1FE-497B-9F33-D3698F2EEC64}"/>
              </a:ext>
            </a:extLst>
          </p:cNvPr>
          <p:cNvSpPr>
            <a:spLocks noGrp="1" noChangeArrowheads="1"/>
          </p:cNvSpPr>
          <p:nvPr>
            <p:ph type="title"/>
          </p:nvPr>
        </p:nvSpPr>
        <p:spPr>
          <a:xfrm>
            <a:off x="1208088" y="609600"/>
            <a:ext cx="7227887" cy="1143000"/>
          </a:xfrm>
        </p:spPr>
        <p:txBody>
          <a:bodyPr/>
          <a:lstStyle/>
          <a:p>
            <a:r>
              <a:rPr lang="zh-CN" altLang="en-US" sz="4000"/>
              <a:t>购入新书</a:t>
            </a:r>
          </a:p>
        </p:txBody>
      </p:sp>
      <p:sp>
        <p:nvSpPr>
          <p:cNvPr id="48131" name="Rectangle 3">
            <a:extLst>
              <a:ext uri="{FF2B5EF4-FFF2-40B4-BE49-F238E27FC236}">
                <a16:creationId xmlns:a16="http://schemas.microsoft.com/office/drawing/2014/main" id="{57802092-A3F3-421D-B26B-1505D44940B2}"/>
              </a:ext>
            </a:extLst>
          </p:cNvPr>
          <p:cNvSpPr>
            <a:spLocks noGrp="1" noChangeArrowheads="1"/>
          </p:cNvSpPr>
          <p:nvPr>
            <p:ph idx="1"/>
          </p:nvPr>
        </p:nvSpPr>
        <p:spPr>
          <a:xfrm>
            <a:off x="1066800" y="1676400"/>
            <a:ext cx="7391400" cy="3581400"/>
          </a:xfrm>
        </p:spPr>
        <p:txBody>
          <a:bodyPr/>
          <a:lstStyle/>
          <a:p>
            <a:pPr>
              <a:buFontTx/>
              <a:buNone/>
            </a:pPr>
            <a:endParaRPr lang="en-US" altLang="zh-CN" sz="3600"/>
          </a:p>
          <a:p>
            <a:r>
              <a:rPr lang="en-US" altLang="zh-CN" sz="3600"/>
              <a:t> </a:t>
            </a:r>
            <a:r>
              <a:rPr lang="zh-CN" altLang="en-US" sz="3600"/>
              <a:t>新书编卡片</a:t>
            </a:r>
            <a:r>
              <a:rPr lang="en-US" altLang="zh-CN" sz="3600"/>
              <a:t>(</a:t>
            </a:r>
            <a:r>
              <a:rPr lang="zh-CN" altLang="en-US" sz="3600"/>
              <a:t>包括：类目录号、          流水号</a:t>
            </a:r>
            <a:r>
              <a:rPr lang="en-US" altLang="zh-CN" sz="3600"/>
              <a:t>(</a:t>
            </a:r>
            <a:r>
              <a:rPr lang="zh-CN" altLang="en-US" sz="3600"/>
              <a:t>唯一</a:t>
            </a:r>
            <a:r>
              <a:rPr lang="en-US" altLang="zh-CN" sz="3600"/>
              <a:t>)</a:t>
            </a:r>
            <a:r>
              <a:rPr lang="zh-CN" altLang="en-US" sz="3600"/>
              <a:t>、书名、作者、内容摘要、价格、购书日期等信息</a:t>
            </a:r>
            <a:r>
              <a:rPr lang="en-US" altLang="zh-CN" sz="3600"/>
              <a:t>)</a:t>
            </a:r>
          </a:p>
          <a:p>
            <a:r>
              <a:rPr lang="en-US" altLang="zh-CN" sz="3600"/>
              <a:t> </a:t>
            </a:r>
            <a:r>
              <a:rPr lang="zh-CN" altLang="en-US" sz="3600"/>
              <a:t>写入图书目录文件</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8F61B642-F306-4E40-8605-7D3E47D18FA2}"/>
              </a:ext>
            </a:extLst>
          </p:cNvPr>
          <p:cNvSpPr>
            <a:spLocks noGrp="1" noChangeArrowheads="1"/>
          </p:cNvSpPr>
          <p:nvPr>
            <p:ph type="title"/>
          </p:nvPr>
        </p:nvSpPr>
        <p:spPr>
          <a:xfrm>
            <a:off x="1208088" y="609600"/>
            <a:ext cx="7227887" cy="1143000"/>
          </a:xfrm>
        </p:spPr>
        <p:txBody>
          <a:bodyPr/>
          <a:lstStyle/>
          <a:p>
            <a:r>
              <a:rPr lang="zh-CN" altLang="en-US" sz="4000"/>
              <a:t>读者借书</a:t>
            </a:r>
          </a:p>
        </p:txBody>
      </p:sp>
      <p:sp>
        <p:nvSpPr>
          <p:cNvPr id="49155" name="Rectangle 3">
            <a:extLst>
              <a:ext uri="{FF2B5EF4-FFF2-40B4-BE49-F238E27FC236}">
                <a16:creationId xmlns:a16="http://schemas.microsoft.com/office/drawing/2014/main" id="{C7D9A592-EAE6-46AB-A836-3F1A997B247E}"/>
              </a:ext>
            </a:extLst>
          </p:cNvPr>
          <p:cNvSpPr>
            <a:spLocks noGrp="1" noChangeArrowheads="1"/>
          </p:cNvSpPr>
          <p:nvPr>
            <p:ph idx="1"/>
          </p:nvPr>
        </p:nvSpPr>
        <p:spPr>
          <a:xfrm>
            <a:off x="914400" y="1676400"/>
            <a:ext cx="7924800" cy="4495800"/>
          </a:xfrm>
        </p:spPr>
        <p:txBody>
          <a:bodyPr/>
          <a:lstStyle/>
          <a:p>
            <a:pPr>
              <a:buFontTx/>
              <a:buNone/>
            </a:pPr>
            <a:endParaRPr lang="en-US" altLang="zh-CN"/>
          </a:p>
          <a:p>
            <a:r>
              <a:rPr lang="zh-CN" altLang="en-US"/>
              <a:t>填借书单</a:t>
            </a:r>
            <a:r>
              <a:rPr lang="en-US" altLang="zh-CN"/>
              <a:t>(</a:t>
            </a:r>
            <a:r>
              <a:rPr lang="zh-CN" altLang="en-US"/>
              <a:t>包括：读者号、欲借图书分类目录号</a:t>
            </a:r>
            <a:r>
              <a:rPr lang="en-US" altLang="zh-CN"/>
              <a:t>)</a:t>
            </a:r>
          </a:p>
          <a:p>
            <a:r>
              <a:rPr lang="zh-CN" altLang="en-US"/>
              <a:t>检查读者号有效性，无效，拒借</a:t>
            </a:r>
          </a:p>
          <a:p>
            <a:r>
              <a:rPr lang="zh-CN" altLang="en-US"/>
              <a:t>读者号有效，检查借书是否超数</a:t>
            </a:r>
            <a:r>
              <a:rPr lang="en-US" altLang="zh-CN"/>
              <a:t>? </a:t>
            </a:r>
            <a:r>
              <a:rPr lang="zh-CN" altLang="en-US"/>
              <a:t>已达</a:t>
            </a:r>
            <a:r>
              <a:rPr lang="en-US" altLang="zh-CN"/>
              <a:t>5</a:t>
            </a:r>
            <a:r>
              <a:rPr lang="zh-CN" altLang="en-US"/>
              <a:t>本，拒绝借</a:t>
            </a:r>
          </a:p>
          <a:p>
            <a:r>
              <a:rPr lang="zh-CN" altLang="en-US"/>
              <a:t>未超，可借，登记图书分类目录号、读者号、借阅日期等，写回借书文件中</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6B297051-CE75-4765-B0D5-1FF3B0F9ECBE}"/>
              </a:ext>
            </a:extLst>
          </p:cNvPr>
          <p:cNvSpPr>
            <a:spLocks noGrp="1" noChangeArrowheads="1"/>
          </p:cNvSpPr>
          <p:nvPr>
            <p:ph type="title"/>
          </p:nvPr>
        </p:nvSpPr>
        <p:spPr>
          <a:xfrm>
            <a:off x="1208088" y="609600"/>
            <a:ext cx="7227887" cy="1143000"/>
          </a:xfrm>
        </p:spPr>
        <p:txBody>
          <a:bodyPr/>
          <a:lstStyle/>
          <a:p>
            <a:r>
              <a:rPr lang="zh-CN" altLang="en-US" sz="4000"/>
              <a:t>读者还书</a:t>
            </a:r>
          </a:p>
        </p:txBody>
      </p:sp>
      <p:sp>
        <p:nvSpPr>
          <p:cNvPr id="50179" name="Rectangle 3">
            <a:extLst>
              <a:ext uri="{FF2B5EF4-FFF2-40B4-BE49-F238E27FC236}">
                <a16:creationId xmlns:a16="http://schemas.microsoft.com/office/drawing/2014/main" id="{E7EDFBF7-0480-441C-BD8C-41ADAB29D1D0}"/>
              </a:ext>
            </a:extLst>
          </p:cNvPr>
          <p:cNvSpPr>
            <a:spLocks noGrp="1" noChangeArrowheads="1"/>
          </p:cNvSpPr>
          <p:nvPr>
            <p:ph idx="1"/>
          </p:nvPr>
        </p:nvSpPr>
        <p:spPr>
          <a:xfrm>
            <a:off x="762000" y="2362200"/>
            <a:ext cx="7924800" cy="3505200"/>
          </a:xfrm>
        </p:spPr>
        <p:txBody>
          <a:bodyPr/>
          <a:lstStyle/>
          <a:p>
            <a:pPr>
              <a:buFontTx/>
              <a:buNone/>
            </a:pPr>
            <a:r>
              <a:rPr lang="en-US" altLang="zh-CN" sz="3600"/>
              <a:t>      </a:t>
            </a:r>
            <a:r>
              <a:rPr lang="zh-CN" altLang="en-US" sz="3600"/>
              <a:t>根据图书流水号，从借书文件中读出与该书相关的借阅记录， 查明借书日期，还书日期，求借书时间，再重写回借书文件中，超过期限罚款。</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8A06F83E-4A9C-4B23-AA7C-6E2EB814ACE9}"/>
              </a:ext>
            </a:extLst>
          </p:cNvPr>
          <p:cNvSpPr>
            <a:spLocks noGrp="1" noChangeArrowheads="1"/>
          </p:cNvSpPr>
          <p:nvPr>
            <p:ph type="title"/>
          </p:nvPr>
        </p:nvSpPr>
        <p:spPr>
          <a:xfrm>
            <a:off x="1208088" y="609600"/>
            <a:ext cx="7227887" cy="1143000"/>
          </a:xfrm>
        </p:spPr>
        <p:txBody>
          <a:bodyPr/>
          <a:lstStyle/>
          <a:p>
            <a:r>
              <a:rPr lang="zh-CN" altLang="en-US" sz="4000"/>
              <a:t>图书注销</a:t>
            </a:r>
          </a:p>
        </p:txBody>
      </p:sp>
      <p:sp>
        <p:nvSpPr>
          <p:cNvPr id="51203" name="Rectangle 3">
            <a:extLst>
              <a:ext uri="{FF2B5EF4-FFF2-40B4-BE49-F238E27FC236}">
                <a16:creationId xmlns:a16="http://schemas.microsoft.com/office/drawing/2014/main" id="{4A16697D-597C-4467-AADF-79214DEB85E8}"/>
              </a:ext>
            </a:extLst>
          </p:cNvPr>
          <p:cNvSpPr>
            <a:spLocks noGrp="1" noChangeArrowheads="1"/>
          </p:cNvSpPr>
          <p:nvPr>
            <p:ph idx="1"/>
          </p:nvPr>
        </p:nvSpPr>
        <p:spPr>
          <a:xfrm>
            <a:off x="990600" y="1676400"/>
            <a:ext cx="7162800" cy="3276600"/>
          </a:xfrm>
        </p:spPr>
        <p:txBody>
          <a:bodyPr/>
          <a:lstStyle/>
          <a:p>
            <a:pPr>
              <a:buFontTx/>
              <a:buNone/>
            </a:pPr>
            <a:endParaRPr lang="en-US" altLang="zh-CN" sz="3600"/>
          </a:p>
          <a:p>
            <a:r>
              <a:rPr lang="zh-CN" altLang="en-US" sz="3600"/>
              <a:t>从借阅图书文件中删除相关记录</a:t>
            </a:r>
          </a:p>
          <a:p>
            <a:r>
              <a:rPr lang="zh-CN" altLang="en-US" sz="3600"/>
              <a:t>丢失图书时从图书文件中删除相关记录并罚款</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FB533FB4-A5D7-48A1-BAEF-D40472876D1F}"/>
              </a:ext>
            </a:extLst>
          </p:cNvPr>
          <p:cNvSpPr>
            <a:spLocks noGrp="1" noChangeArrowheads="1"/>
          </p:cNvSpPr>
          <p:nvPr>
            <p:ph type="title"/>
          </p:nvPr>
        </p:nvSpPr>
        <p:spPr>
          <a:xfrm>
            <a:off x="1208088" y="609600"/>
            <a:ext cx="7227887" cy="1143000"/>
          </a:xfrm>
        </p:spPr>
        <p:txBody>
          <a:bodyPr/>
          <a:lstStyle/>
          <a:p>
            <a:r>
              <a:rPr lang="zh-CN" altLang="en-US" sz="4000"/>
              <a:t>查询统计</a:t>
            </a:r>
          </a:p>
        </p:txBody>
      </p:sp>
      <p:sp>
        <p:nvSpPr>
          <p:cNvPr id="52227" name="Rectangle 3">
            <a:extLst>
              <a:ext uri="{FF2B5EF4-FFF2-40B4-BE49-F238E27FC236}">
                <a16:creationId xmlns:a16="http://schemas.microsoft.com/office/drawing/2014/main" id="{4D8B2DAA-AA1E-4A64-B013-B4A115F8670A}"/>
              </a:ext>
            </a:extLst>
          </p:cNvPr>
          <p:cNvSpPr>
            <a:spLocks noGrp="1" noChangeArrowheads="1"/>
          </p:cNvSpPr>
          <p:nvPr>
            <p:ph idx="1"/>
          </p:nvPr>
        </p:nvSpPr>
        <p:spPr>
          <a:xfrm>
            <a:off x="1066800" y="1524000"/>
            <a:ext cx="7162800" cy="3276600"/>
          </a:xfrm>
        </p:spPr>
        <p:txBody>
          <a:bodyPr/>
          <a:lstStyle/>
          <a:p>
            <a:pPr>
              <a:buFontTx/>
              <a:buNone/>
            </a:pPr>
            <a:endParaRPr lang="en-US" altLang="zh-CN" sz="3600"/>
          </a:p>
          <a:p>
            <a:r>
              <a:rPr lang="zh-CN" altLang="en-US" sz="3600"/>
              <a:t>查询某读者情况</a:t>
            </a:r>
          </a:p>
          <a:p>
            <a:r>
              <a:rPr lang="zh-CN" altLang="en-US" sz="3600"/>
              <a:t>查询某图书借阅情况</a:t>
            </a:r>
          </a:p>
          <a:p>
            <a:r>
              <a:rPr lang="zh-CN" altLang="en-US" sz="3600"/>
              <a:t>统计图书借阅情况</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9D495F94-4BE9-4331-8A7E-7F8236305646}"/>
              </a:ext>
            </a:extLst>
          </p:cNvPr>
          <p:cNvSpPr>
            <a:spLocks noGrp="1" noChangeArrowheads="1"/>
          </p:cNvSpPr>
          <p:nvPr>
            <p:ph type="ctrTitle"/>
          </p:nvPr>
        </p:nvSpPr>
        <p:spPr>
          <a:xfrm>
            <a:off x="1090613" y="2286000"/>
            <a:ext cx="6683375" cy="1143000"/>
          </a:xfrm>
        </p:spPr>
        <p:txBody>
          <a:bodyPr anchor="ctr"/>
          <a:lstStyle/>
          <a:p>
            <a:r>
              <a:rPr lang="zh-CN" altLang="en-US" sz="4000"/>
              <a:t>（二）</a:t>
            </a:r>
            <a:r>
              <a:rPr lang="zh-CN" altLang="en-US" sz="4000">
                <a:latin typeface="宋体" panose="02010600030101010101" pitchFamily="2" charset="-122"/>
              </a:rPr>
              <a:t>数据流程图</a:t>
            </a:r>
            <a:r>
              <a:rPr lang="zh-CN" altLang="en-US" sz="4000"/>
              <a:t>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bg>
      <p:bgPr>
        <a:gradFill rotWithShape="0">
          <a:gsLst>
            <a:gs pos="0">
              <a:schemeClr val="bg1"/>
            </a:gs>
            <a:gs pos="100000">
              <a:schemeClr val="accent1"/>
            </a:gs>
          </a:gsLst>
          <a:lin ang="5400000" scaled="1"/>
        </a:gradFill>
        <a:effectLst/>
      </p:bgPr>
    </p:bg>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AF8C0C2B-41CF-46BE-8C3B-5BD644D20183}"/>
              </a:ext>
            </a:extLst>
          </p:cNvPr>
          <p:cNvSpPr>
            <a:spLocks noGrp="1" noChangeArrowheads="1"/>
          </p:cNvSpPr>
          <p:nvPr>
            <p:ph type="title"/>
          </p:nvPr>
        </p:nvSpPr>
        <p:spPr>
          <a:xfrm>
            <a:off x="47625" y="-6350"/>
            <a:ext cx="4876800" cy="781050"/>
          </a:xfrm>
          <a:noFill/>
          <a:ln>
            <a:solidFill>
              <a:schemeClr val="bg2"/>
            </a:solidFill>
            <a:miter lim="800000"/>
            <a:headEnd/>
            <a:tailEnd/>
          </a:ln>
        </p:spPr>
        <p:txBody>
          <a:bodyPr lIns="92075" tIns="46038" rIns="92075" bIns="46038"/>
          <a:lstStyle/>
          <a:p>
            <a:r>
              <a:rPr lang="zh-CN" altLang="en-US" sz="4000" b="1" i="1">
                <a:solidFill>
                  <a:schemeClr val="hlink"/>
                </a:solidFill>
              </a:rPr>
              <a:t>顶层数据流图</a:t>
            </a:r>
          </a:p>
        </p:txBody>
      </p:sp>
      <p:sp>
        <p:nvSpPr>
          <p:cNvPr id="54275" name="Rectangle 3">
            <a:extLst>
              <a:ext uri="{FF2B5EF4-FFF2-40B4-BE49-F238E27FC236}">
                <a16:creationId xmlns:a16="http://schemas.microsoft.com/office/drawing/2014/main" id="{6CFF1939-6479-42B0-9B68-18C2768069DC}"/>
              </a:ext>
            </a:extLst>
          </p:cNvPr>
          <p:cNvSpPr>
            <a:spLocks noChangeArrowheads="1"/>
          </p:cNvSpPr>
          <p:nvPr/>
        </p:nvSpPr>
        <p:spPr bwMode="auto">
          <a:xfrm>
            <a:off x="60325" y="1187450"/>
            <a:ext cx="1041400" cy="5308600"/>
          </a:xfrm>
          <a:prstGeom prst="rect">
            <a:avLst/>
          </a:prstGeom>
          <a:solidFill>
            <a:srgbClr val="B04C03"/>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76" name="Rectangle 4">
            <a:extLst>
              <a:ext uri="{FF2B5EF4-FFF2-40B4-BE49-F238E27FC236}">
                <a16:creationId xmlns:a16="http://schemas.microsoft.com/office/drawing/2014/main" id="{187EF751-30F6-433C-AADC-61A08215A11E}"/>
              </a:ext>
            </a:extLst>
          </p:cNvPr>
          <p:cNvSpPr>
            <a:spLocks noChangeArrowheads="1"/>
          </p:cNvSpPr>
          <p:nvPr/>
        </p:nvSpPr>
        <p:spPr bwMode="auto">
          <a:xfrm>
            <a:off x="184150" y="1555750"/>
            <a:ext cx="854075"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a:solidFill>
                  <a:schemeClr val="bg1"/>
                </a:solidFill>
                <a:latin typeface="黑体" panose="02010609060101010101" pitchFamily="49" charset="-122"/>
                <a:ea typeface="黑体" panose="02010609060101010101" pitchFamily="49" charset="-122"/>
              </a:rPr>
              <a:t>图书管理人</a:t>
            </a:r>
            <a:r>
              <a:rPr lang="zh-CN" altLang="en-US" sz="4400" b="1">
                <a:solidFill>
                  <a:schemeClr val="bg1"/>
                </a:solidFill>
                <a:latin typeface="黑体" panose="02010609060101010101" pitchFamily="49" charset="-122"/>
                <a:ea typeface="黑体" panose="02010609060101010101" pitchFamily="49" charset="-122"/>
              </a:rPr>
              <a:t>员</a:t>
            </a:r>
          </a:p>
        </p:txBody>
      </p:sp>
      <p:sp>
        <p:nvSpPr>
          <p:cNvPr id="54277" name="Oval 5">
            <a:extLst>
              <a:ext uri="{FF2B5EF4-FFF2-40B4-BE49-F238E27FC236}">
                <a16:creationId xmlns:a16="http://schemas.microsoft.com/office/drawing/2014/main" id="{A594058A-A28C-4ED1-B6FC-AD749DB86CA4}"/>
              </a:ext>
            </a:extLst>
          </p:cNvPr>
          <p:cNvSpPr>
            <a:spLocks noChangeArrowheads="1"/>
          </p:cNvSpPr>
          <p:nvPr/>
        </p:nvSpPr>
        <p:spPr bwMode="auto">
          <a:xfrm>
            <a:off x="3717925" y="2101850"/>
            <a:ext cx="2717800" cy="2794000"/>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78" name="Rectangle 6">
            <a:extLst>
              <a:ext uri="{FF2B5EF4-FFF2-40B4-BE49-F238E27FC236}">
                <a16:creationId xmlns:a16="http://schemas.microsoft.com/office/drawing/2014/main" id="{C14E19DB-3297-4CDB-A3FE-8F1FECF12C5D}"/>
              </a:ext>
            </a:extLst>
          </p:cNvPr>
          <p:cNvSpPr>
            <a:spLocks noChangeArrowheads="1"/>
          </p:cNvSpPr>
          <p:nvPr/>
        </p:nvSpPr>
        <p:spPr bwMode="auto">
          <a:xfrm>
            <a:off x="4238625" y="2774950"/>
            <a:ext cx="20574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a:latin typeface="黑体" panose="02010609060101010101" pitchFamily="49" charset="-122"/>
                <a:ea typeface="黑体" panose="02010609060101010101" pitchFamily="49" charset="-122"/>
              </a:rPr>
              <a:t>图书管</a:t>
            </a:r>
          </a:p>
          <a:p>
            <a:pPr eaLnBrk="0" hangingPunct="0"/>
            <a:r>
              <a:rPr lang="zh-CN" altLang="en-US" sz="4000" b="1">
                <a:latin typeface="黑体" panose="02010609060101010101" pitchFamily="49" charset="-122"/>
                <a:ea typeface="黑体" panose="02010609060101010101" pitchFamily="49" charset="-122"/>
              </a:rPr>
              <a:t>理系统</a:t>
            </a:r>
          </a:p>
        </p:txBody>
      </p:sp>
      <p:sp>
        <p:nvSpPr>
          <p:cNvPr id="54279" name="Rectangle 7">
            <a:extLst>
              <a:ext uri="{FF2B5EF4-FFF2-40B4-BE49-F238E27FC236}">
                <a16:creationId xmlns:a16="http://schemas.microsoft.com/office/drawing/2014/main" id="{63C5E279-2A66-4FD5-A575-926B7CDBCAEC}"/>
              </a:ext>
            </a:extLst>
          </p:cNvPr>
          <p:cNvSpPr>
            <a:spLocks noChangeArrowheads="1"/>
          </p:cNvSpPr>
          <p:nvPr/>
        </p:nvSpPr>
        <p:spPr bwMode="auto">
          <a:xfrm>
            <a:off x="7340600" y="4953000"/>
            <a:ext cx="1803400" cy="1041400"/>
          </a:xfrm>
          <a:prstGeom prst="rect">
            <a:avLst/>
          </a:prstGeom>
          <a:solidFill>
            <a:srgbClr val="B04C03"/>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0" name="Rectangle 8">
            <a:extLst>
              <a:ext uri="{FF2B5EF4-FFF2-40B4-BE49-F238E27FC236}">
                <a16:creationId xmlns:a16="http://schemas.microsoft.com/office/drawing/2014/main" id="{73AB98BE-BD47-4708-BDB7-6FAE457C8201}"/>
              </a:ext>
            </a:extLst>
          </p:cNvPr>
          <p:cNvSpPr>
            <a:spLocks noChangeArrowheads="1"/>
          </p:cNvSpPr>
          <p:nvPr/>
        </p:nvSpPr>
        <p:spPr bwMode="auto">
          <a:xfrm>
            <a:off x="7632700" y="5016500"/>
            <a:ext cx="1447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a:solidFill>
                  <a:schemeClr val="bg1"/>
                </a:solidFill>
                <a:latin typeface="黑体" panose="02010609060101010101" pitchFamily="49" charset="-122"/>
                <a:ea typeface="黑体" panose="02010609060101010101" pitchFamily="49" charset="-122"/>
              </a:rPr>
              <a:t>读者</a:t>
            </a:r>
            <a:endParaRPr lang="zh-CN" altLang="en-US" sz="4800" b="1">
              <a:solidFill>
                <a:schemeClr val="hlink"/>
              </a:solidFill>
              <a:latin typeface="黑体" panose="02010609060101010101" pitchFamily="49" charset="-122"/>
              <a:ea typeface="黑体" panose="02010609060101010101" pitchFamily="49" charset="-122"/>
            </a:endParaRPr>
          </a:p>
        </p:txBody>
      </p:sp>
      <p:sp>
        <p:nvSpPr>
          <p:cNvPr id="54281" name="Line 9">
            <a:extLst>
              <a:ext uri="{FF2B5EF4-FFF2-40B4-BE49-F238E27FC236}">
                <a16:creationId xmlns:a16="http://schemas.microsoft.com/office/drawing/2014/main" id="{49B79B87-A999-48A5-BF42-25A974AB369B}"/>
              </a:ext>
            </a:extLst>
          </p:cNvPr>
          <p:cNvSpPr>
            <a:spLocks noChangeShapeType="1"/>
          </p:cNvSpPr>
          <p:nvPr/>
        </p:nvSpPr>
        <p:spPr bwMode="auto">
          <a:xfrm>
            <a:off x="1066800" y="2057400"/>
            <a:ext cx="2895600" cy="60960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2" name="Line 10">
            <a:extLst>
              <a:ext uri="{FF2B5EF4-FFF2-40B4-BE49-F238E27FC236}">
                <a16:creationId xmlns:a16="http://schemas.microsoft.com/office/drawing/2014/main" id="{D27432ED-2B17-4124-8DE9-E3CDECC31CC3}"/>
              </a:ext>
            </a:extLst>
          </p:cNvPr>
          <p:cNvSpPr>
            <a:spLocks noChangeShapeType="1"/>
          </p:cNvSpPr>
          <p:nvPr/>
        </p:nvSpPr>
        <p:spPr bwMode="auto">
          <a:xfrm>
            <a:off x="1066800" y="3429000"/>
            <a:ext cx="2819400" cy="30480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3" name="Line 11">
            <a:extLst>
              <a:ext uri="{FF2B5EF4-FFF2-40B4-BE49-F238E27FC236}">
                <a16:creationId xmlns:a16="http://schemas.microsoft.com/office/drawing/2014/main" id="{7E4AFA34-208B-4B52-9A28-91658C996BF5}"/>
              </a:ext>
            </a:extLst>
          </p:cNvPr>
          <p:cNvSpPr>
            <a:spLocks noChangeShapeType="1"/>
          </p:cNvSpPr>
          <p:nvPr/>
        </p:nvSpPr>
        <p:spPr bwMode="auto">
          <a:xfrm flipH="1">
            <a:off x="1066800" y="4724400"/>
            <a:ext cx="3352800" cy="99060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4" name="Rectangle 12">
            <a:extLst>
              <a:ext uri="{FF2B5EF4-FFF2-40B4-BE49-F238E27FC236}">
                <a16:creationId xmlns:a16="http://schemas.microsoft.com/office/drawing/2014/main" id="{3563CDD1-EBF3-41D7-9AA6-F3BF63DB7675}"/>
              </a:ext>
            </a:extLst>
          </p:cNvPr>
          <p:cNvSpPr>
            <a:spLocks noChangeArrowheads="1"/>
          </p:cNvSpPr>
          <p:nvPr/>
        </p:nvSpPr>
        <p:spPr bwMode="auto">
          <a:xfrm>
            <a:off x="1676400" y="15240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latin typeface="黑体" panose="02010609060101010101" pitchFamily="49" charset="-122"/>
                <a:ea typeface="黑体" panose="02010609060101010101" pitchFamily="49" charset="-122"/>
              </a:rPr>
              <a:t>图书管理要求</a:t>
            </a:r>
          </a:p>
        </p:txBody>
      </p:sp>
      <p:sp>
        <p:nvSpPr>
          <p:cNvPr id="54285" name="Rectangle 13">
            <a:extLst>
              <a:ext uri="{FF2B5EF4-FFF2-40B4-BE49-F238E27FC236}">
                <a16:creationId xmlns:a16="http://schemas.microsoft.com/office/drawing/2014/main" id="{244ECF7A-CEE3-4F1F-876C-701C2017F3C7}"/>
              </a:ext>
            </a:extLst>
          </p:cNvPr>
          <p:cNvSpPr>
            <a:spLocks noChangeArrowheads="1"/>
          </p:cNvSpPr>
          <p:nvPr/>
        </p:nvSpPr>
        <p:spPr bwMode="auto">
          <a:xfrm>
            <a:off x="1524000" y="2971800"/>
            <a:ext cx="2057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latin typeface="黑体" panose="02010609060101010101" pitchFamily="49" charset="-122"/>
                <a:ea typeface="黑体" panose="02010609060101010101" pitchFamily="49" charset="-122"/>
              </a:rPr>
              <a:t>查询要求</a:t>
            </a:r>
          </a:p>
        </p:txBody>
      </p:sp>
      <p:sp>
        <p:nvSpPr>
          <p:cNvPr id="54286" name="Rectangle 14">
            <a:extLst>
              <a:ext uri="{FF2B5EF4-FFF2-40B4-BE49-F238E27FC236}">
                <a16:creationId xmlns:a16="http://schemas.microsoft.com/office/drawing/2014/main" id="{E930D4B2-AAEF-48B9-A682-9BF81D8850DD}"/>
              </a:ext>
            </a:extLst>
          </p:cNvPr>
          <p:cNvSpPr>
            <a:spLocks noChangeArrowheads="1"/>
          </p:cNvSpPr>
          <p:nvPr/>
        </p:nvSpPr>
        <p:spPr bwMode="auto">
          <a:xfrm>
            <a:off x="1371600" y="4419600"/>
            <a:ext cx="2133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latin typeface="黑体" panose="02010609060101010101" pitchFamily="49" charset="-122"/>
                <a:ea typeface="黑体" panose="02010609060101010101" pitchFamily="49" charset="-122"/>
              </a:rPr>
              <a:t>查询结果</a:t>
            </a:r>
          </a:p>
        </p:txBody>
      </p:sp>
      <p:sp>
        <p:nvSpPr>
          <p:cNvPr id="54287" name="Line 15">
            <a:extLst>
              <a:ext uri="{FF2B5EF4-FFF2-40B4-BE49-F238E27FC236}">
                <a16:creationId xmlns:a16="http://schemas.microsoft.com/office/drawing/2014/main" id="{8967FA46-4C0B-42D5-BFBD-DEA13BBC9AF1}"/>
              </a:ext>
            </a:extLst>
          </p:cNvPr>
          <p:cNvSpPr>
            <a:spLocks noChangeShapeType="1"/>
          </p:cNvSpPr>
          <p:nvPr/>
        </p:nvSpPr>
        <p:spPr bwMode="auto">
          <a:xfrm>
            <a:off x="5991225" y="4527550"/>
            <a:ext cx="1295400" cy="1066800"/>
          </a:xfrm>
          <a:prstGeom prst="line">
            <a:avLst/>
          </a:prstGeom>
          <a:noFill/>
          <a:ln w="25400">
            <a:solidFill>
              <a:srgbClr val="01050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8" name="Rectangle 16">
            <a:extLst>
              <a:ext uri="{FF2B5EF4-FFF2-40B4-BE49-F238E27FC236}">
                <a16:creationId xmlns:a16="http://schemas.microsoft.com/office/drawing/2014/main" id="{4E899F32-6A83-4D70-AA37-F24E8B9EF1AE}"/>
              </a:ext>
            </a:extLst>
          </p:cNvPr>
          <p:cNvSpPr>
            <a:spLocks noChangeArrowheads="1"/>
          </p:cNvSpPr>
          <p:nvPr/>
        </p:nvSpPr>
        <p:spPr bwMode="auto">
          <a:xfrm>
            <a:off x="6219825" y="4267200"/>
            <a:ext cx="1600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latin typeface="黑体" panose="02010609060101010101" pitchFamily="49" charset="-122"/>
                <a:ea typeface="黑体" panose="02010609060101010101" pitchFamily="49" charset="-122"/>
              </a:rPr>
              <a:t>罚款单</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showMasterSp="0">
  <p:cSld>
    <p:bg>
      <p:bgPr>
        <a:gradFill rotWithShape="0">
          <a:gsLst>
            <a:gs pos="0">
              <a:schemeClr val="bg1"/>
            </a:gs>
            <a:gs pos="100000">
              <a:schemeClr val="accent1"/>
            </a:gs>
          </a:gsLst>
          <a:lin ang="5400000" scaled="1"/>
        </a:gradFill>
        <a:effectLst/>
      </p:bgPr>
    </p:bg>
    <p:spTree>
      <p:nvGrpSpPr>
        <p:cNvPr id="1" name=""/>
        <p:cNvGrpSpPr/>
        <p:nvPr/>
      </p:nvGrpSpPr>
      <p:grpSpPr>
        <a:xfrm>
          <a:off x="0" y="0"/>
          <a:ext cx="0" cy="0"/>
          <a:chOff x="0" y="0"/>
          <a:chExt cx="0" cy="0"/>
        </a:xfrm>
      </p:grpSpPr>
      <p:sp>
        <p:nvSpPr>
          <p:cNvPr id="56322" name="Oval 2">
            <a:extLst>
              <a:ext uri="{FF2B5EF4-FFF2-40B4-BE49-F238E27FC236}">
                <a16:creationId xmlns:a16="http://schemas.microsoft.com/office/drawing/2014/main" id="{263B8A3C-6645-4D92-BF36-9ADB0747F12F}"/>
              </a:ext>
            </a:extLst>
          </p:cNvPr>
          <p:cNvSpPr>
            <a:spLocks noChangeArrowheads="1"/>
          </p:cNvSpPr>
          <p:nvPr/>
        </p:nvSpPr>
        <p:spPr bwMode="auto">
          <a:xfrm>
            <a:off x="5270500" y="2527300"/>
            <a:ext cx="2108200" cy="2108200"/>
          </a:xfrm>
          <a:prstGeom prst="ellipse">
            <a:avLst/>
          </a:prstGeom>
          <a:solidFill>
            <a:schemeClr val="bg2"/>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3" name="Rectangle 3">
            <a:extLst>
              <a:ext uri="{FF2B5EF4-FFF2-40B4-BE49-F238E27FC236}">
                <a16:creationId xmlns:a16="http://schemas.microsoft.com/office/drawing/2014/main" id="{A1A6FD9B-5733-4746-A698-35F2C0BB3526}"/>
              </a:ext>
            </a:extLst>
          </p:cNvPr>
          <p:cNvSpPr>
            <a:spLocks noChangeArrowheads="1"/>
          </p:cNvSpPr>
          <p:nvPr/>
        </p:nvSpPr>
        <p:spPr bwMode="auto">
          <a:xfrm>
            <a:off x="5638800" y="3124200"/>
            <a:ext cx="1447800" cy="1324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a:solidFill>
                  <a:schemeClr val="tx1">
                    <a:lumMod val="85000"/>
                    <a:lumOff val="15000"/>
                  </a:schemeClr>
                </a:solidFill>
                <a:latin typeface="黑体" panose="02010609060101010101" pitchFamily="49" charset="-122"/>
                <a:ea typeface="黑体" panose="02010609060101010101" pitchFamily="49" charset="-122"/>
              </a:rPr>
              <a:t>处理</a:t>
            </a:r>
          </a:p>
          <a:p>
            <a:pPr eaLnBrk="0" hangingPunct="0"/>
            <a:r>
              <a:rPr lang="zh-CN" altLang="en-US" sz="4000" b="1">
                <a:solidFill>
                  <a:schemeClr val="tx1">
                    <a:lumMod val="85000"/>
                    <a:lumOff val="15000"/>
                  </a:schemeClr>
                </a:solidFill>
                <a:latin typeface="黑体" panose="02010609060101010101" pitchFamily="49" charset="-122"/>
                <a:ea typeface="黑体" panose="02010609060101010101" pitchFamily="49" charset="-122"/>
              </a:rPr>
              <a:t>查询</a:t>
            </a:r>
          </a:p>
        </p:txBody>
      </p:sp>
      <p:sp>
        <p:nvSpPr>
          <p:cNvPr id="56324" name="Rectangle 4">
            <a:extLst>
              <a:ext uri="{FF2B5EF4-FFF2-40B4-BE49-F238E27FC236}">
                <a16:creationId xmlns:a16="http://schemas.microsoft.com/office/drawing/2014/main" id="{9D8C57EB-D371-410F-B0D0-5A378C87A96D}"/>
              </a:ext>
            </a:extLst>
          </p:cNvPr>
          <p:cNvSpPr>
            <a:spLocks noChangeArrowheads="1"/>
          </p:cNvSpPr>
          <p:nvPr/>
        </p:nvSpPr>
        <p:spPr bwMode="auto">
          <a:xfrm>
            <a:off x="6003925" y="2528888"/>
            <a:ext cx="492125"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4800" b="1">
                <a:solidFill>
                  <a:schemeClr val="tx1">
                    <a:lumMod val="85000"/>
                    <a:lumOff val="15000"/>
                  </a:schemeClr>
                </a:solidFill>
                <a:latin typeface="黑体" panose="02010609060101010101" pitchFamily="49" charset="-122"/>
                <a:ea typeface="黑体" panose="02010609060101010101" pitchFamily="49" charset="-122"/>
              </a:rPr>
              <a:t>2</a:t>
            </a:r>
          </a:p>
        </p:txBody>
      </p:sp>
      <p:sp>
        <p:nvSpPr>
          <p:cNvPr id="56325" name="Oval 5">
            <a:extLst>
              <a:ext uri="{FF2B5EF4-FFF2-40B4-BE49-F238E27FC236}">
                <a16:creationId xmlns:a16="http://schemas.microsoft.com/office/drawing/2014/main" id="{525C5288-1F41-4FCD-94DD-4A75E98DE4EC}"/>
              </a:ext>
            </a:extLst>
          </p:cNvPr>
          <p:cNvSpPr>
            <a:spLocks noChangeArrowheads="1"/>
          </p:cNvSpPr>
          <p:nvPr/>
        </p:nvSpPr>
        <p:spPr bwMode="auto">
          <a:xfrm>
            <a:off x="1479550" y="2451100"/>
            <a:ext cx="2184400" cy="2184400"/>
          </a:xfrm>
          <a:prstGeom prst="ellipse">
            <a:avLst/>
          </a:prstGeom>
          <a:solidFill>
            <a:schemeClr val="bg2"/>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6" name="Rectangle 6">
            <a:extLst>
              <a:ext uri="{FF2B5EF4-FFF2-40B4-BE49-F238E27FC236}">
                <a16:creationId xmlns:a16="http://schemas.microsoft.com/office/drawing/2014/main" id="{26EF0A7D-256B-44D3-8E82-F7AC8B1BC5A3}"/>
              </a:ext>
            </a:extLst>
          </p:cNvPr>
          <p:cNvSpPr>
            <a:spLocks noChangeArrowheads="1"/>
          </p:cNvSpPr>
          <p:nvPr/>
        </p:nvSpPr>
        <p:spPr bwMode="auto">
          <a:xfrm>
            <a:off x="1905000" y="3048000"/>
            <a:ext cx="1600200" cy="1447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400" b="1">
                <a:solidFill>
                  <a:schemeClr val="tx1">
                    <a:lumMod val="85000"/>
                    <a:lumOff val="15000"/>
                  </a:schemeClr>
                </a:solidFill>
                <a:latin typeface="黑体" panose="02010609060101010101" pitchFamily="49" charset="-122"/>
                <a:ea typeface="黑体" panose="02010609060101010101" pitchFamily="49" charset="-122"/>
              </a:rPr>
              <a:t>处理</a:t>
            </a:r>
          </a:p>
          <a:p>
            <a:pPr eaLnBrk="0" hangingPunct="0"/>
            <a:r>
              <a:rPr lang="zh-CN" altLang="en-US" sz="4400" b="1">
                <a:solidFill>
                  <a:schemeClr val="tx1">
                    <a:lumMod val="85000"/>
                    <a:lumOff val="15000"/>
                  </a:schemeClr>
                </a:solidFill>
                <a:latin typeface="黑体" panose="02010609060101010101" pitchFamily="49" charset="-122"/>
                <a:ea typeface="黑体" panose="02010609060101010101" pitchFamily="49" charset="-122"/>
              </a:rPr>
              <a:t>要求</a:t>
            </a:r>
          </a:p>
        </p:txBody>
      </p:sp>
      <p:sp>
        <p:nvSpPr>
          <p:cNvPr id="56327" name="Rectangle 7">
            <a:extLst>
              <a:ext uri="{FF2B5EF4-FFF2-40B4-BE49-F238E27FC236}">
                <a16:creationId xmlns:a16="http://schemas.microsoft.com/office/drawing/2014/main" id="{AA97A3EE-D1B9-4159-B7EE-6D2B7FC62E64}"/>
              </a:ext>
            </a:extLst>
          </p:cNvPr>
          <p:cNvSpPr>
            <a:spLocks noChangeArrowheads="1"/>
          </p:cNvSpPr>
          <p:nvPr/>
        </p:nvSpPr>
        <p:spPr bwMode="auto">
          <a:xfrm>
            <a:off x="2289175" y="2452688"/>
            <a:ext cx="492125"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4800" b="1">
                <a:solidFill>
                  <a:schemeClr val="tx1">
                    <a:lumMod val="85000"/>
                    <a:lumOff val="15000"/>
                  </a:schemeClr>
                </a:solidFill>
                <a:latin typeface="黑体" panose="02010609060101010101" pitchFamily="49" charset="-122"/>
                <a:ea typeface="黑体" panose="02010609060101010101" pitchFamily="49" charset="-122"/>
              </a:rPr>
              <a:t>1</a:t>
            </a:r>
          </a:p>
        </p:txBody>
      </p:sp>
      <p:sp>
        <p:nvSpPr>
          <p:cNvPr id="56328" name="Rectangle 8">
            <a:extLst>
              <a:ext uri="{FF2B5EF4-FFF2-40B4-BE49-F238E27FC236}">
                <a16:creationId xmlns:a16="http://schemas.microsoft.com/office/drawing/2014/main" id="{3E09C4FA-62B6-46CC-A11D-CCCDFCE4378C}"/>
              </a:ext>
            </a:extLst>
          </p:cNvPr>
          <p:cNvSpPr>
            <a:spLocks noChangeArrowheads="1"/>
          </p:cNvSpPr>
          <p:nvPr/>
        </p:nvSpPr>
        <p:spPr bwMode="auto">
          <a:xfrm>
            <a:off x="5867400" y="533400"/>
            <a:ext cx="762000" cy="206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dirty="0">
                <a:solidFill>
                  <a:schemeClr val="tx1">
                    <a:lumMod val="85000"/>
                    <a:lumOff val="15000"/>
                  </a:schemeClr>
                </a:solidFill>
                <a:latin typeface="黑体" panose="02010609060101010101" pitchFamily="49" charset="-122"/>
                <a:ea typeface="黑体" panose="02010609060101010101" pitchFamily="49" charset="-122"/>
              </a:rPr>
              <a:t>查询要求</a:t>
            </a:r>
          </a:p>
        </p:txBody>
      </p:sp>
      <p:sp>
        <p:nvSpPr>
          <p:cNvPr id="56329" name="Rectangle 9">
            <a:extLst>
              <a:ext uri="{FF2B5EF4-FFF2-40B4-BE49-F238E27FC236}">
                <a16:creationId xmlns:a16="http://schemas.microsoft.com/office/drawing/2014/main" id="{EDE89DCF-7E74-46DB-B868-F1EB434CC13A}"/>
              </a:ext>
            </a:extLst>
          </p:cNvPr>
          <p:cNvSpPr>
            <a:spLocks noChangeArrowheads="1"/>
          </p:cNvSpPr>
          <p:nvPr/>
        </p:nvSpPr>
        <p:spPr bwMode="auto">
          <a:xfrm>
            <a:off x="323850" y="1143000"/>
            <a:ext cx="18288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dirty="0">
                <a:solidFill>
                  <a:schemeClr val="tx1">
                    <a:lumMod val="85000"/>
                    <a:lumOff val="15000"/>
                  </a:schemeClr>
                </a:solidFill>
                <a:latin typeface="黑体" panose="02010609060101010101" pitchFamily="49" charset="-122"/>
                <a:ea typeface="黑体" panose="02010609060101010101" pitchFamily="49" charset="-122"/>
              </a:rPr>
              <a:t>图书管理要求</a:t>
            </a:r>
          </a:p>
        </p:txBody>
      </p:sp>
      <p:sp>
        <p:nvSpPr>
          <p:cNvPr id="56330" name="Line 10">
            <a:extLst>
              <a:ext uri="{FF2B5EF4-FFF2-40B4-BE49-F238E27FC236}">
                <a16:creationId xmlns:a16="http://schemas.microsoft.com/office/drawing/2014/main" id="{41EB0B20-E438-480C-80CF-6E525AF76CD1}"/>
              </a:ext>
            </a:extLst>
          </p:cNvPr>
          <p:cNvSpPr>
            <a:spLocks noChangeShapeType="1"/>
          </p:cNvSpPr>
          <p:nvPr/>
        </p:nvSpPr>
        <p:spPr bwMode="auto">
          <a:xfrm>
            <a:off x="19050" y="3886200"/>
            <a:ext cx="1524000" cy="0"/>
          </a:xfrm>
          <a:prstGeom prst="line">
            <a:avLst/>
          </a:prstGeom>
          <a:noFill/>
          <a:ln w="25400">
            <a:solidFill>
              <a:schemeClr val="hlink"/>
            </a:solidFill>
            <a:round/>
            <a:headEnd type="triangle" w="lg" len="me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31" name="Rectangle 11">
            <a:extLst>
              <a:ext uri="{FF2B5EF4-FFF2-40B4-BE49-F238E27FC236}">
                <a16:creationId xmlns:a16="http://schemas.microsoft.com/office/drawing/2014/main" id="{C56BD791-ED32-47A6-A45A-F0DA5C699761}"/>
              </a:ext>
            </a:extLst>
          </p:cNvPr>
          <p:cNvSpPr>
            <a:spLocks noChangeArrowheads="1"/>
          </p:cNvSpPr>
          <p:nvPr/>
        </p:nvSpPr>
        <p:spPr bwMode="auto">
          <a:xfrm>
            <a:off x="0" y="3124200"/>
            <a:ext cx="1752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a:solidFill>
                  <a:schemeClr val="tx1">
                    <a:lumMod val="85000"/>
                    <a:lumOff val="15000"/>
                  </a:schemeClr>
                </a:solidFill>
                <a:latin typeface="黑体" panose="02010609060101010101" pitchFamily="49" charset="-122"/>
                <a:ea typeface="黑体" panose="02010609060101010101" pitchFamily="49" charset="-122"/>
              </a:rPr>
              <a:t>罚款单</a:t>
            </a:r>
          </a:p>
        </p:txBody>
      </p:sp>
      <p:sp>
        <p:nvSpPr>
          <p:cNvPr id="56332" name="Line 12">
            <a:extLst>
              <a:ext uri="{FF2B5EF4-FFF2-40B4-BE49-F238E27FC236}">
                <a16:creationId xmlns:a16="http://schemas.microsoft.com/office/drawing/2014/main" id="{23C652B3-AD7A-4FAA-B02D-7106F54C3FB6}"/>
              </a:ext>
            </a:extLst>
          </p:cNvPr>
          <p:cNvSpPr>
            <a:spLocks noChangeShapeType="1"/>
          </p:cNvSpPr>
          <p:nvPr/>
        </p:nvSpPr>
        <p:spPr bwMode="auto">
          <a:xfrm>
            <a:off x="6858000" y="4572000"/>
            <a:ext cx="1828800" cy="914400"/>
          </a:xfrm>
          <a:prstGeom prst="line">
            <a:avLst/>
          </a:prstGeom>
          <a:noFill/>
          <a:ln w="25400">
            <a:solidFill>
              <a:schemeClr val="hlink"/>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33" name="Line 13">
            <a:extLst>
              <a:ext uri="{FF2B5EF4-FFF2-40B4-BE49-F238E27FC236}">
                <a16:creationId xmlns:a16="http://schemas.microsoft.com/office/drawing/2014/main" id="{865DEF7E-C262-41EC-ADE3-C2D73A24E5E0}"/>
              </a:ext>
            </a:extLst>
          </p:cNvPr>
          <p:cNvSpPr>
            <a:spLocks noChangeShapeType="1"/>
          </p:cNvSpPr>
          <p:nvPr/>
        </p:nvSpPr>
        <p:spPr bwMode="auto">
          <a:xfrm>
            <a:off x="7391400" y="3733800"/>
            <a:ext cx="1752600" cy="0"/>
          </a:xfrm>
          <a:prstGeom prst="line">
            <a:avLst/>
          </a:prstGeom>
          <a:noFill/>
          <a:ln w="25400">
            <a:solidFill>
              <a:schemeClr val="hlink"/>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34" name="Line 14">
            <a:extLst>
              <a:ext uri="{FF2B5EF4-FFF2-40B4-BE49-F238E27FC236}">
                <a16:creationId xmlns:a16="http://schemas.microsoft.com/office/drawing/2014/main" id="{9F222EF3-3A26-4777-B561-A8867943A80E}"/>
              </a:ext>
            </a:extLst>
          </p:cNvPr>
          <p:cNvSpPr>
            <a:spLocks noChangeShapeType="1"/>
          </p:cNvSpPr>
          <p:nvPr/>
        </p:nvSpPr>
        <p:spPr bwMode="auto">
          <a:xfrm flipV="1">
            <a:off x="7010400" y="2057400"/>
            <a:ext cx="2057400" cy="685800"/>
          </a:xfrm>
          <a:prstGeom prst="line">
            <a:avLst/>
          </a:prstGeom>
          <a:noFill/>
          <a:ln w="25400">
            <a:solidFill>
              <a:schemeClr val="hlink"/>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35" name="Rectangle 15">
            <a:extLst>
              <a:ext uri="{FF2B5EF4-FFF2-40B4-BE49-F238E27FC236}">
                <a16:creationId xmlns:a16="http://schemas.microsoft.com/office/drawing/2014/main" id="{E1D2F5BD-AFE0-4582-9C4E-B3AF76C897EC}"/>
              </a:ext>
            </a:extLst>
          </p:cNvPr>
          <p:cNvSpPr>
            <a:spLocks noChangeArrowheads="1"/>
          </p:cNvSpPr>
          <p:nvPr/>
        </p:nvSpPr>
        <p:spPr bwMode="auto">
          <a:xfrm>
            <a:off x="7239000" y="4267200"/>
            <a:ext cx="1828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a:solidFill>
                  <a:schemeClr val="tx1">
                    <a:lumMod val="85000"/>
                    <a:lumOff val="15000"/>
                  </a:schemeClr>
                </a:solidFill>
                <a:latin typeface="黑体" panose="02010609060101010101" pitchFamily="49" charset="-122"/>
                <a:ea typeface="黑体" panose="02010609060101010101" pitchFamily="49" charset="-122"/>
              </a:rPr>
              <a:t>统计表</a:t>
            </a:r>
          </a:p>
        </p:txBody>
      </p:sp>
      <p:sp>
        <p:nvSpPr>
          <p:cNvPr id="56336" name="Rectangle 16">
            <a:extLst>
              <a:ext uri="{FF2B5EF4-FFF2-40B4-BE49-F238E27FC236}">
                <a16:creationId xmlns:a16="http://schemas.microsoft.com/office/drawing/2014/main" id="{537A066A-5040-4750-9E91-09EB3E53E91D}"/>
              </a:ext>
            </a:extLst>
          </p:cNvPr>
          <p:cNvSpPr>
            <a:spLocks noChangeArrowheads="1"/>
          </p:cNvSpPr>
          <p:nvPr/>
        </p:nvSpPr>
        <p:spPr bwMode="auto">
          <a:xfrm>
            <a:off x="7315200" y="3124200"/>
            <a:ext cx="1828800"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dirty="0">
                <a:solidFill>
                  <a:schemeClr val="tx1">
                    <a:lumMod val="85000"/>
                    <a:lumOff val="15000"/>
                  </a:schemeClr>
                </a:solidFill>
                <a:latin typeface="黑体" panose="02010609060101010101" pitchFamily="49" charset="-122"/>
                <a:ea typeface="黑体" panose="02010609060101010101" pitchFamily="49" charset="-122"/>
              </a:rPr>
              <a:t>图书情况</a:t>
            </a:r>
          </a:p>
        </p:txBody>
      </p:sp>
      <p:grpSp>
        <p:nvGrpSpPr>
          <p:cNvPr id="2" name="组合 1">
            <a:extLst>
              <a:ext uri="{FF2B5EF4-FFF2-40B4-BE49-F238E27FC236}">
                <a16:creationId xmlns:a16="http://schemas.microsoft.com/office/drawing/2014/main" id="{B252A100-14A9-43CE-BD85-857D56F6442D}"/>
              </a:ext>
            </a:extLst>
          </p:cNvPr>
          <p:cNvGrpSpPr/>
          <p:nvPr/>
        </p:nvGrpSpPr>
        <p:grpSpPr>
          <a:xfrm>
            <a:off x="6629400" y="1447800"/>
            <a:ext cx="2438400" cy="1318128"/>
            <a:chOff x="6629400" y="1447800"/>
            <a:chExt cx="2438400" cy="1318128"/>
          </a:xfrm>
        </p:grpSpPr>
        <p:sp>
          <p:nvSpPr>
            <p:cNvPr id="56337" name="Rectangle 17">
              <a:extLst>
                <a:ext uri="{FF2B5EF4-FFF2-40B4-BE49-F238E27FC236}">
                  <a16:creationId xmlns:a16="http://schemas.microsoft.com/office/drawing/2014/main" id="{DAD5D474-1813-4EA2-A926-2CFECB49EBD2}"/>
                </a:ext>
              </a:extLst>
            </p:cNvPr>
            <p:cNvSpPr>
              <a:spLocks noChangeArrowheads="1"/>
            </p:cNvSpPr>
            <p:nvPr/>
          </p:nvSpPr>
          <p:spPr bwMode="auto">
            <a:xfrm>
              <a:off x="6629400" y="2057400"/>
              <a:ext cx="838200" cy="708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dirty="0">
                  <a:solidFill>
                    <a:schemeClr val="tx1">
                      <a:lumMod val="85000"/>
                      <a:lumOff val="15000"/>
                    </a:schemeClr>
                  </a:solidFill>
                  <a:latin typeface="黑体" panose="02010609060101010101" pitchFamily="49" charset="-122"/>
                  <a:ea typeface="黑体" panose="02010609060101010101" pitchFamily="49" charset="-122"/>
                </a:rPr>
                <a:t>读</a:t>
              </a:r>
            </a:p>
          </p:txBody>
        </p:sp>
        <p:sp>
          <p:nvSpPr>
            <p:cNvPr id="56338" name="Rectangle 18">
              <a:extLst>
                <a:ext uri="{FF2B5EF4-FFF2-40B4-BE49-F238E27FC236}">
                  <a16:creationId xmlns:a16="http://schemas.microsoft.com/office/drawing/2014/main" id="{8DD30FA8-7180-4B1C-9516-550BFA3D65E2}"/>
                </a:ext>
              </a:extLst>
            </p:cNvPr>
            <p:cNvSpPr>
              <a:spLocks noChangeArrowheads="1"/>
            </p:cNvSpPr>
            <p:nvPr/>
          </p:nvSpPr>
          <p:spPr bwMode="auto">
            <a:xfrm>
              <a:off x="7162800" y="1828800"/>
              <a:ext cx="838200" cy="708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a:solidFill>
                    <a:schemeClr val="tx1">
                      <a:lumMod val="85000"/>
                      <a:lumOff val="15000"/>
                    </a:schemeClr>
                  </a:solidFill>
                  <a:latin typeface="黑体" panose="02010609060101010101" pitchFamily="49" charset="-122"/>
                  <a:ea typeface="黑体" panose="02010609060101010101" pitchFamily="49" charset="-122"/>
                </a:rPr>
                <a:t>者</a:t>
              </a:r>
            </a:p>
          </p:txBody>
        </p:sp>
        <p:sp>
          <p:nvSpPr>
            <p:cNvPr id="56339" name="Rectangle 19">
              <a:extLst>
                <a:ext uri="{FF2B5EF4-FFF2-40B4-BE49-F238E27FC236}">
                  <a16:creationId xmlns:a16="http://schemas.microsoft.com/office/drawing/2014/main" id="{E35D1626-80C1-44EF-91C3-3E0AD7A81BDC}"/>
                </a:ext>
              </a:extLst>
            </p:cNvPr>
            <p:cNvSpPr>
              <a:spLocks noChangeArrowheads="1"/>
            </p:cNvSpPr>
            <p:nvPr/>
          </p:nvSpPr>
          <p:spPr bwMode="auto">
            <a:xfrm>
              <a:off x="7696200" y="1676400"/>
              <a:ext cx="838200" cy="708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a:solidFill>
                    <a:schemeClr val="tx1">
                      <a:lumMod val="85000"/>
                      <a:lumOff val="15000"/>
                    </a:schemeClr>
                  </a:solidFill>
                  <a:latin typeface="黑体" panose="02010609060101010101" pitchFamily="49" charset="-122"/>
                  <a:ea typeface="黑体" panose="02010609060101010101" pitchFamily="49" charset="-122"/>
                </a:rPr>
                <a:t>情</a:t>
              </a:r>
            </a:p>
          </p:txBody>
        </p:sp>
        <p:sp>
          <p:nvSpPr>
            <p:cNvPr id="56340" name="Rectangle 20">
              <a:extLst>
                <a:ext uri="{FF2B5EF4-FFF2-40B4-BE49-F238E27FC236}">
                  <a16:creationId xmlns:a16="http://schemas.microsoft.com/office/drawing/2014/main" id="{345899DD-2363-4908-9082-2962ED736D6E}"/>
                </a:ext>
              </a:extLst>
            </p:cNvPr>
            <p:cNvSpPr>
              <a:spLocks noChangeArrowheads="1"/>
            </p:cNvSpPr>
            <p:nvPr/>
          </p:nvSpPr>
          <p:spPr bwMode="auto">
            <a:xfrm>
              <a:off x="8229600" y="1447800"/>
              <a:ext cx="838200" cy="708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a:solidFill>
                    <a:schemeClr val="tx1">
                      <a:lumMod val="85000"/>
                      <a:lumOff val="15000"/>
                    </a:schemeClr>
                  </a:solidFill>
                  <a:latin typeface="黑体" panose="02010609060101010101" pitchFamily="49" charset="-122"/>
                  <a:ea typeface="黑体" panose="02010609060101010101" pitchFamily="49" charset="-122"/>
                </a:rPr>
                <a:t>况</a:t>
              </a:r>
            </a:p>
          </p:txBody>
        </p:sp>
      </p:grpSp>
      <p:sp>
        <p:nvSpPr>
          <p:cNvPr id="56341" name="Rectangle 21">
            <a:extLst>
              <a:ext uri="{FF2B5EF4-FFF2-40B4-BE49-F238E27FC236}">
                <a16:creationId xmlns:a16="http://schemas.microsoft.com/office/drawing/2014/main" id="{6DFDFAEB-DC04-4C2C-A655-3B35BEDCF9A6}"/>
              </a:ext>
            </a:extLst>
          </p:cNvPr>
          <p:cNvSpPr>
            <a:spLocks noChangeArrowheads="1"/>
          </p:cNvSpPr>
          <p:nvPr/>
        </p:nvSpPr>
        <p:spPr bwMode="auto">
          <a:xfrm>
            <a:off x="0" y="6024563"/>
            <a:ext cx="4800600" cy="833437"/>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4800" b="1" i="1" dirty="0">
                <a:solidFill>
                  <a:schemeClr val="tx1">
                    <a:lumMod val="85000"/>
                    <a:lumOff val="15000"/>
                  </a:schemeClr>
                </a:solidFill>
                <a:latin typeface="黑体" panose="02010609060101010101" pitchFamily="49" charset="-122"/>
                <a:ea typeface="黑体" panose="02010609060101010101" pitchFamily="49" charset="-122"/>
              </a:rPr>
              <a:t>0</a:t>
            </a:r>
            <a:r>
              <a:rPr lang="zh-CN" altLang="en-US" sz="4800" b="1" i="1" dirty="0">
                <a:solidFill>
                  <a:schemeClr val="tx1">
                    <a:lumMod val="85000"/>
                    <a:lumOff val="15000"/>
                  </a:schemeClr>
                </a:solidFill>
                <a:latin typeface="黑体" panose="02010609060101010101" pitchFamily="49" charset="-122"/>
                <a:ea typeface="黑体" panose="02010609060101010101" pitchFamily="49" charset="-122"/>
              </a:rPr>
              <a:t>层数据流图</a:t>
            </a:r>
          </a:p>
        </p:txBody>
      </p:sp>
      <p:sp>
        <p:nvSpPr>
          <p:cNvPr id="56342" name="Line 22">
            <a:extLst>
              <a:ext uri="{FF2B5EF4-FFF2-40B4-BE49-F238E27FC236}">
                <a16:creationId xmlns:a16="http://schemas.microsoft.com/office/drawing/2014/main" id="{ABE05D70-5F63-42CD-A810-DEFDE09A717B}"/>
              </a:ext>
            </a:extLst>
          </p:cNvPr>
          <p:cNvSpPr>
            <a:spLocks noChangeShapeType="1"/>
          </p:cNvSpPr>
          <p:nvPr/>
        </p:nvSpPr>
        <p:spPr bwMode="auto">
          <a:xfrm>
            <a:off x="171450" y="1981200"/>
            <a:ext cx="1524000" cy="838200"/>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56343" name="Line 23">
            <a:extLst>
              <a:ext uri="{FF2B5EF4-FFF2-40B4-BE49-F238E27FC236}">
                <a16:creationId xmlns:a16="http://schemas.microsoft.com/office/drawing/2014/main" id="{E94AEBCB-42BC-4FBB-AB54-2DD74E706A48}"/>
              </a:ext>
            </a:extLst>
          </p:cNvPr>
          <p:cNvSpPr>
            <a:spLocks noChangeShapeType="1"/>
          </p:cNvSpPr>
          <p:nvPr/>
        </p:nvSpPr>
        <p:spPr bwMode="auto">
          <a:xfrm>
            <a:off x="6477000" y="609600"/>
            <a:ext cx="0" cy="1965325"/>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56344" name="Line 24">
            <a:extLst>
              <a:ext uri="{FF2B5EF4-FFF2-40B4-BE49-F238E27FC236}">
                <a16:creationId xmlns:a16="http://schemas.microsoft.com/office/drawing/2014/main" id="{DFA643AD-918E-489E-BD82-3E821F0129B1}"/>
              </a:ext>
            </a:extLst>
          </p:cNvPr>
          <p:cNvSpPr>
            <a:spLocks noChangeShapeType="1"/>
          </p:cNvSpPr>
          <p:nvPr/>
        </p:nvSpPr>
        <p:spPr bwMode="auto">
          <a:xfrm>
            <a:off x="3352800" y="5181600"/>
            <a:ext cx="2514600"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56345" name="Text Box 25">
            <a:extLst>
              <a:ext uri="{FF2B5EF4-FFF2-40B4-BE49-F238E27FC236}">
                <a16:creationId xmlns:a16="http://schemas.microsoft.com/office/drawing/2014/main" id="{F87292E6-D629-46AF-AF6A-E0426F5558C3}"/>
              </a:ext>
            </a:extLst>
          </p:cNvPr>
          <p:cNvSpPr txBox="1">
            <a:spLocks noChangeArrowheads="1"/>
          </p:cNvSpPr>
          <p:nvPr/>
        </p:nvSpPr>
        <p:spPr bwMode="auto">
          <a:xfrm>
            <a:off x="3273425" y="5086350"/>
            <a:ext cx="2514600" cy="708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zh-CN" altLang="en-US" sz="4000" b="1">
                <a:solidFill>
                  <a:schemeClr val="tx1">
                    <a:lumMod val="85000"/>
                    <a:lumOff val="15000"/>
                  </a:schemeClr>
                </a:solidFill>
                <a:latin typeface="Arial Narrow" panose="020B0606020202030204" pitchFamily="34" charset="0"/>
                <a:ea typeface="黑体" panose="02010609060101010101" pitchFamily="49" charset="-122"/>
              </a:rPr>
              <a:t>目录文件</a:t>
            </a:r>
          </a:p>
        </p:txBody>
      </p:sp>
      <p:sp>
        <p:nvSpPr>
          <p:cNvPr id="56346" name="Line 26">
            <a:extLst>
              <a:ext uri="{FF2B5EF4-FFF2-40B4-BE49-F238E27FC236}">
                <a16:creationId xmlns:a16="http://schemas.microsoft.com/office/drawing/2014/main" id="{31A6A87F-FB0D-4F51-A0EC-EA5973DDFF72}"/>
              </a:ext>
            </a:extLst>
          </p:cNvPr>
          <p:cNvSpPr>
            <a:spLocks noChangeShapeType="1"/>
          </p:cNvSpPr>
          <p:nvPr/>
        </p:nvSpPr>
        <p:spPr bwMode="auto">
          <a:xfrm>
            <a:off x="3276600" y="5791200"/>
            <a:ext cx="2514600"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56347" name="Line 27">
            <a:extLst>
              <a:ext uri="{FF2B5EF4-FFF2-40B4-BE49-F238E27FC236}">
                <a16:creationId xmlns:a16="http://schemas.microsoft.com/office/drawing/2014/main" id="{E5743F45-D116-4F8E-97B5-1EDD6DC783C3}"/>
              </a:ext>
            </a:extLst>
          </p:cNvPr>
          <p:cNvSpPr>
            <a:spLocks noChangeShapeType="1"/>
          </p:cNvSpPr>
          <p:nvPr/>
        </p:nvSpPr>
        <p:spPr bwMode="auto">
          <a:xfrm>
            <a:off x="3051175" y="1695450"/>
            <a:ext cx="2514600"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56348" name="Text Box 28">
            <a:extLst>
              <a:ext uri="{FF2B5EF4-FFF2-40B4-BE49-F238E27FC236}">
                <a16:creationId xmlns:a16="http://schemas.microsoft.com/office/drawing/2014/main" id="{7168504A-2997-471E-A921-963E956C0828}"/>
              </a:ext>
            </a:extLst>
          </p:cNvPr>
          <p:cNvSpPr txBox="1">
            <a:spLocks noChangeArrowheads="1"/>
          </p:cNvSpPr>
          <p:nvPr/>
        </p:nvSpPr>
        <p:spPr bwMode="auto">
          <a:xfrm>
            <a:off x="2971800" y="1600200"/>
            <a:ext cx="2514600" cy="708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zh-CN" altLang="en-US" sz="4000" b="1">
                <a:solidFill>
                  <a:schemeClr val="tx1">
                    <a:lumMod val="85000"/>
                    <a:lumOff val="15000"/>
                  </a:schemeClr>
                </a:solidFill>
                <a:latin typeface="Arial Narrow" panose="020B0606020202030204" pitchFamily="34" charset="0"/>
                <a:ea typeface="黑体" panose="02010609060101010101" pitchFamily="49" charset="-122"/>
              </a:rPr>
              <a:t>借书文件</a:t>
            </a:r>
          </a:p>
        </p:txBody>
      </p:sp>
      <p:sp>
        <p:nvSpPr>
          <p:cNvPr id="56349" name="Line 29">
            <a:extLst>
              <a:ext uri="{FF2B5EF4-FFF2-40B4-BE49-F238E27FC236}">
                <a16:creationId xmlns:a16="http://schemas.microsoft.com/office/drawing/2014/main" id="{8D75F16E-5898-4D67-ADF8-506D8C5CB7B0}"/>
              </a:ext>
            </a:extLst>
          </p:cNvPr>
          <p:cNvSpPr>
            <a:spLocks noChangeShapeType="1"/>
          </p:cNvSpPr>
          <p:nvPr/>
        </p:nvSpPr>
        <p:spPr bwMode="auto">
          <a:xfrm>
            <a:off x="2974975" y="2305050"/>
            <a:ext cx="2514600"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56350" name="Line 30">
            <a:extLst>
              <a:ext uri="{FF2B5EF4-FFF2-40B4-BE49-F238E27FC236}">
                <a16:creationId xmlns:a16="http://schemas.microsoft.com/office/drawing/2014/main" id="{2A2E4AA2-23BC-4C4C-A1CD-26DD4A7EF68A}"/>
              </a:ext>
            </a:extLst>
          </p:cNvPr>
          <p:cNvSpPr>
            <a:spLocks noChangeShapeType="1"/>
          </p:cNvSpPr>
          <p:nvPr/>
        </p:nvSpPr>
        <p:spPr bwMode="auto">
          <a:xfrm flipV="1">
            <a:off x="4114800" y="2286000"/>
            <a:ext cx="0" cy="457200"/>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56351" name="Line 31">
            <a:extLst>
              <a:ext uri="{FF2B5EF4-FFF2-40B4-BE49-F238E27FC236}">
                <a16:creationId xmlns:a16="http://schemas.microsoft.com/office/drawing/2014/main" id="{7B8A1B3F-01C5-466C-ABEF-687301DDDB49}"/>
              </a:ext>
            </a:extLst>
          </p:cNvPr>
          <p:cNvSpPr>
            <a:spLocks noChangeShapeType="1"/>
          </p:cNvSpPr>
          <p:nvPr/>
        </p:nvSpPr>
        <p:spPr bwMode="auto">
          <a:xfrm flipH="1">
            <a:off x="3352800" y="2743200"/>
            <a:ext cx="762000" cy="0"/>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56352" name="Line 32">
            <a:extLst>
              <a:ext uri="{FF2B5EF4-FFF2-40B4-BE49-F238E27FC236}">
                <a16:creationId xmlns:a16="http://schemas.microsoft.com/office/drawing/2014/main" id="{CB2BD9D2-FFFA-4A3E-AB2D-D83B0FEB2BE4}"/>
              </a:ext>
            </a:extLst>
          </p:cNvPr>
          <p:cNvSpPr>
            <a:spLocks noChangeShapeType="1"/>
          </p:cNvSpPr>
          <p:nvPr/>
        </p:nvSpPr>
        <p:spPr bwMode="auto">
          <a:xfrm>
            <a:off x="4800600" y="2301875"/>
            <a:ext cx="0" cy="762000"/>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56353" name="Line 33">
            <a:extLst>
              <a:ext uri="{FF2B5EF4-FFF2-40B4-BE49-F238E27FC236}">
                <a16:creationId xmlns:a16="http://schemas.microsoft.com/office/drawing/2014/main" id="{741BF76D-15A6-4FEA-B690-7B4548C049C8}"/>
              </a:ext>
            </a:extLst>
          </p:cNvPr>
          <p:cNvSpPr>
            <a:spLocks noChangeShapeType="1"/>
          </p:cNvSpPr>
          <p:nvPr/>
        </p:nvSpPr>
        <p:spPr bwMode="auto">
          <a:xfrm>
            <a:off x="4800600" y="3048000"/>
            <a:ext cx="609600" cy="0"/>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56354" name="Line 34">
            <a:extLst>
              <a:ext uri="{FF2B5EF4-FFF2-40B4-BE49-F238E27FC236}">
                <a16:creationId xmlns:a16="http://schemas.microsoft.com/office/drawing/2014/main" id="{2F859B97-770E-418B-8369-159195607E05}"/>
              </a:ext>
            </a:extLst>
          </p:cNvPr>
          <p:cNvSpPr>
            <a:spLocks noChangeShapeType="1"/>
          </p:cNvSpPr>
          <p:nvPr/>
        </p:nvSpPr>
        <p:spPr bwMode="auto">
          <a:xfrm flipV="1">
            <a:off x="4876800" y="4343400"/>
            <a:ext cx="0" cy="838200"/>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56355" name="Line 35">
            <a:extLst>
              <a:ext uri="{FF2B5EF4-FFF2-40B4-BE49-F238E27FC236}">
                <a16:creationId xmlns:a16="http://schemas.microsoft.com/office/drawing/2014/main" id="{522AF422-5B24-4696-97C5-17C2EBFC9413}"/>
              </a:ext>
            </a:extLst>
          </p:cNvPr>
          <p:cNvSpPr>
            <a:spLocks noChangeShapeType="1"/>
          </p:cNvSpPr>
          <p:nvPr/>
        </p:nvSpPr>
        <p:spPr bwMode="auto">
          <a:xfrm>
            <a:off x="4876800" y="4343400"/>
            <a:ext cx="685800" cy="0"/>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56356" name="Line 36">
            <a:extLst>
              <a:ext uri="{FF2B5EF4-FFF2-40B4-BE49-F238E27FC236}">
                <a16:creationId xmlns:a16="http://schemas.microsoft.com/office/drawing/2014/main" id="{05A107C0-AB47-4530-B688-D3D038AB6D28}"/>
              </a:ext>
            </a:extLst>
          </p:cNvPr>
          <p:cNvSpPr>
            <a:spLocks noChangeShapeType="1"/>
          </p:cNvSpPr>
          <p:nvPr/>
        </p:nvSpPr>
        <p:spPr bwMode="auto">
          <a:xfrm>
            <a:off x="3962400" y="4572000"/>
            <a:ext cx="0" cy="609600"/>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56357" name="Line 37">
            <a:extLst>
              <a:ext uri="{FF2B5EF4-FFF2-40B4-BE49-F238E27FC236}">
                <a16:creationId xmlns:a16="http://schemas.microsoft.com/office/drawing/2014/main" id="{206F93B6-43DF-473D-A06C-43698FD9BBD4}"/>
              </a:ext>
            </a:extLst>
          </p:cNvPr>
          <p:cNvSpPr>
            <a:spLocks noChangeShapeType="1"/>
          </p:cNvSpPr>
          <p:nvPr/>
        </p:nvSpPr>
        <p:spPr bwMode="auto">
          <a:xfrm flipH="1" flipV="1">
            <a:off x="3352800" y="4343400"/>
            <a:ext cx="609600" cy="228600"/>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Tree>
  </p:cSld>
  <p:clrMapOvr>
    <a:overrideClrMapping bg1="lt1" tx1="dk1" bg2="lt2" tx2="dk2" accent1="accent1" accent2="accent2" accent3="accent3" accent4="accent4" accent5="accent5" accent6="accent6" hlink="hlink" folHlink="folHlink"/>
  </p:clrMapOvr>
  <p:transition/>
</p:sld>
</file>

<file path=ppt/slides/slide42.xml><?xml version="1.0" encoding="utf-8"?>
<p:sld xmlns:a="http://schemas.openxmlformats.org/drawingml/2006/main" xmlns:r="http://schemas.openxmlformats.org/officeDocument/2006/relationships" xmlns:p="http://schemas.openxmlformats.org/presentationml/2006/main" showMasterSp="0">
  <p:cSld>
    <p:bg>
      <p:bgPr>
        <a:gradFill rotWithShape="0">
          <a:gsLst>
            <a:gs pos="0">
              <a:schemeClr val="bg1"/>
            </a:gs>
            <a:gs pos="100000">
              <a:schemeClr val="accent1"/>
            </a:gs>
          </a:gsLst>
          <a:lin ang="5400000" scaled="1"/>
        </a:gradFill>
        <a:effectLst/>
      </p:bgPr>
    </p:bg>
    <p:spTree>
      <p:nvGrpSpPr>
        <p:cNvPr id="1" name=""/>
        <p:cNvGrpSpPr/>
        <p:nvPr/>
      </p:nvGrpSpPr>
      <p:grpSpPr>
        <a:xfrm>
          <a:off x="0" y="0"/>
          <a:ext cx="0" cy="0"/>
          <a:chOff x="0" y="0"/>
          <a:chExt cx="0" cy="0"/>
        </a:xfrm>
      </p:grpSpPr>
      <p:sp>
        <p:nvSpPr>
          <p:cNvPr id="58370" name="Oval 2">
            <a:extLst>
              <a:ext uri="{FF2B5EF4-FFF2-40B4-BE49-F238E27FC236}">
                <a16:creationId xmlns:a16="http://schemas.microsoft.com/office/drawing/2014/main" id="{9CEE2932-66C7-4DDC-A252-1B5198B89B40}"/>
              </a:ext>
            </a:extLst>
          </p:cNvPr>
          <p:cNvSpPr>
            <a:spLocks noChangeArrowheads="1"/>
          </p:cNvSpPr>
          <p:nvPr/>
        </p:nvSpPr>
        <p:spPr bwMode="auto">
          <a:xfrm>
            <a:off x="1003300" y="2209800"/>
            <a:ext cx="2184400" cy="2184400"/>
          </a:xfrm>
          <a:prstGeom prst="ellipse">
            <a:avLst/>
          </a:prstGeom>
          <a:solidFill>
            <a:schemeClr val="bg2"/>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71" name="Rectangle 3">
            <a:extLst>
              <a:ext uri="{FF2B5EF4-FFF2-40B4-BE49-F238E27FC236}">
                <a16:creationId xmlns:a16="http://schemas.microsoft.com/office/drawing/2014/main" id="{D62A94B7-FE56-4558-BAB9-4BC6F91C1BA4}"/>
              </a:ext>
            </a:extLst>
          </p:cNvPr>
          <p:cNvSpPr>
            <a:spLocks noChangeArrowheads="1"/>
          </p:cNvSpPr>
          <p:nvPr/>
        </p:nvSpPr>
        <p:spPr bwMode="auto">
          <a:xfrm>
            <a:off x="1143000" y="2806700"/>
            <a:ext cx="2819400" cy="1385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a:solidFill>
                  <a:schemeClr val="tx1">
                    <a:lumMod val="85000"/>
                    <a:lumOff val="15000"/>
                  </a:schemeClr>
                </a:solidFill>
                <a:latin typeface="黑体" panose="02010609060101010101" pitchFamily="49" charset="-122"/>
                <a:ea typeface="黑体" panose="02010609060101010101" pitchFamily="49" charset="-122"/>
              </a:rPr>
              <a:t>要求类</a:t>
            </a:r>
          </a:p>
          <a:p>
            <a:pPr eaLnBrk="0" hangingPunct="0"/>
            <a:r>
              <a:rPr lang="zh-CN" altLang="en-US" sz="4000" b="1">
                <a:solidFill>
                  <a:schemeClr val="tx1">
                    <a:lumMod val="85000"/>
                    <a:lumOff val="15000"/>
                  </a:schemeClr>
                </a:solidFill>
                <a:latin typeface="黑体" panose="02010609060101010101" pitchFamily="49" charset="-122"/>
                <a:ea typeface="黑体" panose="02010609060101010101" pitchFamily="49" charset="-122"/>
              </a:rPr>
              <a:t>型处</a:t>
            </a:r>
            <a:r>
              <a:rPr lang="zh-CN" altLang="en-US" sz="4400" b="1">
                <a:solidFill>
                  <a:schemeClr val="tx1">
                    <a:lumMod val="85000"/>
                    <a:lumOff val="15000"/>
                  </a:schemeClr>
                </a:solidFill>
                <a:latin typeface="黑体" panose="02010609060101010101" pitchFamily="49" charset="-122"/>
                <a:ea typeface="黑体" panose="02010609060101010101" pitchFamily="49" charset="-122"/>
              </a:rPr>
              <a:t>理</a:t>
            </a:r>
          </a:p>
        </p:txBody>
      </p:sp>
      <p:sp>
        <p:nvSpPr>
          <p:cNvPr id="58372" name="Line 4">
            <a:extLst>
              <a:ext uri="{FF2B5EF4-FFF2-40B4-BE49-F238E27FC236}">
                <a16:creationId xmlns:a16="http://schemas.microsoft.com/office/drawing/2014/main" id="{4182687C-A8D0-4B00-B514-BDF555B81F5D}"/>
              </a:ext>
            </a:extLst>
          </p:cNvPr>
          <p:cNvSpPr>
            <a:spLocks noChangeShapeType="1"/>
          </p:cNvSpPr>
          <p:nvPr/>
        </p:nvSpPr>
        <p:spPr bwMode="auto">
          <a:xfrm>
            <a:off x="0" y="1282700"/>
            <a:ext cx="1676400" cy="990600"/>
          </a:xfrm>
          <a:prstGeom prst="line">
            <a:avLst/>
          </a:prstGeom>
          <a:noFill/>
          <a:ln w="25400">
            <a:solidFill>
              <a:schemeClr val="hlink"/>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73" name="Rectangle 5">
            <a:extLst>
              <a:ext uri="{FF2B5EF4-FFF2-40B4-BE49-F238E27FC236}">
                <a16:creationId xmlns:a16="http://schemas.microsoft.com/office/drawing/2014/main" id="{4D6DAED3-4E83-4328-A084-BAECB3A6B230}"/>
              </a:ext>
            </a:extLst>
          </p:cNvPr>
          <p:cNvSpPr>
            <a:spLocks noChangeArrowheads="1"/>
          </p:cNvSpPr>
          <p:nvPr/>
        </p:nvSpPr>
        <p:spPr bwMode="auto">
          <a:xfrm>
            <a:off x="152400" y="292100"/>
            <a:ext cx="20574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dirty="0">
                <a:solidFill>
                  <a:schemeClr val="tx1">
                    <a:lumMod val="85000"/>
                    <a:lumOff val="15000"/>
                  </a:schemeClr>
                </a:solidFill>
                <a:latin typeface="黑体" panose="02010609060101010101" pitchFamily="49" charset="-122"/>
                <a:ea typeface="黑体" panose="02010609060101010101" pitchFamily="49" charset="-122"/>
              </a:rPr>
              <a:t>图书管理要求</a:t>
            </a:r>
          </a:p>
        </p:txBody>
      </p:sp>
      <p:sp>
        <p:nvSpPr>
          <p:cNvPr id="58374" name="Rectangle 6">
            <a:extLst>
              <a:ext uri="{FF2B5EF4-FFF2-40B4-BE49-F238E27FC236}">
                <a16:creationId xmlns:a16="http://schemas.microsoft.com/office/drawing/2014/main" id="{3041D980-7108-4619-BE0B-97795A1C7672}"/>
              </a:ext>
            </a:extLst>
          </p:cNvPr>
          <p:cNvSpPr>
            <a:spLocks noChangeArrowheads="1"/>
          </p:cNvSpPr>
          <p:nvPr/>
        </p:nvSpPr>
        <p:spPr bwMode="auto">
          <a:xfrm>
            <a:off x="1219200" y="5105400"/>
            <a:ext cx="1524000"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b="1">
                <a:solidFill>
                  <a:schemeClr val="tx1">
                    <a:lumMod val="85000"/>
                    <a:lumOff val="15000"/>
                  </a:schemeClr>
                </a:solidFill>
                <a:latin typeface="黑体" panose="02010609060101010101" pitchFamily="49" charset="-122"/>
                <a:ea typeface="黑体" panose="02010609060101010101" pitchFamily="49" charset="-122"/>
              </a:rPr>
              <a:t>无效输入</a:t>
            </a:r>
          </a:p>
        </p:txBody>
      </p:sp>
      <p:sp>
        <p:nvSpPr>
          <p:cNvPr id="58375" name="Rectangle 7">
            <a:extLst>
              <a:ext uri="{FF2B5EF4-FFF2-40B4-BE49-F238E27FC236}">
                <a16:creationId xmlns:a16="http://schemas.microsoft.com/office/drawing/2014/main" id="{B477D974-38F0-4B79-B543-D5EC8F3AA9AD}"/>
              </a:ext>
            </a:extLst>
          </p:cNvPr>
          <p:cNvSpPr>
            <a:spLocks noChangeArrowheads="1"/>
          </p:cNvSpPr>
          <p:nvPr/>
        </p:nvSpPr>
        <p:spPr bwMode="auto">
          <a:xfrm>
            <a:off x="1584325" y="2211388"/>
            <a:ext cx="1118896" cy="831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4800" b="1">
                <a:solidFill>
                  <a:schemeClr val="tx1">
                    <a:lumMod val="85000"/>
                    <a:lumOff val="15000"/>
                  </a:schemeClr>
                </a:solidFill>
                <a:latin typeface="黑体" panose="02010609060101010101" pitchFamily="49" charset="-122"/>
                <a:ea typeface="黑体" panose="02010609060101010101" pitchFamily="49" charset="-122"/>
              </a:rPr>
              <a:t>1.1</a:t>
            </a:r>
          </a:p>
        </p:txBody>
      </p:sp>
      <p:sp>
        <p:nvSpPr>
          <p:cNvPr id="58376" name="Oval 8">
            <a:extLst>
              <a:ext uri="{FF2B5EF4-FFF2-40B4-BE49-F238E27FC236}">
                <a16:creationId xmlns:a16="http://schemas.microsoft.com/office/drawing/2014/main" id="{7CE56260-0D25-48B5-93DC-518D8B241D92}"/>
              </a:ext>
            </a:extLst>
          </p:cNvPr>
          <p:cNvSpPr>
            <a:spLocks noChangeArrowheads="1"/>
          </p:cNvSpPr>
          <p:nvPr/>
        </p:nvSpPr>
        <p:spPr bwMode="auto">
          <a:xfrm>
            <a:off x="5118100" y="0"/>
            <a:ext cx="1955800" cy="1498600"/>
          </a:xfrm>
          <a:prstGeom prst="ellipse">
            <a:avLst/>
          </a:prstGeom>
          <a:solidFill>
            <a:schemeClr val="bg2"/>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77" name="Rectangle 9">
            <a:extLst>
              <a:ext uri="{FF2B5EF4-FFF2-40B4-BE49-F238E27FC236}">
                <a16:creationId xmlns:a16="http://schemas.microsoft.com/office/drawing/2014/main" id="{B72BD05A-C2A8-4FBF-A702-8F26DB1E2C2E}"/>
              </a:ext>
            </a:extLst>
          </p:cNvPr>
          <p:cNvSpPr>
            <a:spLocks noChangeArrowheads="1"/>
          </p:cNvSpPr>
          <p:nvPr/>
        </p:nvSpPr>
        <p:spPr bwMode="auto">
          <a:xfrm>
            <a:off x="5105400" y="596900"/>
            <a:ext cx="2133600"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chemeClr val="tx1">
                    <a:lumMod val="85000"/>
                    <a:lumOff val="15000"/>
                  </a:schemeClr>
                </a:solidFill>
                <a:latin typeface="黑体" panose="02010609060101010101" pitchFamily="49" charset="-122"/>
                <a:ea typeface="黑体" panose="02010609060101010101" pitchFamily="49" charset="-122"/>
              </a:rPr>
              <a:t>新书入库</a:t>
            </a:r>
          </a:p>
        </p:txBody>
      </p:sp>
      <p:sp>
        <p:nvSpPr>
          <p:cNvPr id="58378" name="Rectangle 10">
            <a:extLst>
              <a:ext uri="{FF2B5EF4-FFF2-40B4-BE49-F238E27FC236}">
                <a16:creationId xmlns:a16="http://schemas.microsoft.com/office/drawing/2014/main" id="{513D37E1-84FD-47BD-822F-ADF765877B8A}"/>
              </a:ext>
            </a:extLst>
          </p:cNvPr>
          <p:cNvSpPr>
            <a:spLocks noChangeArrowheads="1"/>
          </p:cNvSpPr>
          <p:nvPr/>
        </p:nvSpPr>
        <p:spPr bwMode="auto">
          <a:xfrm>
            <a:off x="5622925" y="1588"/>
            <a:ext cx="1118896" cy="831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4800" b="1">
                <a:solidFill>
                  <a:schemeClr val="tx1">
                    <a:lumMod val="85000"/>
                    <a:lumOff val="15000"/>
                  </a:schemeClr>
                </a:solidFill>
                <a:latin typeface="黑体" panose="02010609060101010101" pitchFamily="49" charset="-122"/>
                <a:ea typeface="黑体" panose="02010609060101010101" pitchFamily="49" charset="-122"/>
              </a:rPr>
              <a:t>1.2</a:t>
            </a:r>
          </a:p>
        </p:txBody>
      </p:sp>
      <p:sp>
        <p:nvSpPr>
          <p:cNvPr id="58379" name="Line 11">
            <a:extLst>
              <a:ext uri="{FF2B5EF4-FFF2-40B4-BE49-F238E27FC236}">
                <a16:creationId xmlns:a16="http://schemas.microsoft.com/office/drawing/2014/main" id="{33E42B0E-4B3E-4458-A5E5-006F3A45AD90}"/>
              </a:ext>
            </a:extLst>
          </p:cNvPr>
          <p:cNvSpPr>
            <a:spLocks noChangeShapeType="1"/>
          </p:cNvSpPr>
          <p:nvPr/>
        </p:nvSpPr>
        <p:spPr bwMode="auto">
          <a:xfrm>
            <a:off x="3048000" y="3873500"/>
            <a:ext cx="2286000" cy="2133600"/>
          </a:xfrm>
          <a:prstGeom prst="line">
            <a:avLst/>
          </a:prstGeom>
          <a:noFill/>
          <a:ln w="25400">
            <a:solidFill>
              <a:schemeClr val="hlink"/>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81" name="Line 13">
            <a:extLst>
              <a:ext uri="{FF2B5EF4-FFF2-40B4-BE49-F238E27FC236}">
                <a16:creationId xmlns:a16="http://schemas.microsoft.com/office/drawing/2014/main" id="{7F5FFEAD-187D-4C9E-AA65-89398B2EB26F}"/>
              </a:ext>
            </a:extLst>
          </p:cNvPr>
          <p:cNvSpPr>
            <a:spLocks noChangeShapeType="1"/>
          </p:cNvSpPr>
          <p:nvPr/>
        </p:nvSpPr>
        <p:spPr bwMode="auto">
          <a:xfrm flipV="1">
            <a:off x="2590800" y="673100"/>
            <a:ext cx="2514600" cy="1600200"/>
          </a:xfrm>
          <a:prstGeom prst="line">
            <a:avLst/>
          </a:prstGeom>
          <a:noFill/>
          <a:ln w="25400">
            <a:solidFill>
              <a:schemeClr val="hlink"/>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82" name="Rectangle 14">
            <a:extLst>
              <a:ext uri="{FF2B5EF4-FFF2-40B4-BE49-F238E27FC236}">
                <a16:creationId xmlns:a16="http://schemas.microsoft.com/office/drawing/2014/main" id="{F9DF61FD-F10D-4689-894B-4448BE0854C0}"/>
              </a:ext>
            </a:extLst>
          </p:cNvPr>
          <p:cNvSpPr>
            <a:spLocks noChangeArrowheads="1"/>
          </p:cNvSpPr>
          <p:nvPr/>
        </p:nvSpPr>
        <p:spPr bwMode="auto">
          <a:xfrm>
            <a:off x="2743200" y="673100"/>
            <a:ext cx="1752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a:solidFill>
                  <a:schemeClr val="tx1">
                    <a:lumMod val="85000"/>
                    <a:lumOff val="15000"/>
                  </a:schemeClr>
                </a:solidFill>
                <a:latin typeface="黑体" panose="02010609060101010101" pitchFamily="49" charset="-122"/>
                <a:ea typeface="黑体" panose="02010609060101010101" pitchFamily="49" charset="-122"/>
              </a:rPr>
              <a:t>入库单</a:t>
            </a:r>
          </a:p>
        </p:txBody>
      </p:sp>
      <p:sp>
        <p:nvSpPr>
          <p:cNvPr id="58383" name="Line 15">
            <a:extLst>
              <a:ext uri="{FF2B5EF4-FFF2-40B4-BE49-F238E27FC236}">
                <a16:creationId xmlns:a16="http://schemas.microsoft.com/office/drawing/2014/main" id="{555648BB-B2E5-4D35-8CF4-807128A3AC30}"/>
              </a:ext>
            </a:extLst>
          </p:cNvPr>
          <p:cNvSpPr>
            <a:spLocks noChangeShapeType="1"/>
          </p:cNvSpPr>
          <p:nvPr/>
        </p:nvSpPr>
        <p:spPr bwMode="auto">
          <a:xfrm rot="19860000">
            <a:off x="6946900" y="2387600"/>
            <a:ext cx="1066800" cy="0"/>
          </a:xfrm>
          <a:prstGeom prst="line">
            <a:avLst/>
          </a:prstGeom>
          <a:noFill/>
          <a:ln w="25400">
            <a:solidFill>
              <a:schemeClr val="hlink"/>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84" name="Rectangle 16">
            <a:extLst>
              <a:ext uri="{FF2B5EF4-FFF2-40B4-BE49-F238E27FC236}">
                <a16:creationId xmlns:a16="http://schemas.microsoft.com/office/drawing/2014/main" id="{16A98B05-92D4-42F5-B266-51B21ABE8A7A}"/>
              </a:ext>
            </a:extLst>
          </p:cNvPr>
          <p:cNvSpPr>
            <a:spLocks noChangeArrowheads="1"/>
          </p:cNvSpPr>
          <p:nvPr/>
        </p:nvSpPr>
        <p:spPr bwMode="auto">
          <a:xfrm>
            <a:off x="7239000" y="5930900"/>
            <a:ext cx="1752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a:solidFill>
                  <a:schemeClr val="tx1">
                    <a:lumMod val="85000"/>
                    <a:lumOff val="15000"/>
                  </a:schemeClr>
                </a:solidFill>
                <a:latin typeface="黑体" panose="02010609060101010101" pitchFamily="49" charset="-122"/>
                <a:ea typeface="黑体" panose="02010609060101010101" pitchFamily="49" charset="-122"/>
              </a:rPr>
              <a:t>罚款单</a:t>
            </a:r>
          </a:p>
        </p:txBody>
      </p:sp>
      <p:sp>
        <p:nvSpPr>
          <p:cNvPr id="58385" name="Line 17">
            <a:extLst>
              <a:ext uri="{FF2B5EF4-FFF2-40B4-BE49-F238E27FC236}">
                <a16:creationId xmlns:a16="http://schemas.microsoft.com/office/drawing/2014/main" id="{6EE08EBE-9455-4360-BEF7-131CEAB74197}"/>
              </a:ext>
            </a:extLst>
          </p:cNvPr>
          <p:cNvSpPr>
            <a:spLocks noChangeShapeType="1"/>
          </p:cNvSpPr>
          <p:nvPr/>
        </p:nvSpPr>
        <p:spPr bwMode="auto">
          <a:xfrm>
            <a:off x="7086600" y="6311900"/>
            <a:ext cx="914400" cy="457200"/>
          </a:xfrm>
          <a:prstGeom prst="line">
            <a:avLst/>
          </a:prstGeom>
          <a:noFill/>
          <a:ln w="25400">
            <a:solidFill>
              <a:schemeClr val="hlink"/>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86" name="Line 18">
            <a:extLst>
              <a:ext uri="{FF2B5EF4-FFF2-40B4-BE49-F238E27FC236}">
                <a16:creationId xmlns:a16="http://schemas.microsoft.com/office/drawing/2014/main" id="{DD1CED7D-1F47-4E58-AE87-77B17FBF5251}"/>
              </a:ext>
            </a:extLst>
          </p:cNvPr>
          <p:cNvSpPr>
            <a:spLocks noChangeShapeType="1"/>
          </p:cNvSpPr>
          <p:nvPr/>
        </p:nvSpPr>
        <p:spPr bwMode="auto">
          <a:xfrm flipV="1">
            <a:off x="7086600" y="5092700"/>
            <a:ext cx="990600" cy="685800"/>
          </a:xfrm>
          <a:prstGeom prst="line">
            <a:avLst/>
          </a:prstGeom>
          <a:noFill/>
          <a:ln w="25400">
            <a:solidFill>
              <a:schemeClr val="hlink"/>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87" name="Rectangle 19">
            <a:extLst>
              <a:ext uri="{FF2B5EF4-FFF2-40B4-BE49-F238E27FC236}">
                <a16:creationId xmlns:a16="http://schemas.microsoft.com/office/drawing/2014/main" id="{D0132AFF-2858-47EE-83B9-A7EDC200A353}"/>
              </a:ext>
            </a:extLst>
          </p:cNvPr>
          <p:cNvSpPr>
            <a:spLocks noChangeArrowheads="1"/>
          </p:cNvSpPr>
          <p:nvPr/>
        </p:nvSpPr>
        <p:spPr bwMode="auto">
          <a:xfrm>
            <a:off x="0" y="6130925"/>
            <a:ext cx="4572000" cy="71120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i="1">
                <a:solidFill>
                  <a:schemeClr val="tx1">
                    <a:lumMod val="85000"/>
                    <a:lumOff val="15000"/>
                  </a:schemeClr>
                </a:solidFill>
                <a:latin typeface="黑体" panose="02010609060101010101" pitchFamily="49" charset="-122"/>
                <a:ea typeface="黑体" panose="02010609060101010101" pitchFamily="49" charset="-122"/>
              </a:rPr>
              <a:t>一层数据流图 </a:t>
            </a:r>
            <a:r>
              <a:rPr lang="en-US" altLang="zh-CN" sz="4000" b="1" i="1">
                <a:solidFill>
                  <a:schemeClr val="tx1">
                    <a:lumMod val="85000"/>
                    <a:lumOff val="15000"/>
                  </a:schemeClr>
                </a:solidFill>
                <a:latin typeface="黑体" panose="02010609060101010101" pitchFamily="49" charset="-122"/>
                <a:ea typeface="黑体" panose="02010609060101010101" pitchFamily="49" charset="-122"/>
              </a:rPr>
              <a:t>(a)</a:t>
            </a:r>
          </a:p>
        </p:txBody>
      </p:sp>
      <p:sp>
        <p:nvSpPr>
          <p:cNvPr id="58388" name="Rectangle 20">
            <a:extLst>
              <a:ext uri="{FF2B5EF4-FFF2-40B4-BE49-F238E27FC236}">
                <a16:creationId xmlns:a16="http://schemas.microsoft.com/office/drawing/2014/main" id="{EA83220C-91FF-4F31-BEF2-9C1CD2DE830E}"/>
              </a:ext>
            </a:extLst>
          </p:cNvPr>
          <p:cNvSpPr>
            <a:spLocks noChangeArrowheads="1"/>
          </p:cNvSpPr>
          <p:nvPr/>
        </p:nvSpPr>
        <p:spPr bwMode="auto">
          <a:xfrm>
            <a:off x="4479925" y="2867025"/>
            <a:ext cx="184150"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endParaRPr lang="en-US" altLang="zh-CN" sz="4400">
              <a:solidFill>
                <a:schemeClr val="hlink"/>
              </a:solidFill>
              <a:latin typeface="黑体" panose="02010609060101010101" pitchFamily="49" charset="-122"/>
              <a:ea typeface="黑体" panose="02010609060101010101" pitchFamily="49" charset="-122"/>
            </a:endParaRPr>
          </a:p>
          <a:p>
            <a:pPr eaLnBrk="0" hangingPunct="0"/>
            <a:endParaRPr lang="en-US" altLang="zh-CN" sz="4400">
              <a:solidFill>
                <a:schemeClr val="hlink"/>
              </a:solidFill>
              <a:latin typeface="黑体" panose="02010609060101010101" pitchFamily="49" charset="-122"/>
              <a:ea typeface="黑体" panose="02010609060101010101" pitchFamily="49" charset="-122"/>
            </a:endParaRPr>
          </a:p>
        </p:txBody>
      </p:sp>
      <p:sp>
        <p:nvSpPr>
          <p:cNvPr id="58389" name="Oval 21">
            <a:extLst>
              <a:ext uri="{FF2B5EF4-FFF2-40B4-BE49-F238E27FC236}">
                <a16:creationId xmlns:a16="http://schemas.microsoft.com/office/drawing/2014/main" id="{BAAC5354-3820-417F-95B1-253B99063A1B}"/>
              </a:ext>
            </a:extLst>
          </p:cNvPr>
          <p:cNvSpPr>
            <a:spLocks noChangeArrowheads="1"/>
          </p:cNvSpPr>
          <p:nvPr/>
        </p:nvSpPr>
        <p:spPr bwMode="auto">
          <a:xfrm>
            <a:off x="5270500" y="1752600"/>
            <a:ext cx="1727200" cy="1422400"/>
          </a:xfrm>
          <a:prstGeom prst="ellipse">
            <a:avLst/>
          </a:prstGeom>
          <a:solidFill>
            <a:schemeClr val="bg2"/>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90" name="Rectangle 22">
            <a:extLst>
              <a:ext uri="{FF2B5EF4-FFF2-40B4-BE49-F238E27FC236}">
                <a16:creationId xmlns:a16="http://schemas.microsoft.com/office/drawing/2014/main" id="{A5EEC3AB-83B6-42CF-875A-6B42D12DB0AF}"/>
              </a:ext>
            </a:extLst>
          </p:cNvPr>
          <p:cNvSpPr>
            <a:spLocks noChangeArrowheads="1"/>
          </p:cNvSpPr>
          <p:nvPr/>
        </p:nvSpPr>
        <p:spPr bwMode="auto">
          <a:xfrm>
            <a:off x="5622925" y="1677988"/>
            <a:ext cx="1118896" cy="831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4800" b="1">
                <a:solidFill>
                  <a:schemeClr val="tx1">
                    <a:lumMod val="85000"/>
                    <a:lumOff val="15000"/>
                  </a:schemeClr>
                </a:solidFill>
                <a:latin typeface="黑体" panose="02010609060101010101" pitchFamily="49" charset="-122"/>
                <a:ea typeface="黑体" panose="02010609060101010101" pitchFamily="49" charset="-122"/>
              </a:rPr>
              <a:t>1.5</a:t>
            </a:r>
          </a:p>
        </p:txBody>
      </p:sp>
      <p:sp>
        <p:nvSpPr>
          <p:cNvPr id="58391" name="Oval 23">
            <a:extLst>
              <a:ext uri="{FF2B5EF4-FFF2-40B4-BE49-F238E27FC236}">
                <a16:creationId xmlns:a16="http://schemas.microsoft.com/office/drawing/2014/main" id="{8B91D771-72DC-4A49-98B1-0205C689D9BB}"/>
              </a:ext>
            </a:extLst>
          </p:cNvPr>
          <p:cNvSpPr>
            <a:spLocks noChangeArrowheads="1"/>
          </p:cNvSpPr>
          <p:nvPr/>
        </p:nvSpPr>
        <p:spPr bwMode="auto">
          <a:xfrm>
            <a:off x="5194300" y="3505200"/>
            <a:ext cx="1955800" cy="1498600"/>
          </a:xfrm>
          <a:prstGeom prst="ellipse">
            <a:avLst/>
          </a:prstGeom>
          <a:solidFill>
            <a:schemeClr val="bg2"/>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92" name="Rectangle 24">
            <a:extLst>
              <a:ext uri="{FF2B5EF4-FFF2-40B4-BE49-F238E27FC236}">
                <a16:creationId xmlns:a16="http://schemas.microsoft.com/office/drawing/2014/main" id="{D881D8DE-0151-450B-A574-FE7DBFD50FA7}"/>
              </a:ext>
            </a:extLst>
          </p:cNvPr>
          <p:cNvSpPr>
            <a:spLocks noChangeArrowheads="1"/>
          </p:cNvSpPr>
          <p:nvPr/>
        </p:nvSpPr>
        <p:spPr bwMode="auto">
          <a:xfrm>
            <a:off x="5248275" y="2279650"/>
            <a:ext cx="2133600"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chemeClr val="tx1">
                    <a:lumMod val="85000"/>
                    <a:lumOff val="15000"/>
                  </a:schemeClr>
                </a:solidFill>
                <a:latin typeface="黑体" panose="02010609060101010101" pitchFamily="49" charset="-122"/>
                <a:ea typeface="黑体" panose="02010609060101010101" pitchFamily="49" charset="-122"/>
              </a:rPr>
              <a:t>注销图书</a:t>
            </a:r>
          </a:p>
        </p:txBody>
      </p:sp>
      <p:sp>
        <p:nvSpPr>
          <p:cNvPr id="58393" name="Rectangle 25">
            <a:extLst>
              <a:ext uri="{FF2B5EF4-FFF2-40B4-BE49-F238E27FC236}">
                <a16:creationId xmlns:a16="http://schemas.microsoft.com/office/drawing/2014/main" id="{8BB13562-40FD-4192-89C0-7E5034AABEC7}"/>
              </a:ext>
            </a:extLst>
          </p:cNvPr>
          <p:cNvSpPr>
            <a:spLocks noChangeArrowheads="1"/>
          </p:cNvSpPr>
          <p:nvPr/>
        </p:nvSpPr>
        <p:spPr bwMode="auto">
          <a:xfrm>
            <a:off x="5638800" y="3505200"/>
            <a:ext cx="12192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4800" b="1">
                <a:solidFill>
                  <a:schemeClr val="tx1">
                    <a:lumMod val="85000"/>
                    <a:lumOff val="15000"/>
                  </a:schemeClr>
                </a:solidFill>
                <a:latin typeface="黑体" panose="02010609060101010101" pitchFamily="49" charset="-122"/>
                <a:ea typeface="黑体" panose="02010609060101010101" pitchFamily="49" charset="-122"/>
              </a:rPr>
              <a:t>1.3</a:t>
            </a:r>
          </a:p>
        </p:txBody>
      </p:sp>
      <p:sp>
        <p:nvSpPr>
          <p:cNvPr id="58394" name="Oval 26">
            <a:extLst>
              <a:ext uri="{FF2B5EF4-FFF2-40B4-BE49-F238E27FC236}">
                <a16:creationId xmlns:a16="http://schemas.microsoft.com/office/drawing/2014/main" id="{C531B4B1-9AA6-4AFE-8C41-C85DA40BCDC6}"/>
              </a:ext>
            </a:extLst>
          </p:cNvPr>
          <p:cNvSpPr>
            <a:spLocks noChangeArrowheads="1"/>
          </p:cNvSpPr>
          <p:nvPr/>
        </p:nvSpPr>
        <p:spPr bwMode="auto">
          <a:xfrm>
            <a:off x="5346700" y="5334000"/>
            <a:ext cx="1727200" cy="1422400"/>
          </a:xfrm>
          <a:prstGeom prst="ellipse">
            <a:avLst/>
          </a:prstGeom>
          <a:solidFill>
            <a:schemeClr val="bg2"/>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95" name="Rectangle 27">
            <a:extLst>
              <a:ext uri="{FF2B5EF4-FFF2-40B4-BE49-F238E27FC236}">
                <a16:creationId xmlns:a16="http://schemas.microsoft.com/office/drawing/2014/main" id="{8DC78421-A497-4665-BACB-775AC673F166}"/>
              </a:ext>
            </a:extLst>
          </p:cNvPr>
          <p:cNvSpPr>
            <a:spLocks noChangeArrowheads="1"/>
          </p:cNvSpPr>
          <p:nvPr/>
        </p:nvSpPr>
        <p:spPr bwMode="auto">
          <a:xfrm>
            <a:off x="5638800" y="5943600"/>
            <a:ext cx="1371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a:solidFill>
                  <a:schemeClr val="tx1">
                    <a:lumMod val="85000"/>
                    <a:lumOff val="15000"/>
                  </a:schemeClr>
                </a:solidFill>
                <a:latin typeface="黑体" panose="02010609060101010101" pitchFamily="49" charset="-122"/>
                <a:ea typeface="黑体" panose="02010609060101010101" pitchFamily="49" charset="-122"/>
              </a:rPr>
              <a:t>还书</a:t>
            </a:r>
          </a:p>
        </p:txBody>
      </p:sp>
      <p:sp>
        <p:nvSpPr>
          <p:cNvPr id="58396" name="Rectangle 28">
            <a:extLst>
              <a:ext uri="{FF2B5EF4-FFF2-40B4-BE49-F238E27FC236}">
                <a16:creationId xmlns:a16="http://schemas.microsoft.com/office/drawing/2014/main" id="{8E393AD4-092D-4D35-B9BD-59A2BF7576ED}"/>
              </a:ext>
            </a:extLst>
          </p:cNvPr>
          <p:cNvSpPr>
            <a:spLocks noChangeArrowheads="1"/>
          </p:cNvSpPr>
          <p:nvPr/>
        </p:nvSpPr>
        <p:spPr bwMode="auto">
          <a:xfrm>
            <a:off x="5699125" y="5259388"/>
            <a:ext cx="1118896" cy="831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4800" b="1" dirty="0">
                <a:solidFill>
                  <a:schemeClr val="tx1">
                    <a:lumMod val="85000"/>
                    <a:lumOff val="15000"/>
                  </a:schemeClr>
                </a:solidFill>
                <a:latin typeface="黑体" panose="02010609060101010101" pitchFamily="49" charset="-122"/>
                <a:ea typeface="黑体" panose="02010609060101010101" pitchFamily="49" charset="-122"/>
              </a:rPr>
              <a:t>1.4</a:t>
            </a:r>
          </a:p>
        </p:txBody>
      </p:sp>
      <p:sp>
        <p:nvSpPr>
          <p:cNvPr id="58397" name="Rectangle 29">
            <a:extLst>
              <a:ext uri="{FF2B5EF4-FFF2-40B4-BE49-F238E27FC236}">
                <a16:creationId xmlns:a16="http://schemas.microsoft.com/office/drawing/2014/main" id="{0F639C75-390A-474C-8993-A9D2B697F62A}"/>
              </a:ext>
            </a:extLst>
          </p:cNvPr>
          <p:cNvSpPr>
            <a:spLocks noChangeArrowheads="1"/>
          </p:cNvSpPr>
          <p:nvPr/>
        </p:nvSpPr>
        <p:spPr bwMode="auto">
          <a:xfrm>
            <a:off x="7467600" y="1600200"/>
            <a:ext cx="1676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2800" b="1">
                <a:solidFill>
                  <a:schemeClr val="tx1">
                    <a:lumMod val="85000"/>
                    <a:lumOff val="15000"/>
                  </a:schemeClr>
                </a:solidFill>
                <a:latin typeface="黑体" panose="02010609060101010101" pitchFamily="49" charset="-122"/>
                <a:ea typeface="黑体" panose="02010609060101010101" pitchFamily="49" charset="-122"/>
              </a:rPr>
              <a:t>目录文件</a:t>
            </a:r>
          </a:p>
        </p:txBody>
      </p:sp>
      <p:sp>
        <p:nvSpPr>
          <p:cNvPr id="58398" name="Line 30">
            <a:extLst>
              <a:ext uri="{FF2B5EF4-FFF2-40B4-BE49-F238E27FC236}">
                <a16:creationId xmlns:a16="http://schemas.microsoft.com/office/drawing/2014/main" id="{B13A7CBA-3987-4B63-99EA-79C3AF92020E}"/>
              </a:ext>
            </a:extLst>
          </p:cNvPr>
          <p:cNvSpPr>
            <a:spLocks noChangeShapeType="1"/>
          </p:cNvSpPr>
          <p:nvPr/>
        </p:nvSpPr>
        <p:spPr bwMode="auto">
          <a:xfrm rot="1200000">
            <a:off x="7162800" y="4286250"/>
            <a:ext cx="914400" cy="0"/>
          </a:xfrm>
          <a:prstGeom prst="line">
            <a:avLst/>
          </a:prstGeom>
          <a:noFill/>
          <a:ln w="25400">
            <a:solidFill>
              <a:schemeClr val="hlink"/>
            </a:solidFill>
            <a:round/>
            <a:headEnd type="triangle" w="lg" len="me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99" name="Line 31">
            <a:extLst>
              <a:ext uri="{FF2B5EF4-FFF2-40B4-BE49-F238E27FC236}">
                <a16:creationId xmlns:a16="http://schemas.microsoft.com/office/drawing/2014/main" id="{D2410200-FE5A-4B70-B991-A0333C092DAB}"/>
              </a:ext>
            </a:extLst>
          </p:cNvPr>
          <p:cNvSpPr>
            <a:spLocks noChangeShapeType="1"/>
          </p:cNvSpPr>
          <p:nvPr/>
        </p:nvSpPr>
        <p:spPr bwMode="auto">
          <a:xfrm>
            <a:off x="7086600" y="825500"/>
            <a:ext cx="990600" cy="609600"/>
          </a:xfrm>
          <a:prstGeom prst="line">
            <a:avLst/>
          </a:prstGeom>
          <a:noFill/>
          <a:ln w="25400">
            <a:solidFill>
              <a:schemeClr val="hlink"/>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00" name="Rectangle 32">
            <a:extLst>
              <a:ext uri="{FF2B5EF4-FFF2-40B4-BE49-F238E27FC236}">
                <a16:creationId xmlns:a16="http://schemas.microsoft.com/office/drawing/2014/main" id="{60938BB6-40B5-4497-9DE2-BFEDD6B99FBC}"/>
              </a:ext>
            </a:extLst>
          </p:cNvPr>
          <p:cNvSpPr>
            <a:spLocks noChangeArrowheads="1"/>
          </p:cNvSpPr>
          <p:nvPr/>
        </p:nvSpPr>
        <p:spPr bwMode="auto">
          <a:xfrm>
            <a:off x="3733800" y="3044825"/>
            <a:ext cx="1752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a:solidFill>
                  <a:schemeClr val="tx1">
                    <a:lumMod val="85000"/>
                    <a:lumOff val="15000"/>
                  </a:schemeClr>
                </a:solidFill>
                <a:latin typeface="黑体" panose="02010609060101010101" pitchFamily="49" charset="-122"/>
                <a:ea typeface="黑体" panose="02010609060101010101" pitchFamily="49" charset="-122"/>
              </a:rPr>
              <a:t>借书单</a:t>
            </a:r>
          </a:p>
        </p:txBody>
      </p:sp>
      <p:sp>
        <p:nvSpPr>
          <p:cNvPr id="58401" name="Line 33">
            <a:extLst>
              <a:ext uri="{FF2B5EF4-FFF2-40B4-BE49-F238E27FC236}">
                <a16:creationId xmlns:a16="http://schemas.microsoft.com/office/drawing/2014/main" id="{85E27AB0-76DF-4AC0-A306-82E7B1C848E2}"/>
              </a:ext>
            </a:extLst>
          </p:cNvPr>
          <p:cNvSpPr>
            <a:spLocks noChangeShapeType="1"/>
          </p:cNvSpPr>
          <p:nvPr/>
        </p:nvSpPr>
        <p:spPr bwMode="auto">
          <a:xfrm flipV="1">
            <a:off x="3124200" y="2349500"/>
            <a:ext cx="2133600" cy="533400"/>
          </a:xfrm>
          <a:prstGeom prst="line">
            <a:avLst/>
          </a:prstGeom>
          <a:noFill/>
          <a:ln w="25400">
            <a:solidFill>
              <a:schemeClr val="hlink"/>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 name="组合 1">
            <a:extLst>
              <a:ext uri="{FF2B5EF4-FFF2-40B4-BE49-F238E27FC236}">
                <a16:creationId xmlns:a16="http://schemas.microsoft.com/office/drawing/2014/main" id="{BFED0798-23DF-44C6-B4CA-631A55C99EF1}"/>
              </a:ext>
            </a:extLst>
          </p:cNvPr>
          <p:cNvGrpSpPr/>
          <p:nvPr/>
        </p:nvGrpSpPr>
        <p:grpSpPr>
          <a:xfrm>
            <a:off x="3505200" y="3797300"/>
            <a:ext cx="1600200" cy="1479550"/>
            <a:chOff x="3505200" y="3797300"/>
            <a:chExt cx="1600200" cy="1479550"/>
          </a:xfrm>
        </p:grpSpPr>
        <p:sp>
          <p:nvSpPr>
            <p:cNvPr id="58380" name="Rectangle 12">
              <a:extLst>
                <a:ext uri="{FF2B5EF4-FFF2-40B4-BE49-F238E27FC236}">
                  <a16:creationId xmlns:a16="http://schemas.microsoft.com/office/drawing/2014/main" id="{FE073A35-D893-4FED-8AC2-7456193E95D4}"/>
                </a:ext>
              </a:extLst>
            </p:cNvPr>
            <p:cNvSpPr>
              <a:spLocks noChangeArrowheads="1"/>
            </p:cNvSpPr>
            <p:nvPr/>
          </p:nvSpPr>
          <p:spPr bwMode="auto">
            <a:xfrm>
              <a:off x="3505200" y="3797300"/>
              <a:ext cx="762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dirty="0">
                  <a:solidFill>
                    <a:schemeClr val="tx1">
                      <a:lumMod val="85000"/>
                      <a:lumOff val="15000"/>
                    </a:schemeClr>
                  </a:solidFill>
                  <a:latin typeface="黑体" panose="02010609060101010101" pitchFamily="49" charset="-122"/>
                  <a:ea typeface="黑体" panose="02010609060101010101" pitchFamily="49" charset="-122"/>
                </a:rPr>
                <a:t>还</a:t>
              </a:r>
            </a:p>
          </p:txBody>
        </p:sp>
        <p:sp>
          <p:nvSpPr>
            <p:cNvPr id="58402" name="Rectangle 34">
              <a:extLst>
                <a:ext uri="{FF2B5EF4-FFF2-40B4-BE49-F238E27FC236}">
                  <a16:creationId xmlns:a16="http://schemas.microsoft.com/office/drawing/2014/main" id="{FB196E89-7B94-4C7C-9A66-ABD167A7A615}"/>
                </a:ext>
              </a:extLst>
            </p:cNvPr>
            <p:cNvSpPr>
              <a:spLocks noChangeArrowheads="1"/>
            </p:cNvSpPr>
            <p:nvPr/>
          </p:nvSpPr>
          <p:spPr bwMode="auto">
            <a:xfrm>
              <a:off x="3886200" y="4254500"/>
              <a:ext cx="762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dirty="0">
                  <a:solidFill>
                    <a:schemeClr val="tx1">
                      <a:lumMod val="85000"/>
                      <a:lumOff val="15000"/>
                    </a:schemeClr>
                  </a:solidFill>
                  <a:latin typeface="黑体" panose="02010609060101010101" pitchFamily="49" charset="-122"/>
                  <a:ea typeface="黑体" panose="02010609060101010101" pitchFamily="49" charset="-122"/>
                </a:rPr>
                <a:t>书</a:t>
              </a:r>
            </a:p>
          </p:txBody>
        </p:sp>
        <p:sp>
          <p:nvSpPr>
            <p:cNvPr id="58403" name="Rectangle 35">
              <a:extLst>
                <a:ext uri="{FF2B5EF4-FFF2-40B4-BE49-F238E27FC236}">
                  <a16:creationId xmlns:a16="http://schemas.microsoft.com/office/drawing/2014/main" id="{5F97F701-B1CE-474C-9D1E-4D41F074B9BB}"/>
                </a:ext>
              </a:extLst>
            </p:cNvPr>
            <p:cNvSpPr>
              <a:spLocks noChangeArrowheads="1"/>
            </p:cNvSpPr>
            <p:nvPr/>
          </p:nvSpPr>
          <p:spPr bwMode="auto">
            <a:xfrm>
              <a:off x="4343400" y="4635500"/>
              <a:ext cx="762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a:solidFill>
                    <a:schemeClr val="tx1">
                      <a:lumMod val="85000"/>
                      <a:lumOff val="15000"/>
                    </a:schemeClr>
                  </a:solidFill>
                  <a:latin typeface="黑体" panose="02010609060101010101" pitchFamily="49" charset="-122"/>
                  <a:ea typeface="黑体" panose="02010609060101010101" pitchFamily="49" charset="-122"/>
                </a:rPr>
                <a:t>单</a:t>
              </a:r>
            </a:p>
          </p:txBody>
        </p:sp>
      </p:grpSp>
      <p:sp>
        <p:nvSpPr>
          <p:cNvPr id="58404" name="Line 36">
            <a:extLst>
              <a:ext uri="{FF2B5EF4-FFF2-40B4-BE49-F238E27FC236}">
                <a16:creationId xmlns:a16="http://schemas.microsoft.com/office/drawing/2014/main" id="{3CA413A4-3F0D-42A3-8267-71391FC40565}"/>
              </a:ext>
            </a:extLst>
          </p:cNvPr>
          <p:cNvSpPr>
            <a:spLocks noChangeShapeType="1"/>
          </p:cNvSpPr>
          <p:nvPr/>
        </p:nvSpPr>
        <p:spPr bwMode="auto">
          <a:xfrm>
            <a:off x="3200400" y="3416300"/>
            <a:ext cx="2057400" cy="533400"/>
          </a:xfrm>
          <a:prstGeom prst="line">
            <a:avLst/>
          </a:prstGeom>
          <a:noFill/>
          <a:ln w="25400">
            <a:solidFill>
              <a:schemeClr val="hlink"/>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05" name="Rectangle 37">
            <a:extLst>
              <a:ext uri="{FF2B5EF4-FFF2-40B4-BE49-F238E27FC236}">
                <a16:creationId xmlns:a16="http://schemas.microsoft.com/office/drawing/2014/main" id="{38F34056-7F47-4506-A005-8081B849A212}"/>
              </a:ext>
            </a:extLst>
          </p:cNvPr>
          <p:cNvSpPr>
            <a:spLocks noChangeArrowheads="1"/>
          </p:cNvSpPr>
          <p:nvPr/>
        </p:nvSpPr>
        <p:spPr bwMode="auto">
          <a:xfrm>
            <a:off x="3340100" y="1933575"/>
            <a:ext cx="1752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a:solidFill>
                  <a:schemeClr val="tx1">
                    <a:lumMod val="85000"/>
                    <a:lumOff val="15000"/>
                  </a:schemeClr>
                </a:solidFill>
                <a:latin typeface="黑体" panose="02010609060101010101" pitchFamily="49" charset="-122"/>
                <a:ea typeface="黑体" panose="02010609060101010101" pitchFamily="49" charset="-122"/>
              </a:rPr>
              <a:t>注销单</a:t>
            </a:r>
          </a:p>
        </p:txBody>
      </p:sp>
      <p:sp>
        <p:nvSpPr>
          <p:cNvPr id="58406" name="Freeform 38">
            <a:extLst>
              <a:ext uri="{FF2B5EF4-FFF2-40B4-BE49-F238E27FC236}">
                <a16:creationId xmlns:a16="http://schemas.microsoft.com/office/drawing/2014/main" id="{4368CA16-E726-4968-97E1-3B40D41831F4}"/>
              </a:ext>
            </a:extLst>
          </p:cNvPr>
          <p:cNvSpPr>
            <a:spLocks/>
          </p:cNvSpPr>
          <p:nvPr/>
        </p:nvSpPr>
        <p:spPr bwMode="auto">
          <a:xfrm>
            <a:off x="1752600" y="4419600"/>
            <a:ext cx="698500" cy="609600"/>
          </a:xfrm>
          <a:custGeom>
            <a:avLst/>
            <a:gdLst>
              <a:gd name="T0" fmla="*/ 336 w 440"/>
              <a:gd name="T1" fmla="*/ 0 h 384"/>
              <a:gd name="T2" fmla="*/ 384 w 440"/>
              <a:gd name="T3" fmla="*/ 48 h 384"/>
              <a:gd name="T4" fmla="*/ 432 w 440"/>
              <a:gd name="T5" fmla="*/ 192 h 384"/>
              <a:gd name="T6" fmla="*/ 336 w 440"/>
              <a:gd name="T7" fmla="*/ 288 h 384"/>
              <a:gd name="T8" fmla="*/ 0 w 440"/>
              <a:gd name="T9" fmla="*/ 384 h 384"/>
            </a:gdLst>
            <a:ahLst/>
            <a:cxnLst>
              <a:cxn ang="0">
                <a:pos x="T0" y="T1"/>
              </a:cxn>
              <a:cxn ang="0">
                <a:pos x="T2" y="T3"/>
              </a:cxn>
              <a:cxn ang="0">
                <a:pos x="T4" y="T5"/>
              </a:cxn>
              <a:cxn ang="0">
                <a:pos x="T6" y="T7"/>
              </a:cxn>
              <a:cxn ang="0">
                <a:pos x="T8" y="T9"/>
              </a:cxn>
            </a:cxnLst>
            <a:rect l="0" t="0" r="r" b="b"/>
            <a:pathLst>
              <a:path w="440" h="384">
                <a:moveTo>
                  <a:pt x="336" y="0"/>
                </a:moveTo>
                <a:cubicBezTo>
                  <a:pt x="352" y="8"/>
                  <a:pt x="368" y="16"/>
                  <a:pt x="384" y="48"/>
                </a:cubicBezTo>
                <a:cubicBezTo>
                  <a:pt x="400" y="80"/>
                  <a:pt x="440" y="152"/>
                  <a:pt x="432" y="192"/>
                </a:cubicBezTo>
                <a:cubicBezTo>
                  <a:pt x="424" y="232"/>
                  <a:pt x="408" y="256"/>
                  <a:pt x="336" y="288"/>
                </a:cubicBezTo>
                <a:cubicBezTo>
                  <a:pt x="264" y="320"/>
                  <a:pt x="64" y="368"/>
                  <a:pt x="0" y="384"/>
                </a:cubicBezTo>
              </a:path>
            </a:pathLst>
          </a:custGeom>
          <a:noFill/>
          <a:ln w="25400" cap="flat" cmpd="sng">
            <a:solidFill>
              <a:srgbClr val="FF0000"/>
            </a:solidFill>
            <a:prstDash val="solid"/>
            <a:round/>
            <a:headEnd/>
            <a:tailEnd type="triangl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58407" name="Rectangle 39">
            <a:extLst>
              <a:ext uri="{FF2B5EF4-FFF2-40B4-BE49-F238E27FC236}">
                <a16:creationId xmlns:a16="http://schemas.microsoft.com/office/drawing/2014/main" id="{000D63E6-F271-4764-B616-23EE3E73FE04}"/>
              </a:ext>
            </a:extLst>
          </p:cNvPr>
          <p:cNvSpPr>
            <a:spLocks noChangeArrowheads="1"/>
          </p:cNvSpPr>
          <p:nvPr/>
        </p:nvSpPr>
        <p:spPr bwMode="auto">
          <a:xfrm>
            <a:off x="5645150" y="4203700"/>
            <a:ext cx="1371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a:solidFill>
                  <a:schemeClr val="tx1">
                    <a:lumMod val="85000"/>
                    <a:lumOff val="15000"/>
                  </a:schemeClr>
                </a:solidFill>
                <a:latin typeface="黑体" panose="02010609060101010101" pitchFamily="49" charset="-122"/>
                <a:ea typeface="黑体" panose="02010609060101010101" pitchFamily="49" charset="-122"/>
              </a:rPr>
              <a:t>借书</a:t>
            </a:r>
          </a:p>
        </p:txBody>
      </p:sp>
      <p:sp>
        <p:nvSpPr>
          <p:cNvPr id="58408" name="Line 40">
            <a:extLst>
              <a:ext uri="{FF2B5EF4-FFF2-40B4-BE49-F238E27FC236}">
                <a16:creationId xmlns:a16="http://schemas.microsoft.com/office/drawing/2014/main" id="{D486403C-6181-4AC0-9A3A-5E52C8F8677D}"/>
              </a:ext>
            </a:extLst>
          </p:cNvPr>
          <p:cNvSpPr>
            <a:spLocks noChangeShapeType="1"/>
          </p:cNvSpPr>
          <p:nvPr/>
        </p:nvSpPr>
        <p:spPr bwMode="auto">
          <a:xfrm>
            <a:off x="7496175" y="1600200"/>
            <a:ext cx="1600200" cy="0"/>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58409" name="Line 41">
            <a:extLst>
              <a:ext uri="{FF2B5EF4-FFF2-40B4-BE49-F238E27FC236}">
                <a16:creationId xmlns:a16="http://schemas.microsoft.com/office/drawing/2014/main" id="{9BEFAB6A-34AA-4B5B-B362-D2C9432EE963}"/>
              </a:ext>
            </a:extLst>
          </p:cNvPr>
          <p:cNvSpPr>
            <a:spLocks noChangeShapeType="1"/>
          </p:cNvSpPr>
          <p:nvPr/>
        </p:nvSpPr>
        <p:spPr bwMode="auto">
          <a:xfrm>
            <a:off x="7467600" y="2133600"/>
            <a:ext cx="1676400" cy="0"/>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58410" name="Rectangle 42">
            <a:extLst>
              <a:ext uri="{FF2B5EF4-FFF2-40B4-BE49-F238E27FC236}">
                <a16:creationId xmlns:a16="http://schemas.microsoft.com/office/drawing/2014/main" id="{0C6ADEAA-9981-45C6-BC12-9D5C5910A4F1}"/>
              </a:ext>
            </a:extLst>
          </p:cNvPr>
          <p:cNvSpPr>
            <a:spLocks noChangeArrowheads="1"/>
          </p:cNvSpPr>
          <p:nvPr/>
        </p:nvSpPr>
        <p:spPr bwMode="auto">
          <a:xfrm>
            <a:off x="7467600" y="4495800"/>
            <a:ext cx="1676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2800" b="1">
                <a:solidFill>
                  <a:schemeClr val="tx1">
                    <a:lumMod val="85000"/>
                    <a:lumOff val="15000"/>
                  </a:schemeClr>
                </a:solidFill>
                <a:latin typeface="黑体" panose="02010609060101010101" pitchFamily="49" charset="-122"/>
                <a:ea typeface="黑体" panose="02010609060101010101" pitchFamily="49" charset="-122"/>
              </a:rPr>
              <a:t>借书文件</a:t>
            </a:r>
          </a:p>
        </p:txBody>
      </p:sp>
      <p:sp>
        <p:nvSpPr>
          <p:cNvPr id="58411" name="Line 43">
            <a:extLst>
              <a:ext uri="{FF2B5EF4-FFF2-40B4-BE49-F238E27FC236}">
                <a16:creationId xmlns:a16="http://schemas.microsoft.com/office/drawing/2014/main" id="{7636CD74-D9AA-4BE8-BDDF-5B58E3A48D9B}"/>
              </a:ext>
            </a:extLst>
          </p:cNvPr>
          <p:cNvSpPr>
            <a:spLocks noChangeShapeType="1"/>
          </p:cNvSpPr>
          <p:nvPr/>
        </p:nvSpPr>
        <p:spPr bwMode="auto">
          <a:xfrm>
            <a:off x="7496175" y="4495800"/>
            <a:ext cx="1600200" cy="0"/>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58412" name="Line 44">
            <a:extLst>
              <a:ext uri="{FF2B5EF4-FFF2-40B4-BE49-F238E27FC236}">
                <a16:creationId xmlns:a16="http://schemas.microsoft.com/office/drawing/2014/main" id="{94BF78A7-1C7F-47FC-92E8-07C9F9DD72FD}"/>
              </a:ext>
            </a:extLst>
          </p:cNvPr>
          <p:cNvSpPr>
            <a:spLocks noChangeShapeType="1"/>
          </p:cNvSpPr>
          <p:nvPr/>
        </p:nvSpPr>
        <p:spPr bwMode="auto">
          <a:xfrm>
            <a:off x="7467600" y="5029200"/>
            <a:ext cx="1676400" cy="0"/>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58413" name="Line 45">
            <a:extLst>
              <a:ext uri="{FF2B5EF4-FFF2-40B4-BE49-F238E27FC236}">
                <a16:creationId xmlns:a16="http://schemas.microsoft.com/office/drawing/2014/main" id="{41FBE938-3714-4D74-AC49-01B6A91B5936}"/>
              </a:ext>
            </a:extLst>
          </p:cNvPr>
          <p:cNvSpPr>
            <a:spLocks noChangeShapeType="1"/>
          </p:cNvSpPr>
          <p:nvPr/>
        </p:nvSpPr>
        <p:spPr bwMode="auto">
          <a:xfrm>
            <a:off x="6858000" y="2895600"/>
            <a:ext cx="1295400" cy="1524000"/>
          </a:xfrm>
          <a:prstGeom prst="line">
            <a:avLst/>
          </a:prstGeom>
          <a:noFill/>
          <a:ln w="25400">
            <a:solidFill>
              <a:schemeClr val="hlink"/>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58414" name="Rectangle 46">
            <a:extLst>
              <a:ext uri="{FF2B5EF4-FFF2-40B4-BE49-F238E27FC236}">
                <a16:creationId xmlns:a16="http://schemas.microsoft.com/office/drawing/2014/main" id="{7635C2AB-19D9-48EA-BE96-7528DD5B2053}"/>
              </a:ext>
            </a:extLst>
          </p:cNvPr>
          <p:cNvSpPr>
            <a:spLocks noChangeArrowheads="1"/>
          </p:cNvSpPr>
          <p:nvPr/>
        </p:nvSpPr>
        <p:spPr bwMode="auto">
          <a:xfrm>
            <a:off x="7391400" y="2438400"/>
            <a:ext cx="1752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a:solidFill>
                  <a:schemeClr val="tx1">
                    <a:lumMod val="85000"/>
                    <a:lumOff val="15000"/>
                  </a:schemeClr>
                </a:solidFill>
                <a:latin typeface="黑体" panose="02010609060101010101" pitchFamily="49" charset="-122"/>
                <a:ea typeface="黑体" panose="02010609060101010101" pitchFamily="49" charset="-122"/>
              </a:rPr>
              <a:t>罚款单</a:t>
            </a:r>
          </a:p>
        </p:txBody>
      </p:sp>
      <p:sp>
        <p:nvSpPr>
          <p:cNvPr id="58415" name="Line 47">
            <a:extLst>
              <a:ext uri="{FF2B5EF4-FFF2-40B4-BE49-F238E27FC236}">
                <a16:creationId xmlns:a16="http://schemas.microsoft.com/office/drawing/2014/main" id="{FAD4CB1A-7837-4174-821F-4C927115CA47}"/>
              </a:ext>
            </a:extLst>
          </p:cNvPr>
          <p:cNvSpPr>
            <a:spLocks noChangeShapeType="1"/>
          </p:cNvSpPr>
          <p:nvPr/>
        </p:nvSpPr>
        <p:spPr bwMode="auto">
          <a:xfrm>
            <a:off x="6950075" y="2835275"/>
            <a:ext cx="1371600" cy="381000"/>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Tree>
  </p:cSld>
  <p:clrMapOvr>
    <a:overrideClrMapping bg1="lt1" tx1="dk1" bg2="lt2" tx2="dk2" accent1="accent1" accent2="accent2" accent3="accent3" accent4="accent4" accent5="accent5" accent6="accent6" hlink="hlink" folHlink="folHlink"/>
  </p:clrMapOvr>
  <p:transition/>
</p:sld>
</file>

<file path=ppt/slides/slide43.xml><?xml version="1.0" encoding="utf-8"?>
<p:sld xmlns:a="http://schemas.openxmlformats.org/drawingml/2006/main" xmlns:r="http://schemas.openxmlformats.org/officeDocument/2006/relationships" xmlns:p="http://schemas.openxmlformats.org/presentationml/2006/main" showMasterSp="0">
  <p:cSld>
    <p:bg>
      <p:bgPr>
        <a:gradFill rotWithShape="0">
          <a:gsLst>
            <a:gs pos="0">
              <a:schemeClr val="bg1"/>
            </a:gs>
            <a:gs pos="100000">
              <a:schemeClr val="accent1"/>
            </a:gs>
          </a:gsLst>
          <a:lin ang="5400000" scaled="1"/>
        </a:gradFill>
        <a:effectLst/>
      </p:bgPr>
    </p:bg>
    <p:spTree>
      <p:nvGrpSpPr>
        <p:cNvPr id="1" name=""/>
        <p:cNvGrpSpPr/>
        <p:nvPr/>
      </p:nvGrpSpPr>
      <p:grpSpPr>
        <a:xfrm>
          <a:off x="0" y="0"/>
          <a:ext cx="0" cy="0"/>
          <a:chOff x="0" y="0"/>
          <a:chExt cx="0" cy="0"/>
        </a:xfrm>
      </p:grpSpPr>
      <p:sp>
        <p:nvSpPr>
          <p:cNvPr id="60418" name="Oval 2">
            <a:extLst>
              <a:ext uri="{FF2B5EF4-FFF2-40B4-BE49-F238E27FC236}">
                <a16:creationId xmlns:a16="http://schemas.microsoft.com/office/drawing/2014/main" id="{5D40E89B-F746-4067-AA36-3C8DB296C605}"/>
              </a:ext>
            </a:extLst>
          </p:cNvPr>
          <p:cNvSpPr>
            <a:spLocks noChangeArrowheads="1"/>
          </p:cNvSpPr>
          <p:nvPr/>
        </p:nvSpPr>
        <p:spPr bwMode="auto">
          <a:xfrm>
            <a:off x="1003300" y="2527300"/>
            <a:ext cx="2184400" cy="2184400"/>
          </a:xfrm>
          <a:prstGeom prst="ellipse">
            <a:avLst/>
          </a:prstGeom>
          <a:solidFill>
            <a:schemeClr val="bg2"/>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0419" name="Rectangle 3">
            <a:extLst>
              <a:ext uri="{FF2B5EF4-FFF2-40B4-BE49-F238E27FC236}">
                <a16:creationId xmlns:a16="http://schemas.microsoft.com/office/drawing/2014/main" id="{47CDBD7E-16C7-4353-83A7-CF80468BA908}"/>
              </a:ext>
            </a:extLst>
          </p:cNvPr>
          <p:cNvSpPr>
            <a:spLocks noChangeArrowheads="1"/>
          </p:cNvSpPr>
          <p:nvPr/>
        </p:nvSpPr>
        <p:spPr bwMode="auto">
          <a:xfrm>
            <a:off x="1219200" y="3124200"/>
            <a:ext cx="2209800" cy="1324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a:solidFill>
                  <a:schemeClr val="tx1">
                    <a:lumMod val="85000"/>
                    <a:lumOff val="15000"/>
                  </a:schemeClr>
                </a:solidFill>
                <a:latin typeface="黑体" panose="02010609060101010101" pitchFamily="49" charset="-122"/>
                <a:ea typeface="黑体" panose="02010609060101010101" pitchFamily="49" charset="-122"/>
              </a:rPr>
              <a:t>查询类</a:t>
            </a:r>
          </a:p>
          <a:p>
            <a:pPr eaLnBrk="0" hangingPunct="0"/>
            <a:r>
              <a:rPr lang="zh-CN" altLang="en-US" sz="4000" b="1">
                <a:solidFill>
                  <a:schemeClr val="tx1">
                    <a:lumMod val="85000"/>
                    <a:lumOff val="15000"/>
                  </a:schemeClr>
                </a:solidFill>
                <a:latin typeface="黑体" panose="02010609060101010101" pitchFamily="49" charset="-122"/>
                <a:ea typeface="黑体" panose="02010609060101010101" pitchFamily="49" charset="-122"/>
              </a:rPr>
              <a:t>别处理</a:t>
            </a:r>
          </a:p>
        </p:txBody>
      </p:sp>
      <p:sp>
        <p:nvSpPr>
          <p:cNvPr id="60420" name="Line 4">
            <a:extLst>
              <a:ext uri="{FF2B5EF4-FFF2-40B4-BE49-F238E27FC236}">
                <a16:creationId xmlns:a16="http://schemas.microsoft.com/office/drawing/2014/main" id="{5A56826A-0A29-4905-9C84-E6647A4F1E54}"/>
              </a:ext>
            </a:extLst>
          </p:cNvPr>
          <p:cNvSpPr>
            <a:spLocks noChangeShapeType="1"/>
          </p:cNvSpPr>
          <p:nvPr/>
        </p:nvSpPr>
        <p:spPr bwMode="auto">
          <a:xfrm>
            <a:off x="0" y="3581400"/>
            <a:ext cx="990600" cy="0"/>
          </a:xfrm>
          <a:prstGeom prst="line">
            <a:avLst/>
          </a:prstGeom>
          <a:noFill/>
          <a:ln w="25400">
            <a:solidFill>
              <a:schemeClr val="hlink"/>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0421" name="Rectangle 5">
            <a:extLst>
              <a:ext uri="{FF2B5EF4-FFF2-40B4-BE49-F238E27FC236}">
                <a16:creationId xmlns:a16="http://schemas.microsoft.com/office/drawing/2014/main" id="{8486D1D1-88B3-4A87-B2A1-EF71DCB6576A}"/>
              </a:ext>
            </a:extLst>
          </p:cNvPr>
          <p:cNvSpPr>
            <a:spLocks noChangeArrowheads="1"/>
          </p:cNvSpPr>
          <p:nvPr/>
        </p:nvSpPr>
        <p:spPr bwMode="auto">
          <a:xfrm>
            <a:off x="0" y="2133600"/>
            <a:ext cx="12954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a:solidFill>
                  <a:schemeClr val="tx1">
                    <a:lumMod val="85000"/>
                    <a:lumOff val="15000"/>
                  </a:schemeClr>
                </a:solidFill>
                <a:latin typeface="黑体" panose="02010609060101010101" pitchFamily="49" charset="-122"/>
                <a:ea typeface="黑体" panose="02010609060101010101" pitchFamily="49" charset="-122"/>
              </a:rPr>
              <a:t>查询</a:t>
            </a:r>
          </a:p>
          <a:p>
            <a:pPr eaLnBrk="0" hangingPunct="0"/>
            <a:r>
              <a:rPr lang="zh-CN" altLang="en-US" sz="3600" b="1">
                <a:solidFill>
                  <a:schemeClr val="tx1">
                    <a:lumMod val="85000"/>
                    <a:lumOff val="15000"/>
                  </a:schemeClr>
                </a:solidFill>
                <a:latin typeface="黑体" panose="02010609060101010101" pitchFamily="49" charset="-122"/>
                <a:ea typeface="黑体" panose="02010609060101010101" pitchFamily="49" charset="-122"/>
              </a:rPr>
              <a:t>要求</a:t>
            </a:r>
          </a:p>
        </p:txBody>
      </p:sp>
      <p:sp>
        <p:nvSpPr>
          <p:cNvPr id="60422" name="Rectangle 6">
            <a:extLst>
              <a:ext uri="{FF2B5EF4-FFF2-40B4-BE49-F238E27FC236}">
                <a16:creationId xmlns:a16="http://schemas.microsoft.com/office/drawing/2014/main" id="{CE5AB5F3-9F91-4DCD-AA2F-007444A73673}"/>
              </a:ext>
            </a:extLst>
          </p:cNvPr>
          <p:cNvSpPr>
            <a:spLocks noChangeArrowheads="1"/>
          </p:cNvSpPr>
          <p:nvPr/>
        </p:nvSpPr>
        <p:spPr bwMode="auto">
          <a:xfrm>
            <a:off x="1584325" y="2528888"/>
            <a:ext cx="1108075"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4800" b="1">
                <a:solidFill>
                  <a:schemeClr val="tx1">
                    <a:lumMod val="85000"/>
                    <a:lumOff val="15000"/>
                  </a:schemeClr>
                </a:solidFill>
                <a:latin typeface="黑体" panose="02010609060101010101" pitchFamily="49" charset="-122"/>
                <a:ea typeface="黑体" panose="02010609060101010101" pitchFamily="49" charset="-122"/>
              </a:rPr>
              <a:t>2.1</a:t>
            </a:r>
          </a:p>
        </p:txBody>
      </p:sp>
      <p:sp>
        <p:nvSpPr>
          <p:cNvPr id="60423" name="Oval 7">
            <a:extLst>
              <a:ext uri="{FF2B5EF4-FFF2-40B4-BE49-F238E27FC236}">
                <a16:creationId xmlns:a16="http://schemas.microsoft.com/office/drawing/2014/main" id="{CF83C7A9-9DA0-4DC8-9D3B-47C3F5DC13C2}"/>
              </a:ext>
            </a:extLst>
          </p:cNvPr>
          <p:cNvSpPr>
            <a:spLocks noChangeArrowheads="1"/>
          </p:cNvSpPr>
          <p:nvPr/>
        </p:nvSpPr>
        <p:spPr bwMode="auto">
          <a:xfrm>
            <a:off x="4660900" y="12700"/>
            <a:ext cx="1955800" cy="1498600"/>
          </a:xfrm>
          <a:prstGeom prst="ellipse">
            <a:avLst/>
          </a:prstGeom>
          <a:solidFill>
            <a:schemeClr val="bg2"/>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0424" name="Rectangle 8">
            <a:extLst>
              <a:ext uri="{FF2B5EF4-FFF2-40B4-BE49-F238E27FC236}">
                <a16:creationId xmlns:a16="http://schemas.microsoft.com/office/drawing/2014/main" id="{5C4D52F7-2289-494C-ACFD-05E644312DCF}"/>
              </a:ext>
            </a:extLst>
          </p:cNvPr>
          <p:cNvSpPr>
            <a:spLocks noChangeArrowheads="1"/>
          </p:cNvSpPr>
          <p:nvPr/>
        </p:nvSpPr>
        <p:spPr bwMode="auto">
          <a:xfrm>
            <a:off x="4724400" y="609600"/>
            <a:ext cx="2133600"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chemeClr val="tx1">
                    <a:lumMod val="85000"/>
                    <a:lumOff val="15000"/>
                  </a:schemeClr>
                </a:solidFill>
                <a:latin typeface="黑体" panose="02010609060101010101" pitchFamily="49" charset="-122"/>
                <a:ea typeface="黑体" panose="02010609060101010101" pitchFamily="49" charset="-122"/>
              </a:rPr>
              <a:t>读者查询</a:t>
            </a:r>
          </a:p>
        </p:txBody>
      </p:sp>
      <p:sp>
        <p:nvSpPr>
          <p:cNvPr id="60425" name="Rectangle 9">
            <a:extLst>
              <a:ext uri="{FF2B5EF4-FFF2-40B4-BE49-F238E27FC236}">
                <a16:creationId xmlns:a16="http://schemas.microsoft.com/office/drawing/2014/main" id="{DFFCB516-3C91-490A-8BBA-02F0088EC49A}"/>
              </a:ext>
            </a:extLst>
          </p:cNvPr>
          <p:cNvSpPr>
            <a:spLocks noChangeArrowheads="1"/>
          </p:cNvSpPr>
          <p:nvPr/>
        </p:nvSpPr>
        <p:spPr bwMode="auto">
          <a:xfrm>
            <a:off x="5089525" y="14288"/>
            <a:ext cx="1108075"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4800" b="1">
                <a:solidFill>
                  <a:schemeClr val="tx1">
                    <a:lumMod val="85000"/>
                    <a:lumOff val="15000"/>
                  </a:schemeClr>
                </a:solidFill>
                <a:latin typeface="黑体" panose="02010609060101010101" pitchFamily="49" charset="-122"/>
                <a:ea typeface="黑体" panose="02010609060101010101" pitchFamily="49" charset="-122"/>
              </a:rPr>
              <a:t>2.2</a:t>
            </a:r>
          </a:p>
        </p:txBody>
      </p:sp>
      <p:sp>
        <p:nvSpPr>
          <p:cNvPr id="60426" name="Line 10">
            <a:extLst>
              <a:ext uri="{FF2B5EF4-FFF2-40B4-BE49-F238E27FC236}">
                <a16:creationId xmlns:a16="http://schemas.microsoft.com/office/drawing/2014/main" id="{BD836E0B-327D-4287-B8F8-CA51C338F2C1}"/>
              </a:ext>
            </a:extLst>
          </p:cNvPr>
          <p:cNvSpPr>
            <a:spLocks noChangeShapeType="1"/>
          </p:cNvSpPr>
          <p:nvPr/>
        </p:nvSpPr>
        <p:spPr bwMode="auto">
          <a:xfrm>
            <a:off x="2895600" y="4419600"/>
            <a:ext cx="1828800" cy="1143000"/>
          </a:xfrm>
          <a:prstGeom prst="line">
            <a:avLst/>
          </a:prstGeom>
          <a:noFill/>
          <a:ln w="25400">
            <a:solidFill>
              <a:schemeClr val="hlink"/>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0427" name="Rectangle 11">
            <a:extLst>
              <a:ext uri="{FF2B5EF4-FFF2-40B4-BE49-F238E27FC236}">
                <a16:creationId xmlns:a16="http://schemas.microsoft.com/office/drawing/2014/main" id="{62D26385-4D75-46D5-BE9D-0EE9D8267973}"/>
              </a:ext>
            </a:extLst>
          </p:cNvPr>
          <p:cNvSpPr>
            <a:spLocks noChangeArrowheads="1"/>
          </p:cNvSpPr>
          <p:nvPr/>
        </p:nvSpPr>
        <p:spPr bwMode="auto">
          <a:xfrm>
            <a:off x="3048000" y="3886200"/>
            <a:ext cx="685800"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chemeClr val="tx1">
                    <a:lumMod val="85000"/>
                    <a:lumOff val="15000"/>
                  </a:schemeClr>
                </a:solidFill>
                <a:latin typeface="黑体" panose="02010609060101010101" pitchFamily="49" charset="-122"/>
                <a:ea typeface="黑体" panose="02010609060101010101" pitchFamily="49" charset="-122"/>
              </a:rPr>
              <a:t>统</a:t>
            </a:r>
          </a:p>
        </p:txBody>
      </p:sp>
      <p:sp>
        <p:nvSpPr>
          <p:cNvPr id="60428" name="Line 12">
            <a:extLst>
              <a:ext uri="{FF2B5EF4-FFF2-40B4-BE49-F238E27FC236}">
                <a16:creationId xmlns:a16="http://schemas.microsoft.com/office/drawing/2014/main" id="{8385DD88-5A44-475A-B28B-6FBE221FD3C8}"/>
              </a:ext>
            </a:extLst>
          </p:cNvPr>
          <p:cNvSpPr>
            <a:spLocks noChangeShapeType="1"/>
          </p:cNvSpPr>
          <p:nvPr/>
        </p:nvSpPr>
        <p:spPr bwMode="auto">
          <a:xfrm flipV="1">
            <a:off x="2514600" y="1143000"/>
            <a:ext cx="2362200" cy="1371600"/>
          </a:xfrm>
          <a:prstGeom prst="line">
            <a:avLst/>
          </a:prstGeom>
          <a:noFill/>
          <a:ln w="25400">
            <a:solidFill>
              <a:schemeClr val="hlink"/>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0429" name="Rectangle 13">
            <a:extLst>
              <a:ext uri="{FF2B5EF4-FFF2-40B4-BE49-F238E27FC236}">
                <a16:creationId xmlns:a16="http://schemas.microsoft.com/office/drawing/2014/main" id="{0AF6F082-AD79-43EE-BCE0-3E6D7184DDF2}"/>
              </a:ext>
            </a:extLst>
          </p:cNvPr>
          <p:cNvSpPr>
            <a:spLocks noChangeArrowheads="1"/>
          </p:cNvSpPr>
          <p:nvPr/>
        </p:nvSpPr>
        <p:spPr bwMode="auto">
          <a:xfrm>
            <a:off x="1600200" y="1066800"/>
            <a:ext cx="22098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a:solidFill>
                  <a:schemeClr val="tx1">
                    <a:lumMod val="85000"/>
                    <a:lumOff val="15000"/>
                  </a:schemeClr>
                </a:solidFill>
                <a:latin typeface="黑体" panose="02010609060101010101" pitchFamily="49" charset="-122"/>
                <a:ea typeface="黑体" panose="02010609060101010101" pitchFamily="49" charset="-122"/>
              </a:rPr>
              <a:t>查询的 读者情况</a:t>
            </a:r>
          </a:p>
        </p:txBody>
      </p:sp>
      <p:sp>
        <p:nvSpPr>
          <p:cNvPr id="60430" name="Line 14">
            <a:extLst>
              <a:ext uri="{FF2B5EF4-FFF2-40B4-BE49-F238E27FC236}">
                <a16:creationId xmlns:a16="http://schemas.microsoft.com/office/drawing/2014/main" id="{9900A59A-407A-4429-9CBF-6D18D2729E67}"/>
              </a:ext>
            </a:extLst>
          </p:cNvPr>
          <p:cNvSpPr>
            <a:spLocks noChangeShapeType="1"/>
          </p:cNvSpPr>
          <p:nvPr/>
        </p:nvSpPr>
        <p:spPr bwMode="auto">
          <a:xfrm flipV="1">
            <a:off x="6553200" y="1981200"/>
            <a:ext cx="1676400" cy="685800"/>
          </a:xfrm>
          <a:prstGeom prst="line">
            <a:avLst/>
          </a:prstGeom>
          <a:noFill/>
          <a:ln w="25400">
            <a:solidFill>
              <a:schemeClr val="hlink"/>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0431" name="Rectangle 15">
            <a:extLst>
              <a:ext uri="{FF2B5EF4-FFF2-40B4-BE49-F238E27FC236}">
                <a16:creationId xmlns:a16="http://schemas.microsoft.com/office/drawing/2014/main" id="{AC887AE2-4D93-4F9D-B14A-FA15DEEC2CE8}"/>
              </a:ext>
            </a:extLst>
          </p:cNvPr>
          <p:cNvSpPr>
            <a:spLocks noChangeArrowheads="1"/>
          </p:cNvSpPr>
          <p:nvPr/>
        </p:nvSpPr>
        <p:spPr bwMode="auto">
          <a:xfrm>
            <a:off x="6705600" y="6096000"/>
            <a:ext cx="1752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a:solidFill>
                  <a:schemeClr val="tx1">
                    <a:lumMod val="85000"/>
                    <a:lumOff val="15000"/>
                  </a:schemeClr>
                </a:solidFill>
                <a:latin typeface="黑体" panose="02010609060101010101" pitchFamily="49" charset="-122"/>
                <a:ea typeface="黑体" panose="02010609060101010101" pitchFamily="49" charset="-122"/>
              </a:rPr>
              <a:t>统计表</a:t>
            </a:r>
          </a:p>
        </p:txBody>
      </p:sp>
      <p:sp>
        <p:nvSpPr>
          <p:cNvPr id="60432" name="Line 16">
            <a:extLst>
              <a:ext uri="{FF2B5EF4-FFF2-40B4-BE49-F238E27FC236}">
                <a16:creationId xmlns:a16="http://schemas.microsoft.com/office/drawing/2014/main" id="{090786BC-37BA-439D-88D7-68ECF2201239}"/>
              </a:ext>
            </a:extLst>
          </p:cNvPr>
          <p:cNvSpPr>
            <a:spLocks noChangeShapeType="1"/>
          </p:cNvSpPr>
          <p:nvPr/>
        </p:nvSpPr>
        <p:spPr bwMode="auto">
          <a:xfrm>
            <a:off x="6553200" y="6019800"/>
            <a:ext cx="2514600" cy="0"/>
          </a:xfrm>
          <a:prstGeom prst="line">
            <a:avLst/>
          </a:prstGeom>
          <a:noFill/>
          <a:ln w="25400">
            <a:solidFill>
              <a:schemeClr val="hlink"/>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0433" name="Rectangle 17">
            <a:extLst>
              <a:ext uri="{FF2B5EF4-FFF2-40B4-BE49-F238E27FC236}">
                <a16:creationId xmlns:a16="http://schemas.microsoft.com/office/drawing/2014/main" id="{C0120046-BBE4-43E9-B9EA-78EB796A88FE}"/>
              </a:ext>
            </a:extLst>
          </p:cNvPr>
          <p:cNvSpPr>
            <a:spLocks noChangeArrowheads="1"/>
          </p:cNvSpPr>
          <p:nvPr/>
        </p:nvSpPr>
        <p:spPr bwMode="auto">
          <a:xfrm>
            <a:off x="0" y="6124575"/>
            <a:ext cx="4419600" cy="71120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i="1">
                <a:solidFill>
                  <a:schemeClr val="tx1">
                    <a:lumMod val="85000"/>
                    <a:lumOff val="15000"/>
                  </a:schemeClr>
                </a:solidFill>
                <a:latin typeface="黑体" panose="02010609060101010101" pitchFamily="49" charset="-122"/>
                <a:ea typeface="黑体" panose="02010609060101010101" pitchFamily="49" charset="-122"/>
              </a:rPr>
              <a:t>一层数据流图 </a:t>
            </a:r>
            <a:r>
              <a:rPr lang="en-US" altLang="zh-CN" sz="4000" b="1" i="1">
                <a:solidFill>
                  <a:schemeClr val="tx1">
                    <a:lumMod val="85000"/>
                    <a:lumOff val="15000"/>
                  </a:schemeClr>
                </a:solidFill>
                <a:latin typeface="黑体" panose="02010609060101010101" pitchFamily="49" charset="-122"/>
                <a:ea typeface="黑体" panose="02010609060101010101" pitchFamily="49" charset="-122"/>
              </a:rPr>
              <a:t>(b)</a:t>
            </a:r>
          </a:p>
        </p:txBody>
      </p:sp>
      <p:sp>
        <p:nvSpPr>
          <p:cNvPr id="60434" name="Rectangle 18">
            <a:extLst>
              <a:ext uri="{FF2B5EF4-FFF2-40B4-BE49-F238E27FC236}">
                <a16:creationId xmlns:a16="http://schemas.microsoft.com/office/drawing/2014/main" id="{725FCF69-3282-464B-8350-2305348B1817}"/>
              </a:ext>
            </a:extLst>
          </p:cNvPr>
          <p:cNvSpPr>
            <a:spLocks noChangeArrowheads="1"/>
          </p:cNvSpPr>
          <p:nvPr/>
        </p:nvSpPr>
        <p:spPr bwMode="auto">
          <a:xfrm>
            <a:off x="4479925" y="2879725"/>
            <a:ext cx="186013" cy="1447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endParaRPr lang="en-US" altLang="zh-CN" sz="4400">
              <a:solidFill>
                <a:schemeClr val="tx1">
                  <a:lumMod val="85000"/>
                  <a:lumOff val="15000"/>
                </a:schemeClr>
              </a:solidFill>
              <a:latin typeface="黑体" panose="02010609060101010101" pitchFamily="49" charset="-122"/>
              <a:ea typeface="黑体" panose="02010609060101010101" pitchFamily="49" charset="-122"/>
            </a:endParaRPr>
          </a:p>
          <a:p>
            <a:pPr eaLnBrk="0" hangingPunct="0"/>
            <a:endParaRPr lang="en-US" altLang="zh-CN" sz="4400">
              <a:solidFill>
                <a:schemeClr val="tx1">
                  <a:lumMod val="85000"/>
                  <a:lumOff val="15000"/>
                </a:schemeClr>
              </a:solidFill>
              <a:latin typeface="黑体" panose="02010609060101010101" pitchFamily="49" charset="-122"/>
              <a:ea typeface="黑体" panose="02010609060101010101" pitchFamily="49" charset="-122"/>
            </a:endParaRPr>
          </a:p>
        </p:txBody>
      </p:sp>
      <p:sp>
        <p:nvSpPr>
          <p:cNvPr id="60435" name="Oval 19">
            <a:extLst>
              <a:ext uri="{FF2B5EF4-FFF2-40B4-BE49-F238E27FC236}">
                <a16:creationId xmlns:a16="http://schemas.microsoft.com/office/drawing/2014/main" id="{44FCE98B-2BA2-4073-928D-9E0C957E91FD}"/>
              </a:ext>
            </a:extLst>
          </p:cNvPr>
          <p:cNvSpPr>
            <a:spLocks noChangeArrowheads="1"/>
          </p:cNvSpPr>
          <p:nvPr/>
        </p:nvSpPr>
        <p:spPr bwMode="auto">
          <a:xfrm>
            <a:off x="4737100" y="2527300"/>
            <a:ext cx="1955800" cy="1498600"/>
          </a:xfrm>
          <a:prstGeom prst="ellipse">
            <a:avLst/>
          </a:prstGeom>
          <a:solidFill>
            <a:schemeClr val="bg2"/>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0436" name="Rectangle 20">
            <a:extLst>
              <a:ext uri="{FF2B5EF4-FFF2-40B4-BE49-F238E27FC236}">
                <a16:creationId xmlns:a16="http://schemas.microsoft.com/office/drawing/2014/main" id="{B37A4874-AA81-4AC1-851B-0978B8F06333}"/>
              </a:ext>
            </a:extLst>
          </p:cNvPr>
          <p:cNvSpPr>
            <a:spLocks noChangeArrowheads="1"/>
          </p:cNvSpPr>
          <p:nvPr/>
        </p:nvSpPr>
        <p:spPr bwMode="auto">
          <a:xfrm>
            <a:off x="4800600" y="3124200"/>
            <a:ext cx="2133600"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chemeClr val="tx1">
                    <a:lumMod val="85000"/>
                    <a:lumOff val="15000"/>
                  </a:schemeClr>
                </a:solidFill>
                <a:latin typeface="黑体" panose="02010609060101010101" pitchFamily="49" charset="-122"/>
                <a:ea typeface="黑体" panose="02010609060101010101" pitchFamily="49" charset="-122"/>
              </a:rPr>
              <a:t>图书查询</a:t>
            </a:r>
          </a:p>
        </p:txBody>
      </p:sp>
      <p:sp>
        <p:nvSpPr>
          <p:cNvPr id="60437" name="Line 21">
            <a:extLst>
              <a:ext uri="{FF2B5EF4-FFF2-40B4-BE49-F238E27FC236}">
                <a16:creationId xmlns:a16="http://schemas.microsoft.com/office/drawing/2014/main" id="{A6307971-47AB-458F-AEF3-572F027061CF}"/>
              </a:ext>
            </a:extLst>
          </p:cNvPr>
          <p:cNvSpPr>
            <a:spLocks noChangeShapeType="1"/>
          </p:cNvSpPr>
          <p:nvPr/>
        </p:nvSpPr>
        <p:spPr bwMode="auto">
          <a:xfrm>
            <a:off x="8229600" y="1219200"/>
            <a:ext cx="0" cy="129540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0438" name="Line 22">
            <a:extLst>
              <a:ext uri="{FF2B5EF4-FFF2-40B4-BE49-F238E27FC236}">
                <a16:creationId xmlns:a16="http://schemas.microsoft.com/office/drawing/2014/main" id="{0820C1AA-4CC6-432A-A622-B4CC7661DCC1}"/>
              </a:ext>
            </a:extLst>
          </p:cNvPr>
          <p:cNvSpPr>
            <a:spLocks noChangeShapeType="1"/>
          </p:cNvSpPr>
          <p:nvPr/>
        </p:nvSpPr>
        <p:spPr bwMode="auto">
          <a:xfrm>
            <a:off x="8382000" y="1219200"/>
            <a:ext cx="0" cy="129540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0439" name="Rectangle 23">
            <a:extLst>
              <a:ext uri="{FF2B5EF4-FFF2-40B4-BE49-F238E27FC236}">
                <a16:creationId xmlns:a16="http://schemas.microsoft.com/office/drawing/2014/main" id="{C93D47B4-AA3F-4204-98F5-18DE7F82A6B0}"/>
              </a:ext>
            </a:extLst>
          </p:cNvPr>
          <p:cNvSpPr>
            <a:spLocks noChangeArrowheads="1"/>
          </p:cNvSpPr>
          <p:nvPr/>
        </p:nvSpPr>
        <p:spPr bwMode="auto">
          <a:xfrm>
            <a:off x="8305800" y="990600"/>
            <a:ext cx="762000" cy="206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chemeClr val="tx1">
                    <a:lumMod val="85000"/>
                    <a:lumOff val="15000"/>
                  </a:schemeClr>
                </a:solidFill>
                <a:latin typeface="黑体" panose="02010609060101010101" pitchFamily="49" charset="-122"/>
                <a:ea typeface="黑体" panose="02010609060101010101" pitchFamily="49" charset="-122"/>
              </a:rPr>
              <a:t>借书文件</a:t>
            </a:r>
          </a:p>
        </p:txBody>
      </p:sp>
      <p:sp>
        <p:nvSpPr>
          <p:cNvPr id="60440" name="Line 24">
            <a:extLst>
              <a:ext uri="{FF2B5EF4-FFF2-40B4-BE49-F238E27FC236}">
                <a16:creationId xmlns:a16="http://schemas.microsoft.com/office/drawing/2014/main" id="{FD9EA104-F360-4AE1-93A0-BB1CE4669248}"/>
              </a:ext>
            </a:extLst>
          </p:cNvPr>
          <p:cNvSpPr>
            <a:spLocks noChangeShapeType="1"/>
          </p:cNvSpPr>
          <p:nvPr/>
        </p:nvSpPr>
        <p:spPr bwMode="auto">
          <a:xfrm>
            <a:off x="6629400" y="3581400"/>
            <a:ext cx="2438400" cy="0"/>
          </a:xfrm>
          <a:prstGeom prst="line">
            <a:avLst/>
          </a:prstGeom>
          <a:noFill/>
          <a:ln w="25400">
            <a:solidFill>
              <a:schemeClr val="hlink"/>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0441" name="Line 25">
            <a:extLst>
              <a:ext uri="{FF2B5EF4-FFF2-40B4-BE49-F238E27FC236}">
                <a16:creationId xmlns:a16="http://schemas.microsoft.com/office/drawing/2014/main" id="{B74833A3-E90E-496A-BB77-123D0ECF3324}"/>
              </a:ext>
            </a:extLst>
          </p:cNvPr>
          <p:cNvSpPr>
            <a:spLocks noChangeShapeType="1"/>
          </p:cNvSpPr>
          <p:nvPr/>
        </p:nvSpPr>
        <p:spPr bwMode="auto">
          <a:xfrm>
            <a:off x="6705600" y="990600"/>
            <a:ext cx="1524000" cy="762000"/>
          </a:xfrm>
          <a:prstGeom prst="line">
            <a:avLst/>
          </a:prstGeom>
          <a:noFill/>
          <a:ln w="25400">
            <a:solidFill>
              <a:schemeClr val="hlink"/>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0442" name="Rectangle 26">
            <a:extLst>
              <a:ext uri="{FF2B5EF4-FFF2-40B4-BE49-F238E27FC236}">
                <a16:creationId xmlns:a16="http://schemas.microsoft.com/office/drawing/2014/main" id="{FDD96BDD-CCA4-4127-82EF-BDDA5578C1E7}"/>
              </a:ext>
            </a:extLst>
          </p:cNvPr>
          <p:cNvSpPr>
            <a:spLocks noChangeArrowheads="1"/>
          </p:cNvSpPr>
          <p:nvPr/>
        </p:nvSpPr>
        <p:spPr bwMode="auto">
          <a:xfrm>
            <a:off x="3962400" y="4495800"/>
            <a:ext cx="685800"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chemeClr val="tx1">
                    <a:lumMod val="85000"/>
                    <a:lumOff val="15000"/>
                  </a:schemeClr>
                </a:solidFill>
                <a:latin typeface="黑体" panose="02010609060101010101" pitchFamily="49" charset="-122"/>
                <a:ea typeface="黑体" panose="02010609060101010101" pitchFamily="49" charset="-122"/>
              </a:rPr>
              <a:t>要</a:t>
            </a:r>
          </a:p>
        </p:txBody>
      </p:sp>
      <p:sp>
        <p:nvSpPr>
          <p:cNvPr id="60443" name="Line 27">
            <a:extLst>
              <a:ext uri="{FF2B5EF4-FFF2-40B4-BE49-F238E27FC236}">
                <a16:creationId xmlns:a16="http://schemas.microsoft.com/office/drawing/2014/main" id="{C6E0D4FF-7843-45D9-890B-CF22C5391D7E}"/>
              </a:ext>
            </a:extLst>
          </p:cNvPr>
          <p:cNvSpPr>
            <a:spLocks noChangeShapeType="1"/>
          </p:cNvSpPr>
          <p:nvPr/>
        </p:nvSpPr>
        <p:spPr bwMode="auto">
          <a:xfrm>
            <a:off x="3352800" y="3505200"/>
            <a:ext cx="1524000" cy="0"/>
          </a:xfrm>
          <a:prstGeom prst="line">
            <a:avLst/>
          </a:prstGeom>
          <a:noFill/>
          <a:ln w="25400">
            <a:solidFill>
              <a:schemeClr val="hlink"/>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0444" name="Rectangle 28">
            <a:extLst>
              <a:ext uri="{FF2B5EF4-FFF2-40B4-BE49-F238E27FC236}">
                <a16:creationId xmlns:a16="http://schemas.microsoft.com/office/drawing/2014/main" id="{C8EB5AA5-84B8-4DA4-ADF9-775305721FF7}"/>
              </a:ext>
            </a:extLst>
          </p:cNvPr>
          <p:cNvSpPr>
            <a:spLocks noChangeArrowheads="1"/>
          </p:cNvSpPr>
          <p:nvPr/>
        </p:nvSpPr>
        <p:spPr bwMode="auto">
          <a:xfrm>
            <a:off x="3016250" y="2333625"/>
            <a:ext cx="21336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a:solidFill>
                  <a:schemeClr val="tx1">
                    <a:lumMod val="85000"/>
                    <a:lumOff val="15000"/>
                  </a:schemeClr>
                </a:solidFill>
                <a:latin typeface="黑体" panose="02010609060101010101" pitchFamily="49" charset="-122"/>
                <a:ea typeface="黑体" panose="02010609060101010101" pitchFamily="49" charset="-122"/>
              </a:rPr>
              <a:t>查询的图书情况</a:t>
            </a:r>
          </a:p>
        </p:txBody>
      </p:sp>
      <p:sp>
        <p:nvSpPr>
          <p:cNvPr id="60445" name="Rectangle 29">
            <a:extLst>
              <a:ext uri="{FF2B5EF4-FFF2-40B4-BE49-F238E27FC236}">
                <a16:creationId xmlns:a16="http://schemas.microsoft.com/office/drawing/2014/main" id="{7B0843F8-664A-421B-913B-187497E9973B}"/>
              </a:ext>
            </a:extLst>
          </p:cNvPr>
          <p:cNvSpPr>
            <a:spLocks noChangeArrowheads="1"/>
          </p:cNvSpPr>
          <p:nvPr/>
        </p:nvSpPr>
        <p:spPr bwMode="auto">
          <a:xfrm>
            <a:off x="5165725" y="2452688"/>
            <a:ext cx="1108075"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4800" b="1">
                <a:solidFill>
                  <a:schemeClr val="tx1">
                    <a:lumMod val="85000"/>
                    <a:lumOff val="15000"/>
                  </a:schemeClr>
                </a:solidFill>
                <a:latin typeface="黑体" panose="02010609060101010101" pitchFamily="49" charset="-122"/>
                <a:ea typeface="黑体" panose="02010609060101010101" pitchFamily="49" charset="-122"/>
              </a:rPr>
              <a:t>2.3</a:t>
            </a:r>
          </a:p>
        </p:txBody>
      </p:sp>
      <p:sp>
        <p:nvSpPr>
          <p:cNvPr id="60446" name="Oval 30">
            <a:extLst>
              <a:ext uri="{FF2B5EF4-FFF2-40B4-BE49-F238E27FC236}">
                <a16:creationId xmlns:a16="http://schemas.microsoft.com/office/drawing/2014/main" id="{4938F320-4047-421F-81DF-452E0D881805}"/>
              </a:ext>
            </a:extLst>
          </p:cNvPr>
          <p:cNvSpPr>
            <a:spLocks noChangeArrowheads="1"/>
          </p:cNvSpPr>
          <p:nvPr/>
        </p:nvSpPr>
        <p:spPr bwMode="auto">
          <a:xfrm>
            <a:off x="4737100" y="4889500"/>
            <a:ext cx="1955800" cy="1498600"/>
          </a:xfrm>
          <a:prstGeom prst="ellipse">
            <a:avLst/>
          </a:prstGeom>
          <a:solidFill>
            <a:schemeClr val="bg2"/>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0447" name="Rectangle 31">
            <a:extLst>
              <a:ext uri="{FF2B5EF4-FFF2-40B4-BE49-F238E27FC236}">
                <a16:creationId xmlns:a16="http://schemas.microsoft.com/office/drawing/2014/main" id="{7813E7E9-356F-4B92-9D02-E555E64D538D}"/>
              </a:ext>
            </a:extLst>
          </p:cNvPr>
          <p:cNvSpPr>
            <a:spLocks noChangeArrowheads="1"/>
          </p:cNvSpPr>
          <p:nvPr/>
        </p:nvSpPr>
        <p:spPr bwMode="auto">
          <a:xfrm>
            <a:off x="4800600" y="5486400"/>
            <a:ext cx="2133600"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chemeClr val="tx1">
                    <a:lumMod val="85000"/>
                    <a:lumOff val="15000"/>
                  </a:schemeClr>
                </a:solidFill>
                <a:latin typeface="黑体" panose="02010609060101010101" pitchFamily="49" charset="-122"/>
                <a:ea typeface="黑体" panose="02010609060101010101" pitchFamily="49" charset="-122"/>
              </a:rPr>
              <a:t>图书统计</a:t>
            </a:r>
          </a:p>
        </p:txBody>
      </p:sp>
      <p:sp>
        <p:nvSpPr>
          <p:cNvPr id="60448" name="Rectangle 32">
            <a:extLst>
              <a:ext uri="{FF2B5EF4-FFF2-40B4-BE49-F238E27FC236}">
                <a16:creationId xmlns:a16="http://schemas.microsoft.com/office/drawing/2014/main" id="{9F4273B2-7BA3-483A-87B8-7EBC5CFE7932}"/>
              </a:ext>
            </a:extLst>
          </p:cNvPr>
          <p:cNvSpPr>
            <a:spLocks noChangeArrowheads="1"/>
          </p:cNvSpPr>
          <p:nvPr/>
        </p:nvSpPr>
        <p:spPr bwMode="auto">
          <a:xfrm>
            <a:off x="5241925" y="4891088"/>
            <a:ext cx="1108075"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4800" b="1">
                <a:solidFill>
                  <a:schemeClr val="tx1">
                    <a:lumMod val="85000"/>
                    <a:lumOff val="15000"/>
                  </a:schemeClr>
                </a:solidFill>
                <a:latin typeface="黑体" panose="02010609060101010101" pitchFamily="49" charset="-122"/>
                <a:ea typeface="黑体" panose="02010609060101010101" pitchFamily="49" charset="-122"/>
              </a:rPr>
              <a:t>2.4</a:t>
            </a:r>
          </a:p>
        </p:txBody>
      </p:sp>
      <p:sp>
        <p:nvSpPr>
          <p:cNvPr id="60449" name="Rectangle 33">
            <a:extLst>
              <a:ext uri="{FF2B5EF4-FFF2-40B4-BE49-F238E27FC236}">
                <a16:creationId xmlns:a16="http://schemas.microsoft.com/office/drawing/2014/main" id="{2CF3208D-9230-4FBC-A443-527AD2638093}"/>
              </a:ext>
            </a:extLst>
          </p:cNvPr>
          <p:cNvSpPr>
            <a:spLocks noChangeArrowheads="1"/>
          </p:cNvSpPr>
          <p:nvPr/>
        </p:nvSpPr>
        <p:spPr bwMode="auto">
          <a:xfrm>
            <a:off x="3505200" y="4191000"/>
            <a:ext cx="685800"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chemeClr val="tx1">
                    <a:lumMod val="85000"/>
                    <a:lumOff val="15000"/>
                  </a:schemeClr>
                </a:solidFill>
                <a:latin typeface="黑体" panose="02010609060101010101" pitchFamily="49" charset="-122"/>
                <a:ea typeface="黑体" panose="02010609060101010101" pitchFamily="49" charset="-122"/>
              </a:rPr>
              <a:t>计</a:t>
            </a:r>
          </a:p>
        </p:txBody>
      </p:sp>
      <p:sp>
        <p:nvSpPr>
          <p:cNvPr id="60450" name="Rectangle 34">
            <a:extLst>
              <a:ext uri="{FF2B5EF4-FFF2-40B4-BE49-F238E27FC236}">
                <a16:creationId xmlns:a16="http://schemas.microsoft.com/office/drawing/2014/main" id="{38B7DAAA-9EEE-4318-9940-FF7A3A3CFB75}"/>
              </a:ext>
            </a:extLst>
          </p:cNvPr>
          <p:cNvSpPr>
            <a:spLocks noChangeArrowheads="1"/>
          </p:cNvSpPr>
          <p:nvPr/>
        </p:nvSpPr>
        <p:spPr bwMode="auto">
          <a:xfrm>
            <a:off x="4343400" y="4800600"/>
            <a:ext cx="685800"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chemeClr val="tx1">
                    <a:lumMod val="85000"/>
                    <a:lumOff val="15000"/>
                  </a:schemeClr>
                </a:solidFill>
                <a:latin typeface="黑体" panose="02010609060101010101" pitchFamily="49" charset="-122"/>
                <a:ea typeface="黑体" panose="02010609060101010101" pitchFamily="49" charset="-122"/>
              </a:rPr>
              <a:t>求</a:t>
            </a:r>
          </a:p>
        </p:txBody>
      </p:sp>
      <p:sp>
        <p:nvSpPr>
          <p:cNvPr id="60451" name="Rectangle 35">
            <a:extLst>
              <a:ext uri="{FF2B5EF4-FFF2-40B4-BE49-F238E27FC236}">
                <a16:creationId xmlns:a16="http://schemas.microsoft.com/office/drawing/2014/main" id="{AC5D382A-69E9-4D3E-B201-4C835A7726CC}"/>
              </a:ext>
            </a:extLst>
          </p:cNvPr>
          <p:cNvSpPr>
            <a:spLocks noChangeArrowheads="1"/>
          </p:cNvSpPr>
          <p:nvPr/>
        </p:nvSpPr>
        <p:spPr bwMode="auto">
          <a:xfrm>
            <a:off x="1447800" y="0"/>
            <a:ext cx="2133600"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chemeClr val="tx1">
                    <a:lumMod val="85000"/>
                    <a:lumOff val="15000"/>
                  </a:schemeClr>
                </a:solidFill>
                <a:latin typeface="黑体" panose="02010609060101010101" pitchFamily="49" charset="-122"/>
                <a:ea typeface="黑体" panose="02010609060101010101" pitchFamily="49" charset="-122"/>
              </a:rPr>
              <a:t>读者文件</a:t>
            </a:r>
          </a:p>
        </p:txBody>
      </p:sp>
      <p:sp>
        <p:nvSpPr>
          <p:cNvPr id="60452" name="Line 36">
            <a:extLst>
              <a:ext uri="{FF2B5EF4-FFF2-40B4-BE49-F238E27FC236}">
                <a16:creationId xmlns:a16="http://schemas.microsoft.com/office/drawing/2014/main" id="{FB050CDA-CBF8-4366-90EE-30B369F90A29}"/>
              </a:ext>
            </a:extLst>
          </p:cNvPr>
          <p:cNvSpPr>
            <a:spLocks noChangeShapeType="1"/>
          </p:cNvSpPr>
          <p:nvPr/>
        </p:nvSpPr>
        <p:spPr bwMode="auto">
          <a:xfrm>
            <a:off x="1752600" y="533400"/>
            <a:ext cx="1600200"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0453" name="Line 37">
            <a:extLst>
              <a:ext uri="{FF2B5EF4-FFF2-40B4-BE49-F238E27FC236}">
                <a16:creationId xmlns:a16="http://schemas.microsoft.com/office/drawing/2014/main" id="{709EF5C7-5C8C-4A3A-91B1-E8537AB982EF}"/>
              </a:ext>
            </a:extLst>
          </p:cNvPr>
          <p:cNvSpPr>
            <a:spLocks noChangeShapeType="1"/>
          </p:cNvSpPr>
          <p:nvPr/>
        </p:nvSpPr>
        <p:spPr bwMode="auto">
          <a:xfrm>
            <a:off x="1752600" y="685800"/>
            <a:ext cx="1600200"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0454" name="Line 38">
            <a:extLst>
              <a:ext uri="{FF2B5EF4-FFF2-40B4-BE49-F238E27FC236}">
                <a16:creationId xmlns:a16="http://schemas.microsoft.com/office/drawing/2014/main" id="{67854EEE-07A1-4A66-BB98-1479AFD297D2}"/>
              </a:ext>
            </a:extLst>
          </p:cNvPr>
          <p:cNvSpPr>
            <a:spLocks noChangeShapeType="1"/>
          </p:cNvSpPr>
          <p:nvPr/>
        </p:nvSpPr>
        <p:spPr bwMode="auto">
          <a:xfrm>
            <a:off x="3200400" y="762000"/>
            <a:ext cx="1600200" cy="228600"/>
          </a:xfrm>
          <a:prstGeom prst="line">
            <a:avLst/>
          </a:prstGeom>
          <a:noFill/>
          <a:ln w="25400">
            <a:solidFill>
              <a:schemeClr val="hlink"/>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0455" name="Line 39">
            <a:extLst>
              <a:ext uri="{FF2B5EF4-FFF2-40B4-BE49-F238E27FC236}">
                <a16:creationId xmlns:a16="http://schemas.microsoft.com/office/drawing/2014/main" id="{D656DE79-CD47-45A0-BB05-6F4B2C8B8E8A}"/>
              </a:ext>
            </a:extLst>
          </p:cNvPr>
          <p:cNvSpPr>
            <a:spLocks noChangeShapeType="1"/>
          </p:cNvSpPr>
          <p:nvPr/>
        </p:nvSpPr>
        <p:spPr bwMode="auto">
          <a:xfrm>
            <a:off x="6781800" y="762000"/>
            <a:ext cx="2438400" cy="0"/>
          </a:xfrm>
          <a:prstGeom prst="line">
            <a:avLst/>
          </a:prstGeom>
          <a:noFill/>
          <a:ln w="25400">
            <a:solidFill>
              <a:schemeClr val="hlink"/>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0456" name="Line 40">
            <a:extLst>
              <a:ext uri="{FF2B5EF4-FFF2-40B4-BE49-F238E27FC236}">
                <a16:creationId xmlns:a16="http://schemas.microsoft.com/office/drawing/2014/main" id="{C7193374-0F5C-4696-83F7-B5C658FD2003}"/>
              </a:ext>
            </a:extLst>
          </p:cNvPr>
          <p:cNvSpPr>
            <a:spLocks noChangeShapeType="1"/>
          </p:cNvSpPr>
          <p:nvPr/>
        </p:nvSpPr>
        <p:spPr bwMode="auto">
          <a:xfrm flipV="1">
            <a:off x="6629400" y="4800600"/>
            <a:ext cx="1600200" cy="685800"/>
          </a:xfrm>
          <a:prstGeom prst="line">
            <a:avLst/>
          </a:prstGeom>
          <a:noFill/>
          <a:ln w="25400">
            <a:solidFill>
              <a:schemeClr val="hlink"/>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0457" name="Line 41">
            <a:extLst>
              <a:ext uri="{FF2B5EF4-FFF2-40B4-BE49-F238E27FC236}">
                <a16:creationId xmlns:a16="http://schemas.microsoft.com/office/drawing/2014/main" id="{A33694CA-671E-4846-A572-558544E7D52F}"/>
              </a:ext>
            </a:extLst>
          </p:cNvPr>
          <p:cNvSpPr>
            <a:spLocks noChangeShapeType="1"/>
          </p:cNvSpPr>
          <p:nvPr/>
        </p:nvSpPr>
        <p:spPr bwMode="auto">
          <a:xfrm>
            <a:off x="8229600" y="4038600"/>
            <a:ext cx="0" cy="129540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0458" name="Line 42">
            <a:extLst>
              <a:ext uri="{FF2B5EF4-FFF2-40B4-BE49-F238E27FC236}">
                <a16:creationId xmlns:a16="http://schemas.microsoft.com/office/drawing/2014/main" id="{DC5A6221-4742-4574-A362-B9F18B9DBC7B}"/>
              </a:ext>
            </a:extLst>
          </p:cNvPr>
          <p:cNvSpPr>
            <a:spLocks noChangeShapeType="1"/>
          </p:cNvSpPr>
          <p:nvPr/>
        </p:nvSpPr>
        <p:spPr bwMode="auto">
          <a:xfrm>
            <a:off x="8382000" y="4038600"/>
            <a:ext cx="0" cy="129540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0459" name="Rectangle 43">
            <a:extLst>
              <a:ext uri="{FF2B5EF4-FFF2-40B4-BE49-F238E27FC236}">
                <a16:creationId xmlns:a16="http://schemas.microsoft.com/office/drawing/2014/main" id="{429D1CB6-98A8-41D3-B37A-4EBA7F581BB2}"/>
              </a:ext>
            </a:extLst>
          </p:cNvPr>
          <p:cNvSpPr>
            <a:spLocks noChangeArrowheads="1"/>
          </p:cNvSpPr>
          <p:nvPr/>
        </p:nvSpPr>
        <p:spPr bwMode="auto">
          <a:xfrm>
            <a:off x="8458200" y="3810000"/>
            <a:ext cx="762000" cy="206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chemeClr val="tx1">
                    <a:lumMod val="85000"/>
                    <a:lumOff val="15000"/>
                  </a:schemeClr>
                </a:solidFill>
                <a:latin typeface="黑体" panose="02010609060101010101" pitchFamily="49" charset="-122"/>
                <a:ea typeface="黑体" panose="02010609060101010101" pitchFamily="49" charset="-122"/>
              </a:rPr>
              <a:t>目录文件</a:t>
            </a:r>
          </a:p>
        </p:txBody>
      </p:sp>
      <p:sp>
        <p:nvSpPr>
          <p:cNvPr id="60460" name="Line 44">
            <a:extLst>
              <a:ext uri="{FF2B5EF4-FFF2-40B4-BE49-F238E27FC236}">
                <a16:creationId xmlns:a16="http://schemas.microsoft.com/office/drawing/2014/main" id="{915C46E5-C223-4F2D-B7B9-7741CC931B25}"/>
              </a:ext>
            </a:extLst>
          </p:cNvPr>
          <p:cNvSpPr>
            <a:spLocks noChangeShapeType="1"/>
          </p:cNvSpPr>
          <p:nvPr/>
        </p:nvSpPr>
        <p:spPr bwMode="auto">
          <a:xfrm>
            <a:off x="6477000" y="3810000"/>
            <a:ext cx="1752600" cy="762000"/>
          </a:xfrm>
          <a:prstGeom prst="line">
            <a:avLst/>
          </a:prstGeom>
          <a:noFill/>
          <a:ln w="25400">
            <a:solidFill>
              <a:schemeClr val="hlink"/>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0461" name="Rectangle 45">
            <a:extLst>
              <a:ext uri="{FF2B5EF4-FFF2-40B4-BE49-F238E27FC236}">
                <a16:creationId xmlns:a16="http://schemas.microsoft.com/office/drawing/2014/main" id="{0E94E316-0D23-4885-B7E9-3A9A439EB878}"/>
              </a:ext>
            </a:extLst>
          </p:cNvPr>
          <p:cNvSpPr>
            <a:spLocks noChangeArrowheads="1"/>
          </p:cNvSpPr>
          <p:nvPr/>
        </p:nvSpPr>
        <p:spPr bwMode="auto">
          <a:xfrm>
            <a:off x="6553200" y="76200"/>
            <a:ext cx="2286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a:solidFill>
                  <a:schemeClr val="tx1">
                    <a:lumMod val="85000"/>
                    <a:lumOff val="15000"/>
                  </a:schemeClr>
                </a:solidFill>
                <a:latin typeface="黑体" panose="02010609060101010101" pitchFamily="49" charset="-122"/>
                <a:ea typeface="黑体" panose="02010609060101010101" pitchFamily="49" charset="-122"/>
              </a:rPr>
              <a:t>读者情况</a:t>
            </a:r>
          </a:p>
        </p:txBody>
      </p:sp>
      <p:sp>
        <p:nvSpPr>
          <p:cNvPr id="60462" name="Rectangle 46">
            <a:extLst>
              <a:ext uri="{FF2B5EF4-FFF2-40B4-BE49-F238E27FC236}">
                <a16:creationId xmlns:a16="http://schemas.microsoft.com/office/drawing/2014/main" id="{4F58F5B7-4A4E-407C-8768-B78D0283BF04}"/>
              </a:ext>
            </a:extLst>
          </p:cNvPr>
          <p:cNvSpPr>
            <a:spLocks noChangeArrowheads="1"/>
          </p:cNvSpPr>
          <p:nvPr/>
        </p:nvSpPr>
        <p:spPr bwMode="auto">
          <a:xfrm>
            <a:off x="6858000" y="2971800"/>
            <a:ext cx="2286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a:solidFill>
                  <a:schemeClr val="tx1">
                    <a:lumMod val="85000"/>
                    <a:lumOff val="15000"/>
                  </a:schemeClr>
                </a:solidFill>
                <a:latin typeface="黑体" panose="02010609060101010101" pitchFamily="49" charset="-122"/>
                <a:ea typeface="黑体" panose="02010609060101010101" pitchFamily="49" charset="-122"/>
              </a:rPr>
              <a:t>图书情况</a:t>
            </a:r>
          </a:p>
        </p:txBody>
      </p:sp>
    </p:spTree>
  </p:cSld>
  <p:clrMapOvr>
    <a:overrideClrMapping bg1="lt1" tx1="dk1" bg2="lt2" tx2="dk2" accent1="accent1" accent2="accent2" accent3="accent3" accent4="accent4" accent5="accent5" accent6="accent6" hlink="hlink" folHlink="folHlink"/>
  </p:clrMapOvr>
  <p:transition/>
</p:sld>
</file>

<file path=ppt/slides/slide44.xml><?xml version="1.0" encoding="utf-8"?>
<p:sld xmlns:a="http://schemas.openxmlformats.org/drawingml/2006/main" xmlns:r="http://schemas.openxmlformats.org/officeDocument/2006/relationships" xmlns:p="http://schemas.openxmlformats.org/presentationml/2006/main" showMasterSp="0">
  <p:cSld>
    <p:bg>
      <p:bgPr>
        <a:gradFill rotWithShape="0">
          <a:gsLst>
            <a:gs pos="0">
              <a:schemeClr val="bg1"/>
            </a:gs>
            <a:gs pos="100000">
              <a:schemeClr val="accent1"/>
            </a:gs>
          </a:gsLst>
          <a:lin ang="5400000" scaled="1"/>
        </a:gradFill>
        <a:effectLst/>
      </p:bgPr>
    </p:bg>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A346CCBC-B109-44A5-B295-25465370DF5C}"/>
              </a:ext>
            </a:extLst>
          </p:cNvPr>
          <p:cNvSpPr>
            <a:spLocks noChangeArrowheads="1"/>
          </p:cNvSpPr>
          <p:nvPr/>
        </p:nvSpPr>
        <p:spPr bwMode="auto">
          <a:xfrm>
            <a:off x="0" y="0"/>
            <a:ext cx="4953000" cy="71120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i="1">
                <a:solidFill>
                  <a:srgbClr val="AC5232"/>
                </a:solidFill>
                <a:latin typeface="黑体" panose="02010609060101010101" pitchFamily="49" charset="-122"/>
                <a:ea typeface="黑体" panose="02010609060101010101" pitchFamily="49" charset="-122"/>
              </a:rPr>
              <a:t>二层数据流图 </a:t>
            </a:r>
            <a:r>
              <a:rPr lang="en-US" altLang="zh-CN" sz="4000" b="1" i="1">
                <a:solidFill>
                  <a:srgbClr val="AC5232"/>
                </a:solidFill>
                <a:latin typeface="黑体" panose="02010609060101010101" pitchFamily="49" charset="-122"/>
                <a:ea typeface="黑体" panose="02010609060101010101" pitchFamily="49" charset="-122"/>
              </a:rPr>
              <a:t>(1.3)</a:t>
            </a:r>
          </a:p>
        </p:txBody>
      </p:sp>
      <p:sp>
        <p:nvSpPr>
          <p:cNvPr id="62467" name="Oval 3">
            <a:extLst>
              <a:ext uri="{FF2B5EF4-FFF2-40B4-BE49-F238E27FC236}">
                <a16:creationId xmlns:a16="http://schemas.microsoft.com/office/drawing/2014/main" id="{40D6FDFC-E9AF-4759-B816-5E854B3AFAFE}"/>
              </a:ext>
            </a:extLst>
          </p:cNvPr>
          <p:cNvSpPr>
            <a:spLocks noChangeArrowheads="1"/>
          </p:cNvSpPr>
          <p:nvPr/>
        </p:nvSpPr>
        <p:spPr bwMode="auto">
          <a:xfrm>
            <a:off x="1600200" y="1828800"/>
            <a:ext cx="1981200" cy="1828800"/>
          </a:xfrm>
          <a:prstGeom prst="ellipse">
            <a:avLst/>
          </a:prstGeom>
          <a:solidFill>
            <a:schemeClr val="bg2"/>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2468" name="Rectangle 4">
            <a:extLst>
              <a:ext uri="{FF2B5EF4-FFF2-40B4-BE49-F238E27FC236}">
                <a16:creationId xmlns:a16="http://schemas.microsoft.com/office/drawing/2014/main" id="{E512E46F-AD55-4408-ABF3-5E343ABE3436}"/>
              </a:ext>
            </a:extLst>
          </p:cNvPr>
          <p:cNvSpPr>
            <a:spLocks noChangeArrowheads="1"/>
          </p:cNvSpPr>
          <p:nvPr/>
        </p:nvSpPr>
        <p:spPr bwMode="auto">
          <a:xfrm>
            <a:off x="1676400" y="2286000"/>
            <a:ext cx="19050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600" b="1">
                <a:solidFill>
                  <a:schemeClr val="tx1">
                    <a:lumMod val="85000"/>
                    <a:lumOff val="15000"/>
                  </a:schemeClr>
                </a:solidFill>
                <a:latin typeface="宋体" panose="02010600030101010101" pitchFamily="2" charset="-122"/>
              </a:rPr>
              <a:t>检查</a:t>
            </a:r>
          </a:p>
          <a:p>
            <a:pPr algn="ctr" eaLnBrk="0" hangingPunct="0"/>
            <a:r>
              <a:rPr lang="zh-CN" altLang="en-US" sz="3600" b="1">
                <a:solidFill>
                  <a:schemeClr val="tx1">
                    <a:lumMod val="85000"/>
                    <a:lumOff val="15000"/>
                  </a:schemeClr>
                </a:solidFill>
                <a:latin typeface="宋体" panose="02010600030101010101" pitchFamily="2" charset="-122"/>
              </a:rPr>
              <a:t>借书单</a:t>
            </a:r>
          </a:p>
        </p:txBody>
      </p:sp>
      <p:sp>
        <p:nvSpPr>
          <p:cNvPr id="62469" name="Line 5">
            <a:extLst>
              <a:ext uri="{FF2B5EF4-FFF2-40B4-BE49-F238E27FC236}">
                <a16:creationId xmlns:a16="http://schemas.microsoft.com/office/drawing/2014/main" id="{2F83AFFF-96D6-4603-96C6-73D5C32B24C6}"/>
              </a:ext>
            </a:extLst>
          </p:cNvPr>
          <p:cNvSpPr>
            <a:spLocks noChangeShapeType="1"/>
          </p:cNvSpPr>
          <p:nvPr/>
        </p:nvSpPr>
        <p:spPr bwMode="auto">
          <a:xfrm>
            <a:off x="76200" y="1066800"/>
            <a:ext cx="1905000" cy="990600"/>
          </a:xfrm>
          <a:prstGeom prst="line">
            <a:avLst/>
          </a:prstGeom>
          <a:noFill/>
          <a:ln w="25400">
            <a:solidFill>
              <a:schemeClr val="hlink"/>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2470" name="Line 6">
            <a:extLst>
              <a:ext uri="{FF2B5EF4-FFF2-40B4-BE49-F238E27FC236}">
                <a16:creationId xmlns:a16="http://schemas.microsoft.com/office/drawing/2014/main" id="{20DFFAEE-3A3F-4857-AC96-CC70DEA9DA7D}"/>
              </a:ext>
            </a:extLst>
          </p:cNvPr>
          <p:cNvSpPr>
            <a:spLocks noChangeShapeType="1"/>
          </p:cNvSpPr>
          <p:nvPr/>
        </p:nvSpPr>
        <p:spPr bwMode="auto">
          <a:xfrm flipH="1" flipV="1">
            <a:off x="3581400" y="2743200"/>
            <a:ext cx="1828800" cy="0"/>
          </a:xfrm>
          <a:prstGeom prst="line">
            <a:avLst/>
          </a:prstGeom>
          <a:noFill/>
          <a:ln w="25400">
            <a:solidFill>
              <a:schemeClr val="hlink"/>
            </a:solidFill>
            <a:round/>
            <a:headEnd type="triangle" w="med" len="me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2471" name="Rectangle 7">
            <a:extLst>
              <a:ext uri="{FF2B5EF4-FFF2-40B4-BE49-F238E27FC236}">
                <a16:creationId xmlns:a16="http://schemas.microsoft.com/office/drawing/2014/main" id="{A0C4881A-0775-4881-B96E-4694CB3E917A}"/>
              </a:ext>
            </a:extLst>
          </p:cNvPr>
          <p:cNvSpPr>
            <a:spLocks noChangeArrowheads="1"/>
          </p:cNvSpPr>
          <p:nvPr/>
        </p:nvSpPr>
        <p:spPr bwMode="auto">
          <a:xfrm>
            <a:off x="685800" y="790575"/>
            <a:ext cx="1981200" cy="708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a:solidFill>
                  <a:schemeClr val="tx1">
                    <a:lumMod val="85000"/>
                    <a:lumOff val="15000"/>
                  </a:schemeClr>
                </a:solidFill>
                <a:latin typeface="宋体" panose="02010600030101010101" pitchFamily="2" charset="-122"/>
              </a:rPr>
              <a:t>借书单 </a:t>
            </a:r>
          </a:p>
        </p:txBody>
      </p:sp>
      <p:sp>
        <p:nvSpPr>
          <p:cNvPr id="62472" name="Line 8">
            <a:extLst>
              <a:ext uri="{FF2B5EF4-FFF2-40B4-BE49-F238E27FC236}">
                <a16:creationId xmlns:a16="http://schemas.microsoft.com/office/drawing/2014/main" id="{FA5BC937-DA1D-4D22-9655-443FE385F99A}"/>
              </a:ext>
            </a:extLst>
          </p:cNvPr>
          <p:cNvSpPr>
            <a:spLocks noChangeShapeType="1"/>
          </p:cNvSpPr>
          <p:nvPr/>
        </p:nvSpPr>
        <p:spPr bwMode="auto">
          <a:xfrm>
            <a:off x="1600200" y="4953000"/>
            <a:ext cx="1828800" cy="0"/>
          </a:xfrm>
          <a:prstGeom prst="line">
            <a:avLst/>
          </a:prstGeom>
          <a:noFill/>
          <a:ln w="25400">
            <a:solidFill>
              <a:schemeClr val="hlink"/>
            </a:solidFill>
            <a:round/>
            <a:headEnd type="none" w="lg" len="me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2473" name="Rectangle 9">
            <a:extLst>
              <a:ext uri="{FF2B5EF4-FFF2-40B4-BE49-F238E27FC236}">
                <a16:creationId xmlns:a16="http://schemas.microsoft.com/office/drawing/2014/main" id="{E64C7F28-5D36-4E4D-A277-4A379E53DE46}"/>
              </a:ext>
            </a:extLst>
          </p:cNvPr>
          <p:cNvSpPr>
            <a:spLocks noChangeArrowheads="1"/>
          </p:cNvSpPr>
          <p:nvPr/>
        </p:nvSpPr>
        <p:spPr bwMode="auto">
          <a:xfrm>
            <a:off x="1990725" y="1816100"/>
            <a:ext cx="13350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600" b="1">
                <a:solidFill>
                  <a:schemeClr val="tx1">
                    <a:lumMod val="85000"/>
                    <a:lumOff val="15000"/>
                  </a:schemeClr>
                </a:solidFill>
                <a:latin typeface="宋体" panose="02010600030101010101" pitchFamily="2" charset="-122"/>
              </a:rPr>
              <a:t>1.3.1</a:t>
            </a:r>
          </a:p>
        </p:txBody>
      </p:sp>
      <p:sp>
        <p:nvSpPr>
          <p:cNvPr id="62474" name="Oval 10">
            <a:extLst>
              <a:ext uri="{FF2B5EF4-FFF2-40B4-BE49-F238E27FC236}">
                <a16:creationId xmlns:a16="http://schemas.microsoft.com/office/drawing/2014/main" id="{EC3D9F76-D305-4288-BAB5-077ED5BE7819}"/>
              </a:ext>
            </a:extLst>
          </p:cNvPr>
          <p:cNvSpPr>
            <a:spLocks noChangeArrowheads="1"/>
          </p:cNvSpPr>
          <p:nvPr/>
        </p:nvSpPr>
        <p:spPr bwMode="auto">
          <a:xfrm>
            <a:off x="5334000" y="1676400"/>
            <a:ext cx="1955800" cy="1828800"/>
          </a:xfrm>
          <a:prstGeom prst="ellipse">
            <a:avLst/>
          </a:prstGeom>
          <a:solidFill>
            <a:schemeClr val="bg2"/>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2475" name="Rectangle 11">
            <a:extLst>
              <a:ext uri="{FF2B5EF4-FFF2-40B4-BE49-F238E27FC236}">
                <a16:creationId xmlns:a16="http://schemas.microsoft.com/office/drawing/2014/main" id="{509D08FB-3140-4609-823B-6E5322B6BBDD}"/>
              </a:ext>
            </a:extLst>
          </p:cNvPr>
          <p:cNvSpPr>
            <a:spLocks noChangeArrowheads="1"/>
          </p:cNvSpPr>
          <p:nvPr/>
        </p:nvSpPr>
        <p:spPr bwMode="auto">
          <a:xfrm>
            <a:off x="5486400" y="2133600"/>
            <a:ext cx="16002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600" b="1">
                <a:solidFill>
                  <a:schemeClr val="tx1">
                    <a:lumMod val="85000"/>
                    <a:lumOff val="15000"/>
                  </a:schemeClr>
                </a:solidFill>
                <a:latin typeface="宋体" panose="02010600030101010101" pitchFamily="2" charset="-122"/>
              </a:rPr>
              <a:t>审定借书限额</a:t>
            </a:r>
          </a:p>
        </p:txBody>
      </p:sp>
      <p:sp>
        <p:nvSpPr>
          <p:cNvPr id="62476" name="Rectangle 12">
            <a:extLst>
              <a:ext uri="{FF2B5EF4-FFF2-40B4-BE49-F238E27FC236}">
                <a16:creationId xmlns:a16="http://schemas.microsoft.com/office/drawing/2014/main" id="{7B99AF54-2500-45B0-AB5A-6D29C1A935BC}"/>
              </a:ext>
            </a:extLst>
          </p:cNvPr>
          <p:cNvSpPr>
            <a:spLocks noChangeArrowheads="1"/>
          </p:cNvSpPr>
          <p:nvPr/>
        </p:nvSpPr>
        <p:spPr bwMode="auto">
          <a:xfrm>
            <a:off x="5651500" y="1663700"/>
            <a:ext cx="13350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600" b="1">
                <a:solidFill>
                  <a:schemeClr val="tx1">
                    <a:lumMod val="85000"/>
                    <a:lumOff val="15000"/>
                  </a:schemeClr>
                </a:solidFill>
                <a:latin typeface="宋体" panose="02010600030101010101" pitchFamily="2" charset="-122"/>
              </a:rPr>
              <a:t>1.3.2</a:t>
            </a:r>
          </a:p>
        </p:txBody>
      </p:sp>
      <p:sp>
        <p:nvSpPr>
          <p:cNvPr id="62477" name="Line 13">
            <a:extLst>
              <a:ext uri="{FF2B5EF4-FFF2-40B4-BE49-F238E27FC236}">
                <a16:creationId xmlns:a16="http://schemas.microsoft.com/office/drawing/2014/main" id="{F3C5C341-D5EF-4CB0-B5D0-D42DC9E6F861}"/>
              </a:ext>
            </a:extLst>
          </p:cNvPr>
          <p:cNvSpPr>
            <a:spLocks noChangeShapeType="1"/>
          </p:cNvSpPr>
          <p:nvPr/>
        </p:nvSpPr>
        <p:spPr bwMode="auto">
          <a:xfrm flipV="1">
            <a:off x="6248400" y="3505200"/>
            <a:ext cx="0" cy="1295400"/>
          </a:xfrm>
          <a:prstGeom prst="line">
            <a:avLst/>
          </a:prstGeom>
          <a:noFill/>
          <a:ln w="25400">
            <a:solidFill>
              <a:schemeClr val="hlink"/>
            </a:solidFill>
            <a:round/>
            <a:headEnd type="triangle" w="med" len="me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2478" name="Rectangle 14">
            <a:extLst>
              <a:ext uri="{FF2B5EF4-FFF2-40B4-BE49-F238E27FC236}">
                <a16:creationId xmlns:a16="http://schemas.microsoft.com/office/drawing/2014/main" id="{0F9DB3BB-6DB6-4C55-A057-1E48A54552EE}"/>
              </a:ext>
            </a:extLst>
          </p:cNvPr>
          <p:cNvSpPr>
            <a:spLocks noChangeArrowheads="1"/>
          </p:cNvSpPr>
          <p:nvPr/>
        </p:nvSpPr>
        <p:spPr bwMode="auto">
          <a:xfrm>
            <a:off x="228600" y="2441575"/>
            <a:ext cx="1219200"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b="1">
                <a:solidFill>
                  <a:schemeClr val="tx1">
                    <a:lumMod val="85000"/>
                    <a:lumOff val="15000"/>
                  </a:schemeClr>
                </a:solidFill>
                <a:latin typeface="宋体" panose="02010600030101010101" pitchFamily="2" charset="-122"/>
              </a:rPr>
              <a:t>无效 借书单</a:t>
            </a:r>
          </a:p>
        </p:txBody>
      </p:sp>
      <p:sp>
        <p:nvSpPr>
          <p:cNvPr id="62479" name="Rectangle 15">
            <a:extLst>
              <a:ext uri="{FF2B5EF4-FFF2-40B4-BE49-F238E27FC236}">
                <a16:creationId xmlns:a16="http://schemas.microsoft.com/office/drawing/2014/main" id="{57A69CA4-2808-4E50-AFD8-7C98830F9A4C}"/>
              </a:ext>
            </a:extLst>
          </p:cNvPr>
          <p:cNvSpPr>
            <a:spLocks noChangeArrowheads="1"/>
          </p:cNvSpPr>
          <p:nvPr/>
        </p:nvSpPr>
        <p:spPr bwMode="auto">
          <a:xfrm>
            <a:off x="3886200" y="4038600"/>
            <a:ext cx="1833835"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en-US" sz="3200" b="1">
                <a:solidFill>
                  <a:schemeClr val="tx1">
                    <a:lumMod val="85000"/>
                    <a:lumOff val="15000"/>
                  </a:schemeClr>
                </a:solidFill>
                <a:latin typeface="宋体" panose="02010600030101010101" pitchFamily="2" charset="-122"/>
              </a:rPr>
              <a:t>借书文件</a:t>
            </a:r>
          </a:p>
        </p:txBody>
      </p:sp>
      <p:sp>
        <p:nvSpPr>
          <p:cNvPr id="62480" name="Line 16">
            <a:extLst>
              <a:ext uri="{FF2B5EF4-FFF2-40B4-BE49-F238E27FC236}">
                <a16:creationId xmlns:a16="http://schemas.microsoft.com/office/drawing/2014/main" id="{B3685F7D-722B-4C6A-8639-3D324134CE67}"/>
              </a:ext>
            </a:extLst>
          </p:cNvPr>
          <p:cNvSpPr>
            <a:spLocks noChangeShapeType="1"/>
          </p:cNvSpPr>
          <p:nvPr/>
        </p:nvSpPr>
        <p:spPr bwMode="auto">
          <a:xfrm>
            <a:off x="3698875" y="4114800"/>
            <a:ext cx="1981200" cy="0"/>
          </a:xfrm>
          <a:prstGeom prst="line">
            <a:avLst/>
          </a:prstGeom>
          <a:noFill/>
          <a:ln w="127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lstStyle/>
          <a:p>
            <a:endParaRPr lang="zh-CN" altLang="en-US">
              <a:solidFill>
                <a:schemeClr val="tx1">
                  <a:lumMod val="85000"/>
                  <a:lumOff val="15000"/>
                </a:schemeClr>
              </a:solidFill>
            </a:endParaRPr>
          </a:p>
        </p:txBody>
      </p:sp>
      <p:sp>
        <p:nvSpPr>
          <p:cNvPr id="62481" name="Line 17">
            <a:extLst>
              <a:ext uri="{FF2B5EF4-FFF2-40B4-BE49-F238E27FC236}">
                <a16:creationId xmlns:a16="http://schemas.microsoft.com/office/drawing/2014/main" id="{983F3C2B-E21E-4B41-877C-FC74D9E5A74C}"/>
              </a:ext>
            </a:extLst>
          </p:cNvPr>
          <p:cNvSpPr>
            <a:spLocks noChangeShapeType="1"/>
          </p:cNvSpPr>
          <p:nvPr/>
        </p:nvSpPr>
        <p:spPr bwMode="auto">
          <a:xfrm>
            <a:off x="3810000" y="4681538"/>
            <a:ext cx="1905000" cy="0"/>
          </a:xfrm>
          <a:prstGeom prst="line">
            <a:avLst/>
          </a:prstGeom>
          <a:noFill/>
          <a:ln w="12700">
            <a:solidFill>
              <a:schemeClr val="hlink"/>
            </a:solidFill>
            <a:round/>
            <a:headEnd type="none" w="sm" len="sm"/>
            <a:tailEnd type="none" w="sm" len="sm"/>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solidFill>
                <a:schemeClr val="tx1">
                  <a:lumMod val="85000"/>
                  <a:lumOff val="15000"/>
                </a:schemeClr>
              </a:solidFill>
            </a:endParaRPr>
          </a:p>
        </p:txBody>
      </p:sp>
      <p:sp>
        <p:nvSpPr>
          <p:cNvPr id="62482" name="Rectangle 18">
            <a:extLst>
              <a:ext uri="{FF2B5EF4-FFF2-40B4-BE49-F238E27FC236}">
                <a16:creationId xmlns:a16="http://schemas.microsoft.com/office/drawing/2014/main" id="{FAF03B70-9A28-47FB-B49E-E7C33BEE4665}"/>
              </a:ext>
            </a:extLst>
          </p:cNvPr>
          <p:cNvSpPr>
            <a:spLocks noChangeArrowheads="1"/>
          </p:cNvSpPr>
          <p:nvPr/>
        </p:nvSpPr>
        <p:spPr bwMode="auto">
          <a:xfrm>
            <a:off x="1524000" y="4343400"/>
            <a:ext cx="1981200"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chemeClr val="tx1">
                    <a:lumMod val="85000"/>
                    <a:lumOff val="15000"/>
                  </a:schemeClr>
                </a:solidFill>
                <a:latin typeface="宋体" panose="02010600030101010101" pitchFamily="2" charset="-122"/>
              </a:rPr>
              <a:t>读者文件</a:t>
            </a:r>
          </a:p>
        </p:txBody>
      </p:sp>
      <p:sp>
        <p:nvSpPr>
          <p:cNvPr id="62483" name="Rectangle 19">
            <a:extLst>
              <a:ext uri="{FF2B5EF4-FFF2-40B4-BE49-F238E27FC236}">
                <a16:creationId xmlns:a16="http://schemas.microsoft.com/office/drawing/2014/main" id="{BA5CAF40-090E-46F1-913E-EF05D28C25C1}"/>
              </a:ext>
            </a:extLst>
          </p:cNvPr>
          <p:cNvSpPr>
            <a:spLocks noChangeArrowheads="1"/>
          </p:cNvSpPr>
          <p:nvPr/>
        </p:nvSpPr>
        <p:spPr bwMode="auto">
          <a:xfrm>
            <a:off x="3581400" y="1524000"/>
            <a:ext cx="17526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600" b="1">
                <a:solidFill>
                  <a:schemeClr val="tx1">
                    <a:lumMod val="85000"/>
                    <a:lumOff val="15000"/>
                  </a:schemeClr>
                </a:solidFill>
                <a:latin typeface="宋体" panose="02010600030101010101" pitchFamily="2" charset="-122"/>
              </a:rPr>
              <a:t>有效</a:t>
            </a:r>
          </a:p>
          <a:p>
            <a:pPr algn="ctr" eaLnBrk="0" hangingPunct="0"/>
            <a:r>
              <a:rPr lang="zh-CN" altLang="en-US" sz="3600" b="1">
                <a:solidFill>
                  <a:schemeClr val="tx1">
                    <a:lumMod val="85000"/>
                    <a:lumOff val="15000"/>
                  </a:schemeClr>
                </a:solidFill>
                <a:latin typeface="宋体" panose="02010600030101010101" pitchFamily="2" charset="-122"/>
              </a:rPr>
              <a:t>借书单</a:t>
            </a:r>
            <a:endParaRPr lang="zh-CN" altLang="en-US" sz="4000" b="1">
              <a:solidFill>
                <a:schemeClr val="tx1">
                  <a:lumMod val="85000"/>
                  <a:lumOff val="15000"/>
                </a:schemeClr>
              </a:solidFill>
              <a:latin typeface="宋体" panose="02010600030101010101" pitchFamily="2" charset="-122"/>
            </a:endParaRPr>
          </a:p>
        </p:txBody>
      </p:sp>
      <p:sp>
        <p:nvSpPr>
          <p:cNvPr id="62484" name="Oval 20">
            <a:extLst>
              <a:ext uri="{FF2B5EF4-FFF2-40B4-BE49-F238E27FC236}">
                <a16:creationId xmlns:a16="http://schemas.microsoft.com/office/drawing/2014/main" id="{8132954E-9250-4A5B-A6E5-6E8002F2CB96}"/>
              </a:ext>
            </a:extLst>
          </p:cNvPr>
          <p:cNvSpPr>
            <a:spLocks noChangeArrowheads="1"/>
          </p:cNvSpPr>
          <p:nvPr/>
        </p:nvSpPr>
        <p:spPr bwMode="auto">
          <a:xfrm>
            <a:off x="5334000" y="4800600"/>
            <a:ext cx="1955800" cy="1828800"/>
          </a:xfrm>
          <a:prstGeom prst="ellipse">
            <a:avLst/>
          </a:prstGeom>
          <a:solidFill>
            <a:schemeClr val="bg2"/>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2485" name="Rectangle 21">
            <a:extLst>
              <a:ext uri="{FF2B5EF4-FFF2-40B4-BE49-F238E27FC236}">
                <a16:creationId xmlns:a16="http://schemas.microsoft.com/office/drawing/2014/main" id="{313AFEED-EDC3-4740-A03F-73BEBC239027}"/>
              </a:ext>
            </a:extLst>
          </p:cNvPr>
          <p:cNvSpPr>
            <a:spLocks noChangeArrowheads="1"/>
          </p:cNvSpPr>
          <p:nvPr/>
        </p:nvSpPr>
        <p:spPr bwMode="auto">
          <a:xfrm>
            <a:off x="5546725" y="5238750"/>
            <a:ext cx="16002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600" b="1">
                <a:solidFill>
                  <a:schemeClr val="tx1">
                    <a:lumMod val="85000"/>
                    <a:lumOff val="15000"/>
                  </a:schemeClr>
                </a:solidFill>
                <a:latin typeface="宋体" panose="02010600030101010101" pitchFamily="2" charset="-122"/>
              </a:rPr>
              <a:t>登记借书信息</a:t>
            </a:r>
          </a:p>
        </p:txBody>
      </p:sp>
      <p:sp>
        <p:nvSpPr>
          <p:cNvPr id="62486" name="Rectangle 22">
            <a:extLst>
              <a:ext uri="{FF2B5EF4-FFF2-40B4-BE49-F238E27FC236}">
                <a16:creationId xmlns:a16="http://schemas.microsoft.com/office/drawing/2014/main" id="{CFE4C46E-9B51-4BFD-9D80-D658A4E234C0}"/>
              </a:ext>
            </a:extLst>
          </p:cNvPr>
          <p:cNvSpPr>
            <a:spLocks noChangeArrowheads="1"/>
          </p:cNvSpPr>
          <p:nvPr/>
        </p:nvSpPr>
        <p:spPr bwMode="auto">
          <a:xfrm>
            <a:off x="5651500" y="4787900"/>
            <a:ext cx="13350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600" b="1">
                <a:solidFill>
                  <a:schemeClr val="tx1">
                    <a:lumMod val="85000"/>
                    <a:lumOff val="15000"/>
                  </a:schemeClr>
                </a:solidFill>
                <a:latin typeface="宋体" panose="02010600030101010101" pitchFamily="2" charset="-122"/>
              </a:rPr>
              <a:t>1.3.3</a:t>
            </a:r>
          </a:p>
        </p:txBody>
      </p:sp>
      <p:sp>
        <p:nvSpPr>
          <p:cNvPr id="62487" name="Rectangle 23">
            <a:extLst>
              <a:ext uri="{FF2B5EF4-FFF2-40B4-BE49-F238E27FC236}">
                <a16:creationId xmlns:a16="http://schemas.microsoft.com/office/drawing/2014/main" id="{AF9E095F-917D-4423-AEB6-5095F51CC4D7}"/>
              </a:ext>
            </a:extLst>
          </p:cNvPr>
          <p:cNvSpPr>
            <a:spLocks noChangeArrowheads="1"/>
          </p:cNvSpPr>
          <p:nvPr/>
        </p:nvSpPr>
        <p:spPr bwMode="auto">
          <a:xfrm>
            <a:off x="6257925" y="3505200"/>
            <a:ext cx="17526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600" b="1">
                <a:solidFill>
                  <a:schemeClr val="tx1">
                    <a:lumMod val="85000"/>
                    <a:lumOff val="15000"/>
                  </a:schemeClr>
                </a:solidFill>
                <a:latin typeface="宋体" panose="02010600030101010101" pitchFamily="2" charset="-122"/>
              </a:rPr>
              <a:t>合格</a:t>
            </a:r>
          </a:p>
          <a:p>
            <a:pPr algn="ctr" eaLnBrk="0" hangingPunct="0"/>
            <a:r>
              <a:rPr lang="zh-CN" altLang="en-US" sz="3600" b="1">
                <a:solidFill>
                  <a:schemeClr val="tx1">
                    <a:lumMod val="85000"/>
                    <a:lumOff val="15000"/>
                  </a:schemeClr>
                </a:solidFill>
                <a:latin typeface="宋体" panose="02010600030101010101" pitchFamily="2" charset="-122"/>
              </a:rPr>
              <a:t>借书单</a:t>
            </a:r>
            <a:endParaRPr lang="zh-CN" altLang="en-US" sz="4000" b="1">
              <a:solidFill>
                <a:schemeClr val="tx1">
                  <a:lumMod val="85000"/>
                  <a:lumOff val="15000"/>
                </a:schemeClr>
              </a:solidFill>
              <a:latin typeface="宋体" panose="02010600030101010101" pitchFamily="2" charset="-122"/>
            </a:endParaRPr>
          </a:p>
        </p:txBody>
      </p:sp>
      <p:sp>
        <p:nvSpPr>
          <p:cNvPr id="62488" name="Freeform 24">
            <a:extLst>
              <a:ext uri="{FF2B5EF4-FFF2-40B4-BE49-F238E27FC236}">
                <a16:creationId xmlns:a16="http://schemas.microsoft.com/office/drawing/2014/main" id="{41F68AC6-3599-413F-9A0D-F6B899D66028}"/>
              </a:ext>
            </a:extLst>
          </p:cNvPr>
          <p:cNvSpPr>
            <a:spLocks/>
          </p:cNvSpPr>
          <p:nvPr/>
        </p:nvSpPr>
        <p:spPr bwMode="auto">
          <a:xfrm>
            <a:off x="609600" y="3124200"/>
            <a:ext cx="990600" cy="304800"/>
          </a:xfrm>
          <a:custGeom>
            <a:avLst/>
            <a:gdLst>
              <a:gd name="T0" fmla="*/ 624 w 624"/>
              <a:gd name="T1" fmla="*/ 0 h 192"/>
              <a:gd name="T2" fmla="*/ 432 w 624"/>
              <a:gd name="T3" fmla="*/ 144 h 192"/>
              <a:gd name="T4" fmla="*/ 0 w 624"/>
              <a:gd name="T5" fmla="*/ 192 h 192"/>
            </a:gdLst>
            <a:ahLst/>
            <a:cxnLst>
              <a:cxn ang="0">
                <a:pos x="T0" y="T1"/>
              </a:cxn>
              <a:cxn ang="0">
                <a:pos x="T2" y="T3"/>
              </a:cxn>
              <a:cxn ang="0">
                <a:pos x="T4" y="T5"/>
              </a:cxn>
            </a:cxnLst>
            <a:rect l="0" t="0" r="r" b="b"/>
            <a:pathLst>
              <a:path w="624" h="192">
                <a:moveTo>
                  <a:pt x="624" y="0"/>
                </a:moveTo>
                <a:cubicBezTo>
                  <a:pt x="580" y="56"/>
                  <a:pt x="536" y="112"/>
                  <a:pt x="432" y="144"/>
                </a:cubicBezTo>
                <a:cubicBezTo>
                  <a:pt x="328" y="176"/>
                  <a:pt x="72" y="184"/>
                  <a:pt x="0" y="192"/>
                </a:cubicBezTo>
              </a:path>
            </a:pathLst>
          </a:custGeom>
          <a:noFill/>
          <a:ln w="25400">
            <a:solidFill>
              <a:srgbClr val="FF0000"/>
            </a:solidFill>
            <a:round/>
            <a:headEnd/>
            <a:tailEnd type="triangl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chemeClr val="tx1">
                  <a:lumMod val="85000"/>
                  <a:lumOff val="15000"/>
                </a:schemeClr>
              </a:solidFill>
            </a:endParaRPr>
          </a:p>
        </p:txBody>
      </p:sp>
      <p:sp>
        <p:nvSpPr>
          <p:cNvPr id="62489" name="Rectangle 25">
            <a:extLst>
              <a:ext uri="{FF2B5EF4-FFF2-40B4-BE49-F238E27FC236}">
                <a16:creationId xmlns:a16="http://schemas.microsoft.com/office/drawing/2014/main" id="{2D0EDE49-A651-4EE5-AE1D-019BBCD646F5}"/>
              </a:ext>
            </a:extLst>
          </p:cNvPr>
          <p:cNvSpPr>
            <a:spLocks noChangeArrowheads="1"/>
          </p:cNvSpPr>
          <p:nvPr/>
        </p:nvSpPr>
        <p:spPr bwMode="auto">
          <a:xfrm>
            <a:off x="7543800" y="2590800"/>
            <a:ext cx="1219200"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b="1">
                <a:solidFill>
                  <a:schemeClr val="tx1">
                    <a:lumMod val="85000"/>
                    <a:lumOff val="15000"/>
                  </a:schemeClr>
                </a:solidFill>
                <a:latin typeface="宋体" panose="02010600030101010101" pitchFamily="2" charset="-122"/>
              </a:rPr>
              <a:t>超额 借书单</a:t>
            </a:r>
          </a:p>
        </p:txBody>
      </p:sp>
      <p:sp>
        <p:nvSpPr>
          <p:cNvPr id="62490" name="Freeform 26">
            <a:extLst>
              <a:ext uri="{FF2B5EF4-FFF2-40B4-BE49-F238E27FC236}">
                <a16:creationId xmlns:a16="http://schemas.microsoft.com/office/drawing/2014/main" id="{703A7100-B62E-4D98-8C95-5C9234D04F7F}"/>
              </a:ext>
            </a:extLst>
          </p:cNvPr>
          <p:cNvSpPr>
            <a:spLocks/>
          </p:cNvSpPr>
          <p:nvPr/>
        </p:nvSpPr>
        <p:spPr bwMode="auto">
          <a:xfrm>
            <a:off x="7242175" y="2873375"/>
            <a:ext cx="609600" cy="685800"/>
          </a:xfrm>
          <a:custGeom>
            <a:avLst/>
            <a:gdLst>
              <a:gd name="T0" fmla="*/ 0 w 384"/>
              <a:gd name="T1" fmla="*/ 0 h 432"/>
              <a:gd name="T2" fmla="*/ 48 w 384"/>
              <a:gd name="T3" fmla="*/ 144 h 432"/>
              <a:gd name="T4" fmla="*/ 192 w 384"/>
              <a:gd name="T5" fmla="*/ 336 h 432"/>
              <a:gd name="T6" fmla="*/ 384 w 384"/>
              <a:gd name="T7" fmla="*/ 432 h 432"/>
            </a:gdLst>
            <a:ahLst/>
            <a:cxnLst>
              <a:cxn ang="0">
                <a:pos x="T0" y="T1"/>
              </a:cxn>
              <a:cxn ang="0">
                <a:pos x="T2" y="T3"/>
              </a:cxn>
              <a:cxn ang="0">
                <a:pos x="T4" y="T5"/>
              </a:cxn>
              <a:cxn ang="0">
                <a:pos x="T6" y="T7"/>
              </a:cxn>
            </a:cxnLst>
            <a:rect l="0" t="0" r="r" b="b"/>
            <a:pathLst>
              <a:path w="384" h="432">
                <a:moveTo>
                  <a:pt x="0" y="0"/>
                </a:moveTo>
                <a:cubicBezTo>
                  <a:pt x="8" y="44"/>
                  <a:pt x="16" y="88"/>
                  <a:pt x="48" y="144"/>
                </a:cubicBezTo>
                <a:cubicBezTo>
                  <a:pt x="80" y="200"/>
                  <a:pt x="136" y="288"/>
                  <a:pt x="192" y="336"/>
                </a:cubicBezTo>
                <a:cubicBezTo>
                  <a:pt x="248" y="384"/>
                  <a:pt x="352" y="416"/>
                  <a:pt x="384" y="432"/>
                </a:cubicBezTo>
              </a:path>
            </a:pathLst>
          </a:custGeom>
          <a:noFill/>
          <a:ln w="25400" cap="flat" cmpd="sng">
            <a:solidFill>
              <a:srgbClr val="FF0000"/>
            </a:solidFill>
            <a:prstDash val="solid"/>
            <a:round/>
            <a:headEnd/>
            <a:tailEnd type="triangl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solidFill>
                <a:schemeClr val="tx1">
                  <a:lumMod val="85000"/>
                  <a:lumOff val="15000"/>
                </a:schemeClr>
              </a:solidFill>
            </a:endParaRPr>
          </a:p>
        </p:txBody>
      </p:sp>
      <p:sp>
        <p:nvSpPr>
          <p:cNvPr id="62491" name="Line 27">
            <a:extLst>
              <a:ext uri="{FF2B5EF4-FFF2-40B4-BE49-F238E27FC236}">
                <a16:creationId xmlns:a16="http://schemas.microsoft.com/office/drawing/2014/main" id="{7E70684B-A1CB-4426-8509-55321ECA666F}"/>
              </a:ext>
            </a:extLst>
          </p:cNvPr>
          <p:cNvSpPr>
            <a:spLocks noChangeShapeType="1"/>
          </p:cNvSpPr>
          <p:nvPr/>
        </p:nvSpPr>
        <p:spPr bwMode="auto">
          <a:xfrm flipV="1">
            <a:off x="2568575" y="3686175"/>
            <a:ext cx="0" cy="685800"/>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solidFill>
                <a:schemeClr val="tx1">
                  <a:lumMod val="85000"/>
                  <a:lumOff val="15000"/>
                </a:schemeClr>
              </a:solidFill>
            </a:endParaRPr>
          </a:p>
        </p:txBody>
      </p:sp>
      <p:sp>
        <p:nvSpPr>
          <p:cNvPr id="62492" name="Line 28">
            <a:extLst>
              <a:ext uri="{FF2B5EF4-FFF2-40B4-BE49-F238E27FC236}">
                <a16:creationId xmlns:a16="http://schemas.microsoft.com/office/drawing/2014/main" id="{356423A7-8436-4A81-9B06-AB8C642405BC}"/>
              </a:ext>
            </a:extLst>
          </p:cNvPr>
          <p:cNvSpPr>
            <a:spLocks noChangeShapeType="1"/>
          </p:cNvSpPr>
          <p:nvPr/>
        </p:nvSpPr>
        <p:spPr bwMode="auto">
          <a:xfrm flipV="1">
            <a:off x="4724400" y="3276600"/>
            <a:ext cx="838200" cy="838200"/>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solidFill>
                <a:schemeClr val="tx1">
                  <a:lumMod val="85000"/>
                  <a:lumOff val="15000"/>
                </a:schemeClr>
              </a:solidFill>
            </a:endParaRPr>
          </a:p>
        </p:txBody>
      </p:sp>
      <p:sp>
        <p:nvSpPr>
          <p:cNvPr id="62493" name="Line 29">
            <a:extLst>
              <a:ext uri="{FF2B5EF4-FFF2-40B4-BE49-F238E27FC236}">
                <a16:creationId xmlns:a16="http://schemas.microsoft.com/office/drawing/2014/main" id="{50182434-3FDF-4A3F-91EE-A11B49A28E26}"/>
              </a:ext>
            </a:extLst>
          </p:cNvPr>
          <p:cNvSpPr>
            <a:spLocks noChangeShapeType="1"/>
          </p:cNvSpPr>
          <p:nvPr/>
        </p:nvSpPr>
        <p:spPr bwMode="auto">
          <a:xfrm flipH="1" flipV="1">
            <a:off x="4800600" y="4724400"/>
            <a:ext cx="533400" cy="990600"/>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solidFill>
                <a:schemeClr val="tx1">
                  <a:lumMod val="85000"/>
                  <a:lumOff val="15000"/>
                </a:schemeClr>
              </a:solidFill>
            </a:endParaRPr>
          </a:p>
        </p:txBody>
      </p:sp>
    </p:spTree>
  </p:cSld>
  <p:clrMapOvr>
    <a:overrideClrMapping bg1="lt1" tx1="dk1" bg2="lt2" tx2="dk2" accent1="accent1" accent2="accent2" accent3="accent3" accent4="accent4" accent5="accent5" accent6="accent6" hlink="hlink" folHlink="folHlink"/>
  </p:clrMapOvr>
  <p:transition/>
</p:sld>
</file>

<file path=ppt/slides/slide45.xml><?xml version="1.0" encoding="utf-8"?>
<p:sld xmlns:a="http://schemas.openxmlformats.org/drawingml/2006/main" xmlns:r="http://schemas.openxmlformats.org/officeDocument/2006/relationships" xmlns:p="http://schemas.openxmlformats.org/presentationml/2006/main" showMasterSp="0">
  <p:cSld>
    <p:bg>
      <p:bgPr>
        <a:gradFill rotWithShape="0">
          <a:gsLst>
            <a:gs pos="0">
              <a:schemeClr val="bg1"/>
            </a:gs>
            <a:gs pos="100000">
              <a:schemeClr val="accent1"/>
            </a:gs>
          </a:gsLst>
          <a:lin ang="5400000" scaled="1"/>
        </a:gradFill>
        <a:effectLst/>
      </p:bgPr>
    </p:bg>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76104F61-9262-4D28-B3D1-D6D977BBA433}"/>
              </a:ext>
            </a:extLst>
          </p:cNvPr>
          <p:cNvSpPr>
            <a:spLocks noChangeArrowheads="1"/>
          </p:cNvSpPr>
          <p:nvPr/>
        </p:nvSpPr>
        <p:spPr bwMode="auto">
          <a:xfrm>
            <a:off x="0" y="0"/>
            <a:ext cx="4953000" cy="71120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i="1">
                <a:solidFill>
                  <a:srgbClr val="AC5232"/>
                </a:solidFill>
                <a:latin typeface="黑体" panose="02010609060101010101" pitchFamily="49" charset="-122"/>
                <a:ea typeface="黑体" panose="02010609060101010101" pitchFamily="49" charset="-122"/>
              </a:rPr>
              <a:t>二层数据流图 </a:t>
            </a:r>
            <a:r>
              <a:rPr lang="en-US" altLang="zh-CN" sz="4000" b="1" i="1">
                <a:solidFill>
                  <a:srgbClr val="AC5232"/>
                </a:solidFill>
                <a:latin typeface="黑体" panose="02010609060101010101" pitchFamily="49" charset="-122"/>
                <a:ea typeface="黑体" panose="02010609060101010101" pitchFamily="49" charset="-122"/>
              </a:rPr>
              <a:t>(1.4)</a:t>
            </a:r>
          </a:p>
        </p:txBody>
      </p:sp>
      <p:sp>
        <p:nvSpPr>
          <p:cNvPr id="64515" name="Oval 3">
            <a:extLst>
              <a:ext uri="{FF2B5EF4-FFF2-40B4-BE49-F238E27FC236}">
                <a16:creationId xmlns:a16="http://schemas.microsoft.com/office/drawing/2014/main" id="{63D9DA21-78B8-4396-ACFA-774C7BE2D562}"/>
              </a:ext>
            </a:extLst>
          </p:cNvPr>
          <p:cNvSpPr>
            <a:spLocks noChangeArrowheads="1"/>
          </p:cNvSpPr>
          <p:nvPr/>
        </p:nvSpPr>
        <p:spPr bwMode="auto">
          <a:xfrm>
            <a:off x="1600200" y="2019300"/>
            <a:ext cx="1981200" cy="1828800"/>
          </a:xfrm>
          <a:prstGeom prst="ellipse">
            <a:avLst/>
          </a:prstGeom>
          <a:solidFill>
            <a:schemeClr val="bg2"/>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4516" name="Rectangle 4">
            <a:extLst>
              <a:ext uri="{FF2B5EF4-FFF2-40B4-BE49-F238E27FC236}">
                <a16:creationId xmlns:a16="http://schemas.microsoft.com/office/drawing/2014/main" id="{4B7A7B8B-FBCF-4D50-9C69-D59BCF4361FB}"/>
              </a:ext>
            </a:extLst>
          </p:cNvPr>
          <p:cNvSpPr>
            <a:spLocks noChangeArrowheads="1"/>
          </p:cNvSpPr>
          <p:nvPr/>
        </p:nvSpPr>
        <p:spPr bwMode="auto">
          <a:xfrm>
            <a:off x="1676400" y="2476500"/>
            <a:ext cx="19050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600" b="1">
                <a:solidFill>
                  <a:schemeClr val="tx1">
                    <a:lumMod val="85000"/>
                    <a:lumOff val="15000"/>
                  </a:schemeClr>
                </a:solidFill>
                <a:latin typeface="宋体" panose="02010600030101010101" pitchFamily="2" charset="-122"/>
              </a:rPr>
              <a:t>审定还书期限</a:t>
            </a:r>
          </a:p>
        </p:txBody>
      </p:sp>
      <p:sp>
        <p:nvSpPr>
          <p:cNvPr id="64517" name="Line 5">
            <a:extLst>
              <a:ext uri="{FF2B5EF4-FFF2-40B4-BE49-F238E27FC236}">
                <a16:creationId xmlns:a16="http://schemas.microsoft.com/office/drawing/2014/main" id="{BD1B1A2A-F0FE-4EC7-9991-C01C867F55A8}"/>
              </a:ext>
            </a:extLst>
          </p:cNvPr>
          <p:cNvSpPr>
            <a:spLocks noChangeShapeType="1"/>
          </p:cNvSpPr>
          <p:nvPr/>
        </p:nvSpPr>
        <p:spPr bwMode="auto">
          <a:xfrm flipH="1" flipV="1">
            <a:off x="3581400" y="3140075"/>
            <a:ext cx="1828800" cy="0"/>
          </a:xfrm>
          <a:prstGeom prst="line">
            <a:avLst/>
          </a:prstGeom>
          <a:noFill/>
          <a:ln w="25400">
            <a:solidFill>
              <a:schemeClr val="hlink"/>
            </a:solidFill>
            <a:round/>
            <a:headEnd type="triangle" w="med" len="me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4518" name="Rectangle 6">
            <a:extLst>
              <a:ext uri="{FF2B5EF4-FFF2-40B4-BE49-F238E27FC236}">
                <a16:creationId xmlns:a16="http://schemas.microsoft.com/office/drawing/2014/main" id="{73B9EF47-AAEC-413E-8E4E-ADF8C9F98333}"/>
              </a:ext>
            </a:extLst>
          </p:cNvPr>
          <p:cNvSpPr>
            <a:spLocks noChangeArrowheads="1"/>
          </p:cNvSpPr>
          <p:nvPr/>
        </p:nvSpPr>
        <p:spPr bwMode="auto">
          <a:xfrm>
            <a:off x="-31750" y="2203450"/>
            <a:ext cx="1981200" cy="708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a:solidFill>
                  <a:schemeClr val="tx1">
                    <a:lumMod val="85000"/>
                    <a:lumOff val="15000"/>
                  </a:schemeClr>
                </a:solidFill>
                <a:latin typeface="宋体" panose="02010600030101010101" pitchFamily="2" charset="-122"/>
              </a:rPr>
              <a:t>还书单 </a:t>
            </a:r>
          </a:p>
        </p:txBody>
      </p:sp>
      <p:sp>
        <p:nvSpPr>
          <p:cNvPr id="64519" name="Rectangle 7">
            <a:extLst>
              <a:ext uri="{FF2B5EF4-FFF2-40B4-BE49-F238E27FC236}">
                <a16:creationId xmlns:a16="http://schemas.microsoft.com/office/drawing/2014/main" id="{C52FB7E7-A3C2-47DA-A2B2-5F65D1B5DC9C}"/>
              </a:ext>
            </a:extLst>
          </p:cNvPr>
          <p:cNvSpPr>
            <a:spLocks noChangeArrowheads="1"/>
          </p:cNvSpPr>
          <p:nvPr/>
        </p:nvSpPr>
        <p:spPr bwMode="auto">
          <a:xfrm>
            <a:off x="1990725" y="2006600"/>
            <a:ext cx="13350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600" b="1">
                <a:solidFill>
                  <a:schemeClr val="tx1">
                    <a:lumMod val="85000"/>
                    <a:lumOff val="15000"/>
                  </a:schemeClr>
                </a:solidFill>
                <a:latin typeface="宋体" panose="02010600030101010101" pitchFamily="2" charset="-122"/>
              </a:rPr>
              <a:t>1.4.1</a:t>
            </a:r>
          </a:p>
        </p:txBody>
      </p:sp>
      <p:sp>
        <p:nvSpPr>
          <p:cNvPr id="64520" name="Oval 8">
            <a:extLst>
              <a:ext uri="{FF2B5EF4-FFF2-40B4-BE49-F238E27FC236}">
                <a16:creationId xmlns:a16="http://schemas.microsoft.com/office/drawing/2014/main" id="{EC9FE423-571B-40FB-85EF-6D4F8B0902BC}"/>
              </a:ext>
            </a:extLst>
          </p:cNvPr>
          <p:cNvSpPr>
            <a:spLocks noChangeArrowheads="1"/>
          </p:cNvSpPr>
          <p:nvPr/>
        </p:nvSpPr>
        <p:spPr bwMode="auto">
          <a:xfrm>
            <a:off x="5334000" y="1866900"/>
            <a:ext cx="1955800" cy="1828800"/>
          </a:xfrm>
          <a:prstGeom prst="ellipse">
            <a:avLst/>
          </a:prstGeom>
          <a:solidFill>
            <a:schemeClr val="bg2"/>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4521" name="Rectangle 9">
            <a:extLst>
              <a:ext uri="{FF2B5EF4-FFF2-40B4-BE49-F238E27FC236}">
                <a16:creationId xmlns:a16="http://schemas.microsoft.com/office/drawing/2014/main" id="{034017BC-D6FE-4E96-9722-B0EB703BE7C2}"/>
              </a:ext>
            </a:extLst>
          </p:cNvPr>
          <p:cNvSpPr>
            <a:spLocks noChangeArrowheads="1"/>
          </p:cNvSpPr>
          <p:nvPr/>
        </p:nvSpPr>
        <p:spPr bwMode="auto">
          <a:xfrm>
            <a:off x="5486400" y="2324100"/>
            <a:ext cx="16002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600" b="1">
                <a:solidFill>
                  <a:schemeClr val="tx1">
                    <a:lumMod val="85000"/>
                    <a:lumOff val="15000"/>
                  </a:schemeClr>
                </a:solidFill>
                <a:latin typeface="宋体" panose="02010600030101010101" pitchFamily="2" charset="-122"/>
              </a:rPr>
              <a:t>修改借书信息 </a:t>
            </a:r>
          </a:p>
        </p:txBody>
      </p:sp>
      <p:sp>
        <p:nvSpPr>
          <p:cNvPr id="64522" name="Rectangle 10">
            <a:extLst>
              <a:ext uri="{FF2B5EF4-FFF2-40B4-BE49-F238E27FC236}">
                <a16:creationId xmlns:a16="http://schemas.microsoft.com/office/drawing/2014/main" id="{EE330699-317D-4920-B951-1A1AE554A9ED}"/>
              </a:ext>
            </a:extLst>
          </p:cNvPr>
          <p:cNvSpPr>
            <a:spLocks noChangeArrowheads="1"/>
          </p:cNvSpPr>
          <p:nvPr/>
        </p:nvSpPr>
        <p:spPr bwMode="auto">
          <a:xfrm>
            <a:off x="5651500" y="1854200"/>
            <a:ext cx="13350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600" b="1">
                <a:solidFill>
                  <a:schemeClr val="tx1">
                    <a:lumMod val="85000"/>
                    <a:lumOff val="15000"/>
                  </a:schemeClr>
                </a:solidFill>
                <a:latin typeface="宋体" panose="02010600030101010101" pitchFamily="2" charset="-122"/>
              </a:rPr>
              <a:t>1.4.2</a:t>
            </a:r>
          </a:p>
        </p:txBody>
      </p:sp>
      <p:sp>
        <p:nvSpPr>
          <p:cNvPr id="64523" name="Line 11">
            <a:extLst>
              <a:ext uri="{FF2B5EF4-FFF2-40B4-BE49-F238E27FC236}">
                <a16:creationId xmlns:a16="http://schemas.microsoft.com/office/drawing/2014/main" id="{EC3ECCEA-4119-43AD-8FBD-237DBC943905}"/>
              </a:ext>
            </a:extLst>
          </p:cNvPr>
          <p:cNvSpPr>
            <a:spLocks noChangeShapeType="1"/>
          </p:cNvSpPr>
          <p:nvPr/>
        </p:nvSpPr>
        <p:spPr bwMode="auto">
          <a:xfrm flipV="1">
            <a:off x="6248400" y="3695700"/>
            <a:ext cx="0" cy="1295400"/>
          </a:xfrm>
          <a:prstGeom prst="line">
            <a:avLst/>
          </a:prstGeom>
          <a:noFill/>
          <a:ln w="254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4524" name="Rectangle 12">
            <a:extLst>
              <a:ext uri="{FF2B5EF4-FFF2-40B4-BE49-F238E27FC236}">
                <a16:creationId xmlns:a16="http://schemas.microsoft.com/office/drawing/2014/main" id="{7F88DDCE-68B6-4AB2-A3BB-285688C91DF8}"/>
              </a:ext>
            </a:extLst>
          </p:cNvPr>
          <p:cNvSpPr>
            <a:spLocks noChangeArrowheads="1"/>
          </p:cNvSpPr>
          <p:nvPr/>
        </p:nvSpPr>
        <p:spPr bwMode="auto">
          <a:xfrm>
            <a:off x="3200400" y="990600"/>
            <a:ext cx="1833835"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en-US" sz="3200" b="1">
                <a:solidFill>
                  <a:schemeClr val="tx1">
                    <a:lumMod val="85000"/>
                    <a:lumOff val="15000"/>
                  </a:schemeClr>
                </a:solidFill>
                <a:latin typeface="宋体" panose="02010600030101010101" pitchFamily="2" charset="-122"/>
              </a:rPr>
              <a:t>借书文件</a:t>
            </a:r>
          </a:p>
        </p:txBody>
      </p:sp>
      <p:sp>
        <p:nvSpPr>
          <p:cNvPr id="64525" name="Line 13">
            <a:extLst>
              <a:ext uri="{FF2B5EF4-FFF2-40B4-BE49-F238E27FC236}">
                <a16:creationId xmlns:a16="http://schemas.microsoft.com/office/drawing/2014/main" id="{A9AA1DAA-E304-4651-A4D0-1FFED566064E}"/>
              </a:ext>
            </a:extLst>
          </p:cNvPr>
          <p:cNvSpPr>
            <a:spLocks noChangeShapeType="1"/>
          </p:cNvSpPr>
          <p:nvPr/>
        </p:nvSpPr>
        <p:spPr bwMode="auto">
          <a:xfrm>
            <a:off x="3124200" y="1066800"/>
            <a:ext cx="1981200" cy="0"/>
          </a:xfrm>
          <a:prstGeom prst="line">
            <a:avLst/>
          </a:prstGeom>
          <a:noFill/>
          <a:ln w="127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lstStyle/>
          <a:p>
            <a:endParaRPr lang="zh-CN" altLang="en-US">
              <a:solidFill>
                <a:schemeClr val="tx1">
                  <a:lumMod val="85000"/>
                  <a:lumOff val="15000"/>
                </a:schemeClr>
              </a:solidFill>
            </a:endParaRPr>
          </a:p>
        </p:txBody>
      </p:sp>
      <p:sp>
        <p:nvSpPr>
          <p:cNvPr id="64526" name="Line 14">
            <a:extLst>
              <a:ext uri="{FF2B5EF4-FFF2-40B4-BE49-F238E27FC236}">
                <a16:creationId xmlns:a16="http://schemas.microsoft.com/office/drawing/2014/main" id="{AE9EBA8F-20CE-4DB0-9219-7792CFE585D7}"/>
              </a:ext>
            </a:extLst>
          </p:cNvPr>
          <p:cNvSpPr>
            <a:spLocks noChangeShapeType="1"/>
          </p:cNvSpPr>
          <p:nvPr/>
        </p:nvSpPr>
        <p:spPr bwMode="auto">
          <a:xfrm>
            <a:off x="3200400" y="1524000"/>
            <a:ext cx="1905000" cy="0"/>
          </a:xfrm>
          <a:prstGeom prst="line">
            <a:avLst/>
          </a:prstGeom>
          <a:noFill/>
          <a:ln w="12700">
            <a:solidFill>
              <a:schemeClr val="hlink"/>
            </a:solidFill>
            <a:round/>
            <a:headEnd type="none" w="sm" len="sm"/>
            <a:tailEnd type="none" w="sm" len="sm"/>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solidFill>
                <a:schemeClr val="tx1">
                  <a:lumMod val="85000"/>
                  <a:lumOff val="15000"/>
                </a:schemeClr>
              </a:solidFill>
            </a:endParaRPr>
          </a:p>
        </p:txBody>
      </p:sp>
      <p:sp>
        <p:nvSpPr>
          <p:cNvPr id="64527" name="Rectangle 15">
            <a:extLst>
              <a:ext uri="{FF2B5EF4-FFF2-40B4-BE49-F238E27FC236}">
                <a16:creationId xmlns:a16="http://schemas.microsoft.com/office/drawing/2014/main" id="{B48250B8-F64A-402E-9363-A83056ABD0A5}"/>
              </a:ext>
            </a:extLst>
          </p:cNvPr>
          <p:cNvSpPr>
            <a:spLocks noChangeArrowheads="1"/>
          </p:cNvSpPr>
          <p:nvPr/>
        </p:nvSpPr>
        <p:spPr bwMode="auto">
          <a:xfrm>
            <a:off x="3581400" y="1981200"/>
            <a:ext cx="17526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600" b="1">
                <a:solidFill>
                  <a:schemeClr val="tx1">
                    <a:lumMod val="85000"/>
                    <a:lumOff val="15000"/>
                  </a:schemeClr>
                </a:solidFill>
                <a:latin typeface="宋体" panose="02010600030101010101" pitchFamily="2" charset="-122"/>
              </a:rPr>
              <a:t>未超期</a:t>
            </a:r>
          </a:p>
          <a:p>
            <a:pPr algn="ctr" eaLnBrk="0" hangingPunct="0"/>
            <a:r>
              <a:rPr lang="zh-CN" altLang="en-US" sz="3600" b="1">
                <a:solidFill>
                  <a:schemeClr val="tx1">
                    <a:lumMod val="85000"/>
                    <a:lumOff val="15000"/>
                  </a:schemeClr>
                </a:solidFill>
                <a:latin typeface="宋体" panose="02010600030101010101" pitchFamily="2" charset="-122"/>
              </a:rPr>
              <a:t>还书单</a:t>
            </a:r>
            <a:endParaRPr lang="zh-CN" altLang="en-US" sz="4000" b="1">
              <a:solidFill>
                <a:schemeClr val="tx1">
                  <a:lumMod val="85000"/>
                  <a:lumOff val="15000"/>
                </a:schemeClr>
              </a:solidFill>
              <a:latin typeface="宋体" panose="02010600030101010101" pitchFamily="2" charset="-122"/>
            </a:endParaRPr>
          </a:p>
        </p:txBody>
      </p:sp>
      <p:sp>
        <p:nvSpPr>
          <p:cNvPr id="64528" name="Oval 16">
            <a:extLst>
              <a:ext uri="{FF2B5EF4-FFF2-40B4-BE49-F238E27FC236}">
                <a16:creationId xmlns:a16="http://schemas.microsoft.com/office/drawing/2014/main" id="{A8C5C64E-C8FF-474A-B6C8-A2ECF55DBDE1}"/>
              </a:ext>
            </a:extLst>
          </p:cNvPr>
          <p:cNvSpPr>
            <a:spLocks noChangeArrowheads="1"/>
          </p:cNvSpPr>
          <p:nvPr/>
        </p:nvSpPr>
        <p:spPr bwMode="auto">
          <a:xfrm>
            <a:off x="5334000" y="4991100"/>
            <a:ext cx="1955800" cy="1828800"/>
          </a:xfrm>
          <a:prstGeom prst="ellipse">
            <a:avLst/>
          </a:prstGeom>
          <a:solidFill>
            <a:schemeClr val="bg2"/>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4529" name="Rectangle 17">
            <a:extLst>
              <a:ext uri="{FF2B5EF4-FFF2-40B4-BE49-F238E27FC236}">
                <a16:creationId xmlns:a16="http://schemas.microsoft.com/office/drawing/2014/main" id="{19796F1E-F31B-4C8F-A8DF-87FA86F4BECF}"/>
              </a:ext>
            </a:extLst>
          </p:cNvPr>
          <p:cNvSpPr>
            <a:spLocks noChangeArrowheads="1"/>
          </p:cNvSpPr>
          <p:nvPr/>
        </p:nvSpPr>
        <p:spPr bwMode="auto">
          <a:xfrm>
            <a:off x="5546725" y="5429250"/>
            <a:ext cx="16002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600" b="1">
                <a:solidFill>
                  <a:schemeClr val="tx1">
                    <a:lumMod val="85000"/>
                    <a:lumOff val="15000"/>
                  </a:schemeClr>
                </a:solidFill>
                <a:latin typeface="宋体" panose="02010600030101010101" pitchFamily="2" charset="-122"/>
              </a:rPr>
              <a:t>计算超期罚款</a:t>
            </a:r>
          </a:p>
        </p:txBody>
      </p:sp>
      <p:sp>
        <p:nvSpPr>
          <p:cNvPr id="64530" name="Rectangle 18">
            <a:extLst>
              <a:ext uri="{FF2B5EF4-FFF2-40B4-BE49-F238E27FC236}">
                <a16:creationId xmlns:a16="http://schemas.microsoft.com/office/drawing/2014/main" id="{283158E4-B926-49D6-9E00-CCF3380295B6}"/>
              </a:ext>
            </a:extLst>
          </p:cNvPr>
          <p:cNvSpPr>
            <a:spLocks noChangeArrowheads="1"/>
          </p:cNvSpPr>
          <p:nvPr/>
        </p:nvSpPr>
        <p:spPr bwMode="auto">
          <a:xfrm>
            <a:off x="5651500" y="4978400"/>
            <a:ext cx="13350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600" b="1">
                <a:solidFill>
                  <a:schemeClr val="tx1">
                    <a:lumMod val="85000"/>
                    <a:lumOff val="15000"/>
                  </a:schemeClr>
                </a:solidFill>
                <a:latin typeface="宋体" panose="02010600030101010101" pitchFamily="2" charset="-122"/>
              </a:rPr>
              <a:t>1.4.3</a:t>
            </a:r>
          </a:p>
        </p:txBody>
      </p:sp>
      <p:sp>
        <p:nvSpPr>
          <p:cNvPr id="64531" name="Rectangle 19">
            <a:extLst>
              <a:ext uri="{FF2B5EF4-FFF2-40B4-BE49-F238E27FC236}">
                <a16:creationId xmlns:a16="http://schemas.microsoft.com/office/drawing/2014/main" id="{498E16E7-6464-45A6-BD3A-1FBE56DBBC40}"/>
              </a:ext>
            </a:extLst>
          </p:cNvPr>
          <p:cNvSpPr>
            <a:spLocks noChangeArrowheads="1"/>
          </p:cNvSpPr>
          <p:nvPr/>
        </p:nvSpPr>
        <p:spPr bwMode="auto">
          <a:xfrm>
            <a:off x="6248400" y="3886200"/>
            <a:ext cx="1752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600" b="1">
                <a:solidFill>
                  <a:schemeClr val="tx1">
                    <a:lumMod val="85000"/>
                    <a:lumOff val="15000"/>
                  </a:schemeClr>
                </a:solidFill>
                <a:latin typeface="宋体" panose="02010600030101010101" pitchFamily="2" charset="-122"/>
              </a:rPr>
              <a:t>还书单</a:t>
            </a:r>
            <a:endParaRPr lang="zh-CN" altLang="en-US" sz="4000" b="1">
              <a:solidFill>
                <a:schemeClr val="tx1">
                  <a:lumMod val="85000"/>
                  <a:lumOff val="15000"/>
                </a:schemeClr>
              </a:solidFill>
              <a:latin typeface="宋体" panose="02010600030101010101" pitchFamily="2" charset="-122"/>
            </a:endParaRPr>
          </a:p>
        </p:txBody>
      </p:sp>
      <p:sp>
        <p:nvSpPr>
          <p:cNvPr id="64532" name="Line 20">
            <a:extLst>
              <a:ext uri="{FF2B5EF4-FFF2-40B4-BE49-F238E27FC236}">
                <a16:creationId xmlns:a16="http://schemas.microsoft.com/office/drawing/2014/main" id="{64A463AF-A88F-4853-A5C5-85A2EB8A0AB6}"/>
              </a:ext>
            </a:extLst>
          </p:cNvPr>
          <p:cNvSpPr>
            <a:spLocks noChangeShapeType="1"/>
          </p:cNvSpPr>
          <p:nvPr/>
        </p:nvSpPr>
        <p:spPr bwMode="auto">
          <a:xfrm>
            <a:off x="31750" y="2959100"/>
            <a:ext cx="1600200" cy="0"/>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solidFill>
                <a:schemeClr val="tx1">
                  <a:lumMod val="85000"/>
                  <a:lumOff val="15000"/>
                </a:schemeClr>
              </a:solidFill>
            </a:endParaRPr>
          </a:p>
        </p:txBody>
      </p:sp>
      <p:sp>
        <p:nvSpPr>
          <p:cNvPr id="64533" name="Line 21">
            <a:extLst>
              <a:ext uri="{FF2B5EF4-FFF2-40B4-BE49-F238E27FC236}">
                <a16:creationId xmlns:a16="http://schemas.microsoft.com/office/drawing/2014/main" id="{60AF458B-B8CB-48B1-8A6F-A68E8AFCC1D9}"/>
              </a:ext>
            </a:extLst>
          </p:cNvPr>
          <p:cNvSpPr>
            <a:spLocks noChangeShapeType="1"/>
          </p:cNvSpPr>
          <p:nvPr/>
        </p:nvSpPr>
        <p:spPr bwMode="auto">
          <a:xfrm>
            <a:off x="2971800" y="3810000"/>
            <a:ext cx="2362200" cy="1981200"/>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solidFill>
                <a:schemeClr val="tx1">
                  <a:lumMod val="85000"/>
                  <a:lumOff val="15000"/>
                </a:schemeClr>
              </a:solidFill>
            </a:endParaRPr>
          </a:p>
        </p:txBody>
      </p:sp>
      <p:sp>
        <p:nvSpPr>
          <p:cNvPr id="64534" name="Rectangle 22">
            <a:extLst>
              <a:ext uri="{FF2B5EF4-FFF2-40B4-BE49-F238E27FC236}">
                <a16:creationId xmlns:a16="http://schemas.microsoft.com/office/drawing/2014/main" id="{A17A556E-1760-4DAD-A681-16E3BDB561CB}"/>
              </a:ext>
            </a:extLst>
          </p:cNvPr>
          <p:cNvSpPr>
            <a:spLocks noChangeArrowheads="1"/>
          </p:cNvSpPr>
          <p:nvPr/>
        </p:nvSpPr>
        <p:spPr bwMode="auto">
          <a:xfrm>
            <a:off x="3276600" y="3886200"/>
            <a:ext cx="17526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600" b="1">
                <a:solidFill>
                  <a:schemeClr val="tx1">
                    <a:lumMod val="85000"/>
                    <a:lumOff val="15000"/>
                  </a:schemeClr>
                </a:solidFill>
                <a:latin typeface="宋体" panose="02010600030101010101" pitchFamily="2" charset="-122"/>
              </a:rPr>
              <a:t>超期</a:t>
            </a:r>
          </a:p>
          <a:p>
            <a:pPr algn="ctr" eaLnBrk="0" hangingPunct="0"/>
            <a:r>
              <a:rPr lang="zh-CN" altLang="en-US" sz="3600" b="1">
                <a:solidFill>
                  <a:schemeClr val="tx1">
                    <a:lumMod val="85000"/>
                    <a:lumOff val="15000"/>
                  </a:schemeClr>
                </a:solidFill>
                <a:latin typeface="宋体" panose="02010600030101010101" pitchFamily="2" charset="-122"/>
              </a:rPr>
              <a:t>还书单</a:t>
            </a:r>
            <a:endParaRPr lang="zh-CN" altLang="en-US" sz="4000" b="1">
              <a:solidFill>
                <a:schemeClr val="tx1">
                  <a:lumMod val="85000"/>
                  <a:lumOff val="15000"/>
                </a:schemeClr>
              </a:solidFill>
              <a:latin typeface="宋体" panose="02010600030101010101" pitchFamily="2" charset="-122"/>
            </a:endParaRPr>
          </a:p>
        </p:txBody>
      </p:sp>
      <p:sp>
        <p:nvSpPr>
          <p:cNvPr id="64535" name="Line 23">
            <a:extLst>
              <a:ext uri="{FF2B5EF4-FFF2-40B4-BE49-F238E27FC236}">
                <a16:creationId xmlns:a16="http://schemas.microsoft.com/office/drawing/2014/main" id="{53961292-9C72-4D0A-BDA7-CEC70ADD2D14}"/>
              </a:ext>
            </a:extLst>
          </p:cNvPr>
          <p:cNvSpPr>
            <a:spLocks noChangeShapeType="1"/>
          </p:cNvSpPr>
          <p:nvPr/>
        </p:nvSpPr>
        <p:spPr bwMode="auto">
          <a:xfrm flipV="1">
            <a:off x="2590800" y="1600200"/>
            <a:ext cx="838200" cy="381000"/>
          </a:xfrm>
          <a:prstGeom prst="line">
            <a:avLst/>
          </a:prstGeom>
          <a:noFill/>
          <a:ln w="25400">
            <a:solidFill>
              <a:schemeClr val="hlink"/>
            </a:solidFill>
            <a:round/>
            <a:headEnd type="triangle" w="lg"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solidFill>
                <a:schemeClr val="tx1">
                  <a:lumMod val="85000"/>
                  <a:lumOff val="15000"/>
                </a:schemeClr>
              </a:solidFill>
            </a:endParaRPr>
          </a:p>
        </p:txBody>
      </p:sp>
      <p:sp>
        <p:nvSpPr>
          <p:cNvPr id="64536" name="Line 24">
            <a:extLst>
              <a:ext uri="{FF2B5EF4-FFF2-40B4-BE49-F238E27FC236}">
                <a16:creationId xmlns:a16="http://schemas.microsoft.com/office/drawing/2014/main" id="{095FE0FA-51EA-4372-95CF-383975A147A1}"/>
              </a:ext>
            </a:extLst>
          </p:cNvPr>
          <p:cNvSpPr>
            <a:spLocks noChangeShapeType="1"/>
          </p:cNvSpPr>
          <p:nvPr/>
        </p:nvSpPr>
        <p:spPr bwMode="auto">
          <a:xfrm flipH="1" flipV="1">
            <a:off x="4876800" y="1600200"/>
            <a:ext cx="838200" cy="457200"/>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solidFill>
                <a:schemeClr val="tx1">
                  <a:lumMod val="85000"/>
                  <a:lumOff val="15000"/>
                </a:schemeClr>
              </a:solidFill>
            </a:endParaRPr>
          </a:p>
        </p:txBody>
      </p:sp>
      <p:sp>
        <p:nvSpPr>
          <p:cNvPr id="64537" name="Line 25">
            <a:extLst>
              <a:ext uri="{FF2B5EF4-FFF2-40B4-BE49-F238E27FC236}">
                <a16:creationId xmlns:a16="http://schemas.microsoft.com/office/drawing/2014/main" id="{66E79CA6-C536-4BBF-A262-3508C35E79E1}"/>
              </a:ext>
            </a:extLst>
          </p:cNvPr>
          <p:cNvSpPr>
            <a:spLocks noChangeShapeType="1"/>
          </p:cNvSpPr>
          <p:nvPr/>
        </p:nvSpPr>
        <p:spPr bwMode="auto">
          <a:xfrm>
            <a:off x="7315200" y="6019800"/>
            <a:ext cx="1371600" cy="0"/>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solidFill>
                <a:schemeClr val="tx1">
                  <a:lumMod val="85000"/>
                  <a:lumOff val="15000"/>
                </a:schemeClr>
              </a:solidFill>
            </a:endParaRPr>
          </a:p>
        </p:txBody>
      </p:sp>
      <p:sp>
        <p:nvSpPr>
          <p:cNvPr id="64538" name="Rectangle 26">
            <a:extLst>
              <a:ext uri="{FF2B5EF4-FFF2-40B4-BE49-F238E27FC236}">
                <a16:creationId xmlns:a16="http://schemas.microsoft.com/office/drawing/2014/main" id="{78DE1D2B-883B-4546-A3BF-D1825283AEAB}"/>
              </a:ext>
            </a:extLst>
          </p:cNvPr>
          <p:cNvSpPr>
            <a:spLocks noChangeArrowheads="1"/>
          </p:cNvSpPr>
          <p:nvPr/>
        </p:nvSpPr>
        <p:spPr bwMode="auto">
          <a:xfrm>
            <a:off x="7115175" y="5321300"/>
            <a:ext cx="1752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600" b="1">
                <a:solidFill>
                  <a:schemeClr val="tx1">
                    <a:lumMod val="85000"/>
                    <a:lumOff val="15000"/>
                  </a:schemeClr>
                </a:solidFill>
                <a:latin typeface="宋体" panose="02010600030101010101" pitchFamily="2" charset="-122"/>
              </a:rPr>
              <a:t>罚款单</a:t>
            </a:r>
            <a:endParaRPr lang="zh-CN" altLang="en-US" sz="4000" b="1">
              <a:solidFill>
                <a:schemeClr val="tx1">
                  <a:lumMod val="85000"/>
                  <a:lumOff val="15000"/>
                </a:schemeClr>
              </a:solidFill>
              <a:latin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transition/>
</p:sld>
</file>

<file path=ppt/slides/slide46.xml><?xml version="1.0" encoding="utf-8"?>
<p:sld xmlns:a="http://schemas.openxmlformats.org/drawingml/2006/main" xmlns:r="http://schemas.openxmlformats.org/officeDocument/2006/relationships" xmlns:p="http://schemas.openxmlformats.org/presentationml/2006/main" showMasterSp="0">
  <p:cSld>
    <p:bg>
      <p:bgPr>
        <a:gradFill rotWithShape="0">
          <a:gsLst>
            <a:gs pos="0">
              <a:schemeClr val="bg1"/>
            </a:gs>
            <a:gs pos="100000">
              <a:schemeClr val="accent1"/>
            </a:gs>
          </a:gsLst>
          <a:lin ang="5400000" scaled="1"/>
        </a:gradFill>
        <a:effectLst/>
      </p:bgPr>
    </p:bg>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96CC5CC8-773C-4FA9-BE64-1B5C7353A037}"/>
              </a:ext>
            </a:extLst>
          </p:cNvPr>
          <p:cNvSpPr>
            <a:spLocks noChangeArrowheads="1"/>
          </p:cNvSpPr>
          <p:nvPr/>
        </p:nvSpPr>
        <p:spPr bwMode="auto">
          <a:xfrm>
            <a:off x="0" y="0"/>
            <a:ext cx="4953000" cy="71120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i="1">
                <a:solidFill>
                  <a:srgbClr val="AC5232"/>
                </a:solidFill>
                <a:latin typeface="黑体" panose="02010609060101010101" pitchFamily="49" charset="-122"/>
                <a:ea typeface="黑体" panose="02010609060101010101" pitchFamily="49" charset="-122"/>
              </a:rPr>
              <a:t>二层数据流图 </a:t>
            </a:r>
            <a:r>
              <a:rPr lang="en-US" altLang="zh-CN" sz="4000" b="1" i="1">
                <a:solidFill>
                  <a:srgbClr val="AC5232"/>
                </a:solidFill>
                <a:latin typeface="黑体" panose="02010609060101010101" pitchFamily="49" charset="-122"/>
                <a:ea typeface="黑体" panose="02010609060101010101" pitchFamily="49" charset="-122"/>
              </a:rPr>
              <a:t>(1.5)</a:t>
            </a:r>
          </a:p>
        </p:txBody>
      </p:sp>
      <p:sp>
        <p:nvSpPr>
          <p:cNvPr id="66563" name="Oval 3">
            <a:extLst>
              <a:ext uri="{FF2B5EF4-FFF2-40B4-BE49-F238E27FC236}">
                <a16:creationId xmlns:a16="http://schemas.microsoft.com/office/drawing/2014/main" id="{4DA4D0A8-3F37-43A7-B1C6-537E5976EAC2}"/>
              </a:ext>
            </a:extLst>
          </p:cNvPr>
          <p:cNvSpPr>
            <a:spLocks noChangeArrowheads="1"/>
          </p:cNvSpPr>
          <p:nvPr/>
        </p:nvSpPr>
        <p:spPr bwMode="auto">
          <a:xfrm>
            <a:off x="1600200" y="1828800"/>
            <a:ext cx="1981200" cy="1828800"/>
          </a:xfrm>
          <a:prstGeom prst="ellipse">
            <a:avLst/>
          </a:prstGeom>
          <a:solidFill>
            <a:schemeClr val="bg2"/>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6564" name="Rectangle 4">
            <a:extLst>
              <a:ext uri="{FF2B5EF4-FFF2-40B4-BE49-F238E27FC236}">
                <a16:creationId xmlns:a16="http://schemas.microsoft.com/office/drawing/2014/main" id="{54250766-60D7-4FED-8AEA-DCB519B757E0}"/>
              </a:ext>
            </a:extLst>
          </p:cNvPr>
          <p:cNvSpPr>
            <a:spLocks noChangeArrowheads="1"/>
          </p:cNvSpPr>
          <p:nvPr/>
        </p:nvSpPr>
        <p:spPr bwMode="auto">
          <a:xfrm>
            <a:off x="1631950" y="2540000"/>
            <a:ext cx="1905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600" b="1">
                <a:solidFill>
                  <a:schemeClr val="tx1">
                    <a:lumMod val="85000"/>
                    <a:lumOff val="15000"/>
                  </a:schemeClr>
                </a:solidFill>
                <a:latin typeface="宋体" panose="02010600030101010101" pitchFamily="2" charset="-122"/>
              </a:rPr>
              <a:t>分类 </a:t>
            </a:r>
          </a:p>
        </p:txBody>
      </p:sp>
      <p:sp>
        <p:nvSpPr>
          <p:cNvPr id="66565" name="Line 5">
            <a:extLst>
              <a:ext uri="{FF2B5EF4-FFF2-40B4-BE49-F238E27FC236}">
                <a16:creationId xmlns:a16="http://schemas.microsoft.com/office/drawing/2014/main" id="{F7155E7C-E964-4F08-A58B-ACA3A4CE1F5C}"/>
              </a:ext>
            </a:extLst>
          </p:cNvPr>
          <p:cNvSpPr>
            <a:spLocks noChangeShapeType="1"/>
          </p:cNvSpPr>
          <p:nvPr/>
        </p:nvSpPr>
        <p:spPr bwMode="auto">
          <a:xfrm flipH="1" flipV="1">
            <a:off x="3581400" y="2743200"/>
            <a:ext cx="1828800" cy="0"/>
          </a:xfrm>
          <a:prstGeom prst="line">
            <a:avLst/>
          </a:prstGeom>
          <a:noFill/>
          <a:ln w="25400">
            <a:solidFill>
              <a:schemeClr val="hlink"/>
            </a:solidFill>
            <a:round/>
            <a:headEnd type="triangle" w="med" len="me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6566" name="Rectangle 6">
            <a:extLst>
              <a:ext uri="{FF2B5EF4-FFF2-40B4-BE49-F238E27FC236}">
                <a16:creationId xmlns:a16="http://schemas.microsoft.com/office/drawing/2014/main" id="{4C6295D6-FA34-40E8-971A-A72B7ED658E0}"/>
              </a:ext>
            </a:extLst>
          </p:cNvPr>
          <p:cNvSpPr>
            <a:spLocks noChangeArrowheads="1"/>
          </p:cNvSpPr>
          <p:nvPr/>
        </p:nvSpPr>
        <p:spPr bwMode="auto">
          <a:xfrm>
            <a:off x="-76200" y="2209800"/>
            <a:ext cx="1981200" cy="708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a:solidFill>
                  <a:schemeClr val="tx1">
                    <a:lumMod val="85000"/>
                    <a:lumOff val="15000"/>
                  </a:schemeClr>
                </a:solidFill>
                <a:latin typeface="宋体" panose="02010600030101010101" pitchFamily="2" charset="-122"/>
              </a:rPr>
              <a:t>注销单 </a:t>
            </a:r>
          </a:p>
        </p:txBody>
      </p:sp>
      <p:sp>
        <p:nvSpPr>
          <p:cNvPr id="66567" name="Line 7">
            <a:extLst>
              <a:ext uri="{FF2B5EF4-FFF2-40B4-BE49-F238E27FC236}">
                <a16:creationId xmlns:a16="http://schemas.microsoft.com/office/drawing/2014/main" id="{9C45F8A0-80D4-4157-8742-052C20739958}"/>
              </a:ext>
            </a:extLst>
          </p:cNvPr>
          <p:cNvSpPr>
            <a:spLocks noChangeShapeType="1"/>
          </p:cNvSpPr>
          <p:nvPr/>
        </p:nvSpPr>
        <p:spPr bwMode="auto">
          <a:xfrm>
            <a:off x="7010400" y="4038600"/>
            <a:ext cx="1828800" cy="0"/>
          </a:xfrm>
          <a:prstGeom prst="line">
            <a:avLst/>
          </a:prstGeom>
          <a:noFill/>
          <a:ln w="25400">
            <a:solidFill>
              <a:schemeClr val="hlink"/>
            </a:solidFill>
            <a:round/>
            <a:headEnd type="none" w="lg" len="me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6568" name="Rectangle 8">
            <a:extLst>
              <a:ext uri="{FF2B5EF4-FFF2-40B4-BE49-F238E27FC236}">
                <a16:creationId xmlns:a16="http://schemas.microsoft.com/office/drawing/2014/main" id="{14549F29-76B3-40D1-94C2-A173F20AEE52}"/>
              </a:ext>
            </a:extLst>
          </p:cNvPr>
          <p:cNvSpPr>
            <a:spLocks noChangeArrowheads="1"/>
          </p:cNvSpPr>
          <p:nvPr/>
        </p:nvSpPr>
        <p:spPr bwMode="auto">
          <a:xfrm>
            <a:off x="1990725" y="1895475"/>
            <a:ext cx="13350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600" b="1">
                <a:solidFill>
                  <a:schemeClr val="tx1">
                    <a:lumMod val="85000"/>
                    <a:lumOff val="15000"/>
                  </a:schemeClr>
                </a:solidFill>
                <a:latin typeface="宋体" panose="02010600030101010101" pitchFamily="2" charset="-122"/>
              </a:rPr>
              <a:t>1.5.1</a:t>
            </a:r>
          </a:p>
        </p:txBody>
      </p:sp>
      <p:sp>
        <p:nvSpPr>
          <p:cNvPr id="66569" name="Oval 9">
            <a:extLst>
              <a:ext uri="{FF2B5EF4-FFF2-40B4-BE49-F238E27FC236}">
                <a16:creationId xmlns:a16="http://schemas.microsoft.com/office/drawing/2014/main" id="{87FE6586-00D9-4FB0-8C3A-4642BE23E156}"/>
              </a:ext>
            </a:extLst>
          </p:cNvPr>
          <p:cNvSpPr>
            <a:spLocks noChangeArrowheads="1"/>
          </p:cNvSpPr>
          <p:nvPr/>
        </p:nvSpPr>
        <p:spPr bwMode="auto">
          <a:xfrm>
            <a:off x="5334000" y="1676400"/>
            <a:ext cx="1955800" cy="1828800"/>
          </a:xfrm>
          <a:prstGeom prst="ellipse">
            <a:avLst/>
          </a:prstGeom>
          <a:solidFill>
            <a:schemeClr val="bg2"/>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6570" name="Rectangle 10">
            <a:extLst>
              <a:ext uri="{FF2B5EF4-FFF2-40B4-BE49-F238E27FC236}">
                <a16:creationId xmlns:a16="http://schemas.microsoft.com/office/drawing/2014/main" id="{952B776A-EE7C-493F-89E3-AC4C5523C8AE}"/>
              </a:ext>
            </a:extLst>
          </p:cNvPr>
          <p:cNvSpPr>
            <a:spLocks noChangeArrowheads="1"/>
          </p:cNvSpPr>
          <p:nvPr/>
        </p:nvSpPr>
        <p:spPr bwMode="auto">
          <a:xfrm>
            <a:off x="5486400" y="2133600"/>
            <a:ext cx="16002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600" b="1">
                <a:solidFill>
                  <a:schemeClr val="tx1">
                    <a:lumMod val="85000"/>
                    <a:lumOff val="15000"/>
                  </a:schemeClr>
                </a:solidFill>
                <a:latin typeface="宋体" panose="02010600030101010101" pitchFamily="2" charset="-122"/>
              </a:rPr>
              <a:t>修改 目录</a:t>
            </a:r>
          </a:p>
        </p:txBody>
      </p:sp>
      <p:sp>
        <p:nvSpPr>
          <p:cNvPr id="66571" name="Rectangle 11">
            <a:extLst>
              <a:ext uri="{FF2B5EF4-FFF2-40B4-BE49-F238E27FC236}">
                <a16:creationId xmlns:a16="http://schemas.microsoft.com/office/drawing/2014/main" id="{8A7765CD-AD7E-47CF-A013-9B1942709B05}"/>
              </a:ext>
            </a:extLst>
          </p:cNvPr>
          <p:cNvSpPr>
            <a:spLocks noChangeArrowheads="1"/>
          </p:cNvSpPr>
          <p:nvPr/>
        </p:nvSpPr>
        <p:spPr bwMode="auto">
          <a:xfrm>
            <a:off x="5651500" y="1663700"/>
            <a:ext cx="13350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600" b="1">
                <a:solidFill>
                  <a:schemeClr val="tx1">
                    <a:lumMod val="85000"/>
                    <a:lumOff val="15000"/>
                  </a:schemeClr>
                </a:solidFill>
                <a:latin typeface="宋体" panose="02010600030101010101" pitchFamily="2" charset="-122"/>
              </a:rPr>
              <a:t>1.5.2</a:t>
            </a:r>
          </a:p>
        </p:txBody>
      </p:sp>
      <p:sp>
        <p:nvSpPr>
          <p:cNvPr id="66572" name="Line 12">
            <a:extLst>
              <a:ext uri="{FF2B5EF4-FFF2-40B4-BE49-F238E27FC236}">
                <a16:creationId xmlns:a16="http://schemas.microsoft.com/office/drawing/2014/main" id="{8B2FF6F4-0624-4D58-895B-AB158146CF43}"/>
              </a:ext>
            </a:extLst>
          </p:cNvPr>
          <p:cNvSpPr>
            <a:spLocks noChangeShapeType="1"/>
          </p:cNvSpPr>
          <p:nvPr/>
        </p:nvSpPr>
        <p:spPr bwMode="auto">
          <a:xfrm flipV="1">
            <a:off x="6248400" y="3505200"/>
            <a:ext cx="0" cy="1295400"/>
          </a:xfrm>
          <a:prstGeom prst="line">
            <a:avLst/>
          </a:prstGeom>
          <a:noFill/>
          <a:ln w="254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6573" name="Rectangle 13">
            <a:extLst>
              <a:ext uri="{FF2B5EF4-FFF2-40B4-BE49-F238E27FC236}">
                <a16:creationId xmlns:a16="http://schemas.microsoft.com/office/drawing/2014/main" id="{A9096DFA-1FEA-414D-A6D2-82EDE2F6F444}"/>
              </a:ext>
            </a:extLst>
          </p:cNvPr>
          <p:cNvSpPr>
            <a:spLocks noChangeArrowheads="1"/>
          </p:cNvSpPr>
          <p:nvPr/>
        </p:nvSpPr>
        <p:spPr bwMode="auto">
          <a:xfrm>
            <a:off x="2743200" y="5486400"/>
            <a:ext cx="1833835"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en-US" sz="3200" b="1">
                <a:solidFill>
                  <a:schemeClr val="tx1">
                    <a:lumMod val="85000"/>
                    <a:lumOff val="15000"/>
                  </a:schemeClr>
                </a:solidFill>
                <a:latin typeface="宋体" panose="02010600030101010101" pitchFamily="2" charset="-122"/>
              </a:rPr>
              <a:t>借书文件</a:t>
            </a:r>
          </a:p>
        </p:txBody>
      </p:sp>
      <p:sp>
        <p:nvSpPr>
          <p:cNvPr id="66574" name="Line 14">
            <a:extLst>
              <a:ext uri="{FF2B5EF4-FFF2-40B4-BE49-F238E27FC236}">
                <a16:creationId xmlns:a16="http://schemas.microsoft.com/office/drawing/2014/main" id="{011A6748-BFD2-4F0B-B132-698CFD57EBD1}"/>
              </a:ext>
            </a:extLst>
          </p:cNvPr>
          <p:cNvSpPr>
            <a:spLocks noChangeShapeType="1"/>
          </p:cNvSpPr>
          <p:nvPr/>
        </p:nvSpPr>
        <p:spPr bwMode="auto">
          <a:xfrm>
            <a:off x="2555875" y="5562600"/>
            <a:ext cx="1981200" cy="0"/>
          </a:xfrm>
          <a:prstGeom prst="line">
            <a:avLst/>
          </a:prstGeom>
          <a:noFill/>
          <a:ln w="127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lstStyle/>
          <a:p>
            <a:endParaRPr lang="zh-CN" altLang="en-US">
              <a:solidFill>
                <a:schemeClr val="tx1">
                  <a:lumMod val="85000"/>
                  <a:lumOff val="15000"/>
                </a:schemeClr>
              </a:solidFill>
            </a:endParaRPr>
          </a:p>
        </p:txBody>
      </p:sp>
      <p:sp>
        <p:nvSpPr>
          <p:cNvPr id="66575" name="Line 15">
            <a:extLst>
              <a:ext uri="{FF2B5EF4-FFF2-40B4-BE49-F238E27FC236}">
                <a16:creationId xmlns:a16="http://schemas.microsoft.com/office/drawing/2014/main" id="{9B027B17-5105-41D9-8EE6-B97D2731B54A}"/>
              </a:ext>
            </a:extLst>
          </p:cNvPr>
          <p:cNvSpPr>
            <a:spLocks noChangeShapeType="1"/>
          </p:cNvSpPr>
          <p:nvPr/>
        </p:nvSpPr>
        <p:spPr bwMode="auto">
          <a:xfrm>
            <a:off x="2667000" y="6129338"/>
            <a:ext cx="1905000" cy="0"/>
          </a:xfrm>
          <a:prstGeom prst="line">
            <a:avLst/>
          </a:prstGeom>
          <a:noFill/>
          <a:ln w="12700">
            <a:solidFill>
              <a:schemeClr val="hlink"/>
            </a:solidFill>
            <a:round/>
            <a:headEnd type="none" w="sm" len="sm"/>
            <a:tailEnd type="none" w="sm" len="sm"/>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solidFill>
                <a:schemeClr val="tx1">
                  <a:lumMod val="85000"/>
                  <a:lumOff val="15000"/>
                </a:schemeClr>
              </a:solidFill>
            </a:endParaRPr>
          </a:p>
        </p:txBody>
      </p:sp>
      <p:sp>
        <p:nvSpPr>
          <p:cNvPr id="66576" name="Rectangle 16">
            <a:extLst>
              <a:ext uri="{FF2B5EF4-FFF2-40B4-BE49-F238E27FC236}">
                <a16:creationId xmlns:a16="http://schemas.microsoft.com/office/drawing/2014/main" id="{D3483A6F-9902-4C96-A582-E7DF18CFB486}"/>
              </a:ext>
            </a:extLst>
          </p:cNvPr>
          <p:cNvSpPr>
            <a:spLocks noChangeArrowheads="1"/>
          </p:cNvSpPr>
          <p:nvPr/>
        </p:nvSpPr>
        <p:spPr bwMode="auto">
          <a:xfrm>
            <a:off x="6934200" y="3429000"/>
            <a:ext cx="1981200"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chemeClr val="tx1">
                    <a:lumMod val="85000"/>
                    <a:lumOff val="15000"/>
                  </a:schemeClr>
                </a:solidFill>
                <a:latin typeface="宋体" panose="02010600030101010101" pitchFamily="2" charset="-122"/>
              </a:rPr>
              <a:t>目录文件</a:t>
            </a:r>
          </a:p>
        </p:txBody>
      </p:sp>
      <p:sp>
        <p:nvSpPr>
          <p:cNvPr id="66577" name="Rectangle 17">
            <a:extLst>
              <a:ext uri="{FF2B5EF4-FFF2-40B4-BE49-F238E27FC236}">
                <a16:creationId xmlns:a16="http://schemas.microsoft.com/office/drawing/2014/main" id="{9A15002D-8BE0-4044-AC55-D27FD4CB9166}"/>
              </a:ext>
            </a:extLst>
          </p:cNvPr>
          <p:cNvSpPr>
            <a:spLocks noChangeArrowheads="1"/>
          </p:cNvSpPr>
          <p:nvPr/>
        </p:nvSpPr>
        <p:spPr bwMode="auto">
          <a:xfrm>
            <a:off x="3429000" y="1524000"/>
            <a:ext cx="20574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600" b="1">
                <a:solidFill>
                  <a:schemeClr val="tx1">
                    <a:lumMod val="85000"/>
                    <a:lumOff val="15000"/>
                  </a:schemeClr>
                </a:solidFill>
                <a:latin typeface="宋体" panose="02010600030101010101" pitchFamily="2" charset="-122"/>
              </a:rPr>
              <a:t>图书处理</a:t>
            </a:r>
          </a:p>
          <a:p>
            <a:pPr algn="ctr" eaLnBrk="0" hangingPunct="0"/>
            <a:r>
              <a:rPr lang="zh-CN" altLang="en-US" sz="3600" b="1">
                <a:solidFill>
                  <a:schemeClr val="tx1">
                    <a:lumMod val="85000"/>
                    <a:lumOff val="15000"/>
                  </a:schemeClr>
                </a:solidFill>
                <a:latin typeface="宋体" panose="02010600030101010101" pitchFamily="2" charset="-122"/>
              </a:rPr>
              <a:t>注销单</a:t>
            </a:r>
            <a:endParaRPr lang="zh-CN" altLang="en-US" sz="4000" b="1">
              <a:solidFill>
                <a:schemeClr val="tx1">
                  <a:lumMod val="85000"/>
                  <a:lumOff val="15000"/>
                </a:schemeClr>
              </a:solidFill>
              <a:latin typeface="宋体" panose="02010600030101010101" pitchFamily="2" charset="-122"/>
            </a:endParaRPr>
          </a:p>
        </p:txBody>
      </p:sp>
      <p:sp>
        <p:nvSpPr>
          <p:cNvPr id="66578" name="Oval 18">
            <a:extLst>
              <a:ext uri="{FF2B5EF4-FFF2-40B4-BE49-F238E27FC236}">
                <a16:creationId xmlns:a16="http://schemas.microsoft.com/office/drawing/2014/main" id="{005CF2D2-3A67-445D-9A56-B468DE1549AA}"/>
              </a:ext>
            </a:extLst>
          </p:cNvPr>
          <p:cNvSpPr>
            <a:spLocks noChangeArrowheads="1"/>
          </p:cNvSpPr>
          <p:nvPr/>
        </p:nvSpPr>
        <p:spPr bwMode="auto">
          <a:xfrm>
            <a:off x="5334000" y="4800600"/>
            <a:ext cx="1955800" cy="1828800"/>
          </a:xfrm>
          <a:prstGeom prst="ellipse">
            <a:avLst/>
          </a:prstGeom>
          <a:solidFill>
            <a:schemeClr val="bg2"/>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lumMod val="85000"/>
                  <a:lumOff val="15000"/>
                </a:schemeClr>
              </a:solidFill>
            </a:endParaRPr>
          </a:p>
        </p:txBody>
      </p:sp>
      <p:sp>
        <p:nvSpPr>
          <p:cNvPr id="66579" name="Rectangle 19">
            <a:extLst>
              <a:ext uri="{FF2B5EF4-FFF2-40B4-BE49-F238E27FC236}">
                <a16:creationId xmlns:a16="http://schemas.microsoft.com/office/drawing/2014/main" id="{1EF7C9AB-664F-4826-A80A-A46856DAB20C}"/>
              </a:ext>
            </a:extLst>
          </p:cNvPr>
          <p:cNvSpPr>
            <a:spLocks noChangeArrowheads="1"/>
          </p:cNvSpPr>
          <p:nvPr/>
        </p:nvSpPr>
        <p:spPr bwMode="auto">
          <a:xfrm>
            <a:off x="5546725" y="5238750"/>
            <a:ext cx="16002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600" b="1">
                <a:solidFill>
                  <a:schemeClr val="tx1">
                    <a:lumMod val="85000"/>
                    <a:lumOff val="15000"/>
                  </a:schemeClr>
                </a:solidFill>
                <a:latin typeface="宋体" panose="02010600030101010101" pitchFamily="2" charset="-122"/>
              </a:rPr>
              <a:t>计算 罚款</a:t>
            </a:r>
          </a:p>
        </p:txBody>
      </p:sp>
      <p:sp>
        <p:nvSpPr>
          <p:cNvPr id="66580" name="Rectangle 20">
            <a:extLst>
              <a:ext uri="{FF2B5EF4-FFF2-40B4-BE49-F238E27FC236}">
                <a16:creationId xmlns:a16="http://schemas.microsoft.com/office/drawing/2014/main" id="{19725825-0DC6-4FFF-8118-DDDCF8D06E29}"/>
              </a:ext>
            </a:extLst>
          </p:cNvPr>
          <p:cNvSpPr>
            <a:spLocks noChangeArrowheads="1"/>
          </p:cNvSpPr>
          <p:nvPr/>
        </p:nvSpPr>
        <p:spPr bwMode="auto">
          <a:xfrm>
            <a:off x="5651500" y="4787900"/>
            <a:ext cx="13350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600" b="1">
                <a:solidFill>
                  <a:schemeClr val="tx1">
                    <a:lumMod val="85000"/>
                    <a:lumOff val="15000"/>
                  </a:schemeClr>
                </a:solidFill>
                <a:latin typeface="宋体" panose="02010600030101010101" pitchFamily="2" charset="-122"/>
              </a:rPr>
              <a:t>1.5.3</a:t>
            </a:r>
          </a:p>
        </p:txBody>
      </p:sp>
      <p:sp>
        <p:nvSpPr>
          <p:cNvPr id="66581" name="Line 21">
            <a:extLst>
              <a:ext uri="{FF2B5EF4-FFF2-40B4-BE49-F238E27FC236}">
                <a16:creationId xmlns:a16="http://schemas.microsoft.com/office/drawing/2014/main" id="{3503E5B9-B403-4422-B7D6-A217F02A090D}"/>
              </a:ext>
            </a:extLst>
          </p:cNvPr>
          <p:cNvSpPr>
            <a:spLocks noChangeShapeType="1"/>
          </p:cNvSpPr>
          <p:nvPr/>
        </p:nvSpPr>
        <p:spPr bwMode="auto">
          <a:xfrm>
            <a:off x="15875" y="2924175"/>
            <a:ext cx="1600200" cy="0"/>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solidFill>
                <a:schemeClr val="tx1">
                  <a:lumMod val="85000"/>
                  <a:lumOff val="15000"/>
                </a:schemeClr>
              </a:solidFill>
            </a:endParaRPr>
          </a:p>
        </p:txBody>
      </p:sp>
      <p:sp>
        <p:nvSpPr>
          <p:cNvPr id="66582" name="Line 22">
            <a:extLst>
              <a:ext uri="{FF2B5EF4-FFF2-40B4-BE49-F238E27FC236}">
                <a16:creationId xmlns:a16="http://schemas.microsoft.com/office/drawing/2014/main" id="{5EBE71FD-BE6E-404B-8EA3-B1B2EB806926}"/>
              </a:ext>
            </a:extLst>
          </p:cNvPr>
          <p:cNvSpPr>
            <a:spLocks noChangeShapeType="1"/>
          </p:cNvSpPr>
          <p:nvPr/>
        </p:nvSpPr>
        <p:spPr bwMode="auto">
          <a:xfrm>
            <a:off x="2971800" y="3657600"/>
            <a:ext cx="2514600" cy="1524000"/>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solidFill>
                <a:schemeClr val="tx1">
                  <a:lumMod val="85000"/>
                  <a:lumOff val="15000"/>
                </a:schemeClr>
              </a:solidFill>
            </a:endParaRPr>
          </a:p>
        </p:txBody>
      </p:sp>
      <p:sp>
        <p:nvSpPr>
          <p:cNvPr id="66583" name="Rectangle 23">
            <a:extLst>
              <a:ext uri="{FF2B5EF4-FFF2-40B4-BE49-F238E27FC236}">
                <a16:creationId xmlns:a16="http://schemas.microsoft.com/office/drawing/2014/main" id="{6CF10A3C-15FF-4E2C-B7F5-C575FDAC2FB7}"/>
              </a:ext>
            </a:extLst>
          </p:cNvPr>
          <p:cNvSpPr>
            <a:spLocks noChangeArrowheads="1"/>
          </p:cNvSpPr>
          <p:nvPr/>
        </p:nvSpPr>
        <p:spPr bwMode="auto">
          <a:xfrm>
            <a:off x="3044825" y="3784600"/>
            <a:ext cx="20574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600" b="1">
                <a:solidFill>
                  <a:schemeClr val="tx1">
                    <a:lumMod val="85000"/>
                    <a:lumOff val="15000"/>
                  </a:schemeClr>
                </a:solidFill>
                <a:latin typeface="宋体" panose="02010600030101010101" pitchFamily="2" charset="-122"/>
              </a:rPr>
              <a:t>图书丢失</a:t>
            </a:r>
          </a:p>
          <a:p>
            <a:pPr algn="ctr" eaLnBrk="0" hangingPunct="0"/>
            <a:r>
              <a:rPr lang="zh-CN" altLang="en-US" sz="3600" b="1">
                <a:solidFill>
                  <a:schemeClr val="tx1">
                    <a:lumMod val="85000"/>
                    <a:lumOff val="15000"/>
                  </a:schemeClr>
                </a:solidFill>
                <a:latin typeface="宋体" panose="02010600030101010101" pitchFamily="2" charset="-122"/>
              </a:rPr>
              <a:t>注销单</a:t>
            </a:r>
            <a:endParaRPr lang="zh-CN" altLang="en-US" sz="4000" b="1">
              <a:solidFill>
                <a:schemeClr val="tx1">
                  <a:lumMod val="85000"/>
                  <a:lumOff val="15000"/>
                </a:schemeClr>
              </a:solidFill>
              <a:latin typeface="宋体" panose="02010600030101010101" pitchFamily="2" charset="-122"/>
            </a:endParaRPr>
          </a:p>
        </p:txBody>
      </p:sp>
      <p:sp>
        <p:nvSpPr>
          <p:cNvPr id="66584" name="Line 24">
            <a:extLst>
              <a:ext uri="{FF2B5EF4-FFF2-40B4-BE49-F238E27FC236}">
                <a16:creationId xmlns:a16="http://schemas.microsoft.com/office/drawing/2014/main" id="{8FEEB111-CC74-4A34-97DF-F6DF065A5B0D}"/>
              </a:ext>
            </a:extLst>
          </p:cNvPr>
          <p:cNvSpPr>
            <a:spLocks noChangeShapeType="1"/>
          </p:cNvSpPr>
          <p:nvPr/>
        </p:nvSpPr>
        <p:spPr bwMode="auto">
          <a:xfrm>
            <a:off x="7315200" y="2895600"/>
            <a:ext cx="533400" cy="609600"/>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solidFill>
                <a:schemeClr val="tx1">
                  <a:lumMod val="85000"/>
                  <a:lumOff val="15000"/>
                </a:schemeClr>
              </a:solidFill>
            </a:endParaRPr>
          </a:p>
        </p:txBody>
      </p:sp>
      <p:sp>
        <p:nvSpPr>
          <p:cNvPr id="66585" name="Line 25">
            <a:extLst>
              <a:ext uri="{FF2B5EF4-FFF2-40B4-BE49-F238E27FC236}">
                <a16:creationId xmlns:a16="http://schemas.microsoft.com/office/drawing/2014/main" id="{E66A662E-90C5-42AC-B804-373EABBFE308}"/>
              </a:ext>
            </a:extLst>
          </p:cNvPr>
          <p:cNvSpPr>
            <a:spLocks noChangeShapeType="1"/>
          </p:cNvSpPr>
          <p:nvPr/>
        </p:nvSpPr>
        <p:spPr bwMode="auto">
          <a:xfrm flipH="1">
            <a:off x="7010400" y="4114800"/>
            <a:ext cx="838200" cy="838200"/>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solidFill>
                <a:schemeClr val="tx1">
                  <a:lumMod val="85000"/>
                  <a:lumOff val="15000"/>
                </a:schemeClr>
              </a:solidFill>
            </a:endParaRPr>
          </a:p>
        </p:txBody>
      </p:sp>
      <p:sp>
        <p:nvSpPr>
          <p:cNvPr id="66586" name="Freeform 26">
            <a:extLst>
              <a:ext uri="{FF2B5EF4-FFF2-40B4-BE49-F238E27FC236}">
                <a16:creationId xmlns:a16="http://schemas.microsoft.com/office/drawing/2014/main" id="{622FBDD5-4089-4EF4-9605-6E15D6466A69}"/>
              </a:ext>
            </a:extLst>
          </p:cNvPr>
          <p:cNvSpPr>
            <a:spLocks/>
          </p:cNvSpPr>
          <p:nvPr/>
        </p:nvSpPr>
        <p:spPr bwMode="auto">
          <a:xfrm>
            <a:off x="3886200" y="6172200"/>
            <a:ext cx="1676400" cy="254000"/>
          </a:xfrm>
          <a:custGeom>
            <a:avLst/>
            <a:gdLst>
              <a:gd name="T0" fmla="*/ 0 w 1056"/>
              <a:gd name="T1" fmla="*/ 0 h 160"/>
              <a:gd name="T2" fmla="*/ 432 w 1056"/>
              <a:gd name="T3" fmla="*/ 144 h 160"/>
              <a:gd name="T4" fmla="*/ 1056 w 1056"/>
              <a:gd name="T5" fmla="*/ 96 h 160"/>
            </a:gdLst>
            <a:ahLst/>
            <a:cxnLst>
              <a:cxn ang="0">
                <a:pos x="T0" y="T1"/>
              </a:cxn>
              <a:cxn ang="0">
                <a:pos x="T2" y="T3"/>
              </a:cxn>
              <a:cxn ang="0">
                <a:pos x="T4" y="T5"/>
              </a:cxn>
            </a:cxnLst>
            <a:rect l="0" t="0" r="r" b="b"/>
            <a:pathLst>
              <a:path w="1056" h="160">
                <a:moveTo>
                  <a:pt x="0" y="0"/>
                </a:moveTo>
                <a:cubicBezTo>
                  <a:pt x="128" y="64"/>
                  <a:pt x="256" y="128"/>
                  <a:pt x="432" y="144"/>
                </a:cubicBezTo>
                <a:cubicBezTo>
                  <a:pt x="608" y="160"/>
                  <a:pt x="952" y="104"/>
                  <a:pt x="1056" y="96"/>
                </a:cubicBezTo>
              </a:path>
            </a:pathLst>
          </a:custGeom>
          <a:noFill/>
          <a:ln w="25400" cap="flat" cmpd="sng">
            <a:solidFill>
              <a:schemeClr val="hlink"/>
            </a:solidFill>
            <a:prstDash val="solid"/>
            <a:round/>
            <a:headEnd type="triangle" w="lg" len="med"/>
            <a:tailEnd type="triangl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solidFill>
                <a:schemeClr val="tx1">
                  <a:lumMod val="85000"/>
                  <a:lumOff val="15000"/>
                </a:schemeClr>
              </a:solidFill>
            </a:endParaRPr>
          </a:p>
        </p:txBody>
      </p:sp>
      <p:sp>
        <p:nvSpPr>
          <p:cNvPr id="66587" name="Line 27">
            <a:extLst>
              <a:ext uri="{FF2B5EF4-FFF2-40B4-BE49-F238E27FC236}">
                <a16:creationId xmlns:a16="http://schemas.microsoft.com/office/drawing/2014/main" id="{A1532EAA-F0C0-4A4C-9812-1FD6E72FA7C2}"/>
              </a:ext>
            </a:extLst>
          </p:cNvPr>
          <p:cNvSpPr>
            <a:spLocks noChangeShapeType="1"/>
          </p:cNvSpPr>
          <p:nvPr/>
        </p:nvSpPr>
        <p:spPr bwMode="auto">
          <a:xfrm>
            <a:off x="7315200" y="5813425"/>
            <a:ext cx="1371600" cy="0"/>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solidFill>
                <a:schemeClr val="tx1">
                  <a:lumMod val="85000"/>
                  <a:lumOff val="15000"/>
                </a:schemeClr>
              </a:solidFill>
            </a:endParaRPr>
          </a:p>
        </p:txBody>
      </p:sp>
      <p:sp>
        <p:nvSpPr>
          <p:cNvPr id="66588" name="Rectangle 28">
            <a:extLst>
              <a:ext uri="{FF2B5EF4-FFF2-40B4-BE49-F238E27FC236}">
                <a16:creationId xmlns:a16="http://schemas.microsoft.com/office/drawing/2014/main" id="{A57FA6DD-7A48-4762-B3C4-1B625AC31103}"/>
              </a:ext>
            </a:extLst>
          </p:cNvPr>
          <p:cNvSpPr>
            <a:spLocks noChangeArrowheads="1"/>
          </p:cNvSpPr>
          <p:nvPr/>
        </p:nvSpPr>
        <p:spPr bwMode="auto">
          <a:xfrm>
            <a:off x="7115175" y="5114925"/>
            <a:ext cx="1752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600" b="1">
                <a:solidFill>
                  <a:schemeClr val="tx1">
                    <a:lumMod val="85000"/>
                    <a:lumOff val="15000"/>
                  </a:schemeClr>
                </a:solidFill>
                <a:latin typeface="宋体" panose="02010600030101010101" pitchFamily="2" charset="-122"/>
              </a:rPr>
              <a:t>罚款单</a:t>
            </a:r>
            <a:endParaRPr lang="zh-CN" altLang="en-US" sz="4000" b="1">
              <a:solidFill>
                <a:schemeClr val="tx1">
                  <a:lumMod val="85000"/>
                  <a:lumOff val="15000"/>
                </a:schemeClr>
              </a:solidFill>
              <a:latin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37A95FD3-98C4-45E8-BFAE-7BF62EFD27F6}"/>
              </a:ext>
            </a:extLst>
          </p:cNvPr>
          <p:cNvSpPr>
            <a:spLocks noGrp="1" noChangeArrowheads="1"/>
          </p:cNvSpPr>
          <p:nvPr>
            <p:ph type="title"/>
          </p:nvPr>
        </p:nvSpPr>
        <p:spPr>
          <a:xfrm>
            <a:off x="1208088" y="609600"/>
            <a:ext cx="7227887" cy="1143000"/>
          </a:xfrm>
        </p:spPr>
        <p:txBody>
          <a:bodyPr/>
          <a:lstStyle/>
          <a:p>
            <a:r>
              <a:rPr lang="zh-CN" altLang="en-US" sz="4000"/>
              <a:t>实例</a:t>
            </a:r>
            <a:r>
              <a:rPr lang="en-US" altLang="zh-CN" sz="4000"/>
              <a:t>2 </a:t>
            </a:r>
            <a:r>
              <a:rPr lang="zh-CN" altLang="en-US" sz="4000"/>
              <a:t>：</a:t>
            </a:r>
            <a:r>
              <a:rPr lang="zh-CN" altLang="en-US" sz="4000">
                <a:latin typeface="宋体" panose="02010600030101010101" pitchFamily="2" charset="-122"/>
              </a:rPr>
              <a:t>考务处理系统</a:t>
            </a:r>
          </a:p>
        </p:txBody>
      </p:sp>
      <p:sp>
        <p:nvSpPr>
          <p:cNvPr id="68611" name="Rectangle 3">
            <a:extLst>
              <a:ext uri="{FF2B5EF4-FFF2-40B4-BE49-F238E27FC236}">
                <a16:creationId xmlns:a16="http://schemas.microsoft.com/office/drawing/2014/main" id="{9EFFD35D-AA6C-4494-A2F6-3FF6DBE69548}"/>
              </a:ext>
            </a:extLst>
          </p:cNvPr>
          <p:cNvSpPr>
            <a:spLocks noGrp="1" noChangeArrowheads="1"/>
          </p:cNvSpPr>
          <p:nvPr>
            <p:ph idx="1"/>
          </p:nvPr>
        </p:nvSpPr>
        <p:spPr>
          <a:xfrm>
            <a:off x="1016521" y="1771650"/>
            <a:ext cx="7011864" cy="4953000"/>
          </a:xfrm>
        </p:spPr>
        <p:txBody>
          <a:bodyPr/>
          <a:lstStyle/>
          <a:p>
            <a:pPr>
              <a:lnSpc>
                <a:spcPct val="90000"/>
              </a:lnSpc>
              <a:buFontTx/>
              <a:buNone/>
            </a:pPr>
            <a:r>
              <a:rPr lang="en-US" altLang="zh-CN" dirty="0">
                <a:latin typeface="宋体" panose="02010600030101010101" pitchFamily="2" charset="-122"/>
              </a:rPr>
              <a:t>(1)</a:t>
            </a:r>
            <a:r>
              <a:rPr lang="zh-CN" altLang="en-US" dirty="0">
                <a:latin typeface="宋体" panose="02010600030101010101" pitchFamily="2" charset="-122"/>
              </a:rPr>
              <a:t>对考生送来的报名单进行检查</a:t>
            </a:r>
            <a:r>
              <a:rPr lang="en-US" altLang="zh-CN" dirty="0">
                <a:latin typeface="宋体" panose="02010600030101010101" pitchFamily="2" charset="-122"/>
              </a:rPr>
              <a:t>;</a:t>
            </a:r>
          </a:p>
          <a:p>
            <a:pPr>
              <a:lnSpc>
                <a:spcPct val="90000"/>
              </a:lnSpc>
              <a:buFontTx/>
              <a:buNone/>
            </a:pPr>
            <a:r>
              <a:rPr lang="en-US" altLang="zh-CN" dirty="0">
                <a:latin typeface="宋体" panose="02010600030101010101" pitchFamily="2" charset="-122"/>
              </a:rPr>
              <a:t>(2)</a:t>
            </a:r>
            <a:r>
              <a:rPr lang="zh-CN" altLang="en-US" dirty="0">
                <a:latin typeface="宋体" panose="02010600030101010101" pitchFamily="2" charset="-122"/>
              </a:rPr>
              <a:t>对合格的报名单编好准考证号后将准考证送给考生，并将汇总后的考生名单送给阅卷站</a:t>
            </a:r>
            <a:r>
              <a:rPr lang="en-US" altLang="zh-CN" dirty="0">
                <a:latin typeface="宋体" panose="02010600030101010101" pitchFamily="2" charset="-122"/>
              </a:rPr>
              <a:t>;</a:t>
            </a:r>
          </a:p>
          <a:p>
            <a:pPr>
              <a:lnSpc>
                <a:spcPct val="90000"/>
              </a:lnSpc>
              <a:buFontTx/>
              <a:buNone/>
            </a:pPr>
            <a:r>
              <a:rPr lang="en-US" altLang="zh-CN" dirty="0">
                <a:latin typeface="宋体" panose="02010600030101010101" pitchFamily="2" charset="-122"/>
              </a:rPr>
              <a:t>(3)</a:t>
            </a:r>
            <a:r>
              <a:rPr lang="zh-CN" altLang="en-US" dirty="0">
                <a:latin typeface="宋体" panose="02010600030101010101" pitchFamily="2" charset="-122"/>
              </a:rPr>
              <a:t>对阅卷站送来的成绩单进行检查，并根据考试中心制定的合格标准审定合格者</a:t>
            </a:r>
            <a:r>
              <a:rPr lang="en-US" altLang="zh-CN" dirty="0">
                <a:latin typeface="宋体" panose="02010600030101010101" pitchFamily="2" charset="-122"/>
              </a:rPr>
              <a:t>;</a:t>
            </a:r>
          </a:p>
          <a:p>
            <a:pPr>
              <a:lnSpc>
                <a:spcPct val="90000"/>
              </a:lnSpc>
              <a:buFontTx/>
              <a:buNone/>
            </a:pPr>
            <a:r>
              <a:rPr lang="en-US" altLang="zh-CN" dirty="0">
                <a:latin typeface="宋体" panose="02010600030101010101" pitchFamily="2" charset="-122"/>
              </a:rPr>
              <a:t>(4)</a:t>
            </a:r>
            <a:r>
              <a:rPr lang="zh-CN" altLang="en-US" dirty="0">
                <a:latin typeface="宋体" panose="02010600030101010101" pitchFamily="2" charset="-122"/>
              </a:rPr>
              <a:t>制作考生通知单</a:t>
            </a:r>
            <a:r>
              <a:rPr lang="en-US" altLang="zh-CN" dirty="0">
                <a:latin typeface="宋体" panose="02010600030101010101" pitchFamily="2" charset="-122"/>
              </a:rPr>
              <a:t>(</a:t>
            </a:r>
            <a:r>
              <a:rPr lang="zh-CN" altLang="en-US" dirty="0">
                <a:latin typeface="宋体" panose="02010600030101010101" pitchFamily="2" charset="-122"/>
              </a:rPr>
              <a:t>含成绩及合格</a:t>
            </a:r>
            <a:r>
              <a:rPr lang="en-US" altLang="zh-CN" dirty="0">
                <a:latin typeface="宋体" panose="02010600030101010101" pitchFamily="2" charset="-122"/>
              </a:rPr>
              <a:t>/</a:t>
            </a:r>
            <a:r>
              <a:rPr lang="zh-CN" altLang="en-US" dirty="0">
                <a:latin typeface="宋体" panose="02010600030101010101" pitchFamily="2" charset="-122"/>
              </a:rPr>
              <a:t>不合格标志</a:t>
            </a:r>
            <a:r>
              <a:rPr lang="en-US" altLang="zh-CN" dirty="0">
                <a:latin typeface="宋体" panose="02010600030101010101" pitchFamily="2" charset="-122"/>
              </a:rPr>
              <a:t>)</a:t>
            </a:r>
            <a:r>
              <a:rPr lang="zh-CN" altLang="en-US" dirty="0">
                <a:latin typeface="宋体" panose="02010600030101010101" pitchFamily="2" charset="-122"/>
              </a:rPr>
              <a:t>送给考生</a:t>
            </a:r>
            <a:r>
              <a:rPr lang="en-US" altLang="zh-CN" dirty="0">
                <a:latin typeface="宋体" panose="02010600030101010101" pitchFamily="2" charset="-122"/>
              </a:rPr>
              <a:t>;</a:t>
            </a:r>
          </a:p>
          <a:p>
            <a:pPr>
              <a:lnSpc>
                <a:spcPct val="90000"/>
              </a:lnSpc>
              <a:buFontTx/>
              <a:buNone/>
            </a:pPr>
            <a:r>
              <a:rPr lang="en-US" altLang="zh-CN" dirty="0">
                <a:latin typeface="宋体" panose="02010600030101010101" pitchFamily="2" charset="-122"/>
              </a:rPr>
              <a:t>(5)</a:t>
            </a:r>
            <a:r>
              <a:rPr lang="zh-CN" altLang="en-US" dirty="0">
                <a:latin typeface="宋体" panose="02010600030101010101" pitchFamily="2" charset="-122"/>
              </a:rPr>
              <a:t>按地区进行成绩分类统计和试题难度分析，产生统计分析表。</a:t>
            </a:r>
          </a:p>
        </p:txBody>
      </p:sp>
      <p:sp>
        <p:nvSpPr>
          <p:cNvPr id="68612" name="Line 4">
            <a:extLst>
              <a:ext uri="{FF2B5EF4-FFF2-40B4-BE49-F238E27FC236}">
                <a16:creationId xmlns:a16="http://schemas.microsoft.com/office/drawing/2014/main" id="{42258AE3-8AB9-4F2A-ABAF-22BD26408080}"/>
              </a:ext>
            </a:extLst>
          </p:cNvPr>
          <p:cNvSpPr>
            <a:spLocks noChangeShapeType="1"/>
          </p:cNvSpPr>
          <p:nvPr/>
        </p:nvSpPr>
        <p:spPr bwMode="auto">
          <a:xfrm>
            <a:off x="3695700" y="2204864"/>
            <a:ext cx="104400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68613" name="Line 5">
            <a:extLst>
              <a:ext uri="{FF2B5EF4-FFF2-40B4-BE49-F238E27FC236}">
                <a16:creationId xmlns:a16="http://schemas.microsoft.com/office/drawing/2014/main" id="{31205677-481A-4C42-AE05-2F3D3F1E8A71}"/>
              </a:ext>
            </a:extLst>
          </p:cNvPr>
          <p:cNvSpPr>
            <a:spLocks noChangeShapeType="1"/>
          </p:cNvSpPr>
          <p:nvPr/>
        </p:nvSpPr>
        <p:spPr bwMode="auto">
          <a:xfrm>
            <a:off x="6876256" y="2636912"/>
            <a:ext cx="86400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68615" name="Line 7">
            <a:extLst>
              <a:ext uri="{FF2B5EF4-FFF2-40B4-BE49-F238E27FC236}">
                <a16:creationId xmlns:a16="http://schemas.microsoft.com/office/drawing/2014/main" id="{1A9D788F-16C3-48E0-849B-EB9D24AB77EE}"/>
              </a:ext>
            </a:extLst>
          </p:cNvPr>
          <p:cNvSpPr>
            <a:spLocks noChangeShapeType="1"/>
          </p:cNvSpPr>
          <p:nvPr/>
        </p:nvSpPr>
        <p:spPr bwMode="auto">
          <a:xfrm>
            <a:off x="5715000" y="3040061"/>
            <a:ext cx="144780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68616" name="Line 8">
            <a:extLst>
              <a:ext uri="{FF2B5EF4-FFF2-40B4-BE49-F238E27FC236}">
                <a16:creationId xmlns:a16="http://schemas.microsoft.com/office/drawing/2014/main" id="{F54D5176-6162-42F0-AD20-2BA39BD39CE6}"/>
              </a:ext>
            </a:extLst>
          </p:cNvPr>
          <p:cNvSpPr>
            <a:spLocks noChangeShapeType="1"/>
          </p:cNvSpPr>
          <p:nvPr/>
        </p:nvSpPr>
        <p:spPr bwMode="auto">
          <a:xfrm>
            <a:off x="4343400" y="4312058"/>
            <a:ext cx="121920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68617" name="Line 9">
            <a:extLst>
              <a:ext uri="{FF2B5EF4-FFF2-40B4-BE49-F238E27FC236}">
                <a16:creationId xmlns:a16="http://schemas.microsoft.com/office/drawing/2014/main" id="{CB61CFDE-E1FA-4376-A911-48EC08B1100B}"/>
              </a:ext>
            </a:extLst>
          </p:cNvPr>
          <p:cNvSpPr>
            <a:spLocks noChangeShapeType="1"/>
          </p:cNvSpPr>
          <p:nvPr/>
        </p:nvSpPr>
        <p:spPr bwMode="auto">
          <a:xfrm>
            <a:off x="2456056" y="4725144"/>
            <a:ext cx="160020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68618" name="Line 10">
            <a:extLst>
              <a:ext uri="{FF2B5EF4-FFF2-40B4-BE49-F238E27FC236}">
                <a16:creationId xmlns:a16="http://schemas.microsoft.com/office/drawing/2014/main" id="{974CE80B-E63A-4104-9559-2B61B70CCBDC}"/>
              </a:ext>
            </a:extLst>
          </p:cNvPr>
          <p:cNvSpPr>
            <a:spLocks noChangeShapeType="1"/>
          </p:cNvSpPr>
          <p:nvPr/>
        </p:nvSpPr>
        <p:spPr bwMode="auto">
          <a:xfrm>
            <a:off x="2514600" y="5181600"/>
            <a:ext cx="190500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68619" name="Line 11">
            <a:extLst>
              <a:ext uri="{FF2B5EF4-FFF2-40B4-BE49-F238E27FC236}">
                <a16:creationId xmlns:a16="http://schemas.microsoft.com/office/drawing/2014/main" id="{0895E4F1-CB37-4411-B569-1CBEB8AA7DEA}"/>
              </a:ext>
            </a:extLst>
          </p:cNvPr>
          <p:cNvSpPr>
            <a:spLocks noChangeShapeType="1"/>
          </p:cNvSpPr>
          <p:nvPr/>
        </p:nvSpPr>
        <p:spPr bwMode="auto">
          <a:xfrm>
            <a:off x="2758500" y="6021288"/>
            <a:ext cx="198120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68620" name="Rectangle 12">
            <a:extLst>
              <a:ext uri="{FF2B5EF4-FFF2-40B4-BE49-F238E27FC236}">
                <a16:creationId xmlns:a16="http://schemas.microsoft.com/office/drawing/2014/main" id="{2E5262BC-FFFB-4F78-8361-F3CB78DC5841}"/>
              </a:ext>
            </a:extLst>
          </p:cNvPr>
          <p:cNvSpPr>
            <a:spLocks noChangeArrowheads="1"/>
          </p:cNvSpPr>
          <p:nvPr/>
        </p:nvSpPr>
        <p:spPr bwMode="auto">
          <a:xfrm>
            <a:off x="2009800" y="1752600"/>
            <a:ext cx="689992" cy="53340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68621" name="Rectangle 13">
            <a:extLst>
              <a:ext uri="{FF2B5EF4-FFF2-40B4-BE49-F238E27FC236}">
                <a16:creationId xmlns:a16="http://schemas.microsoft.com/office/drawing/2014/main" id="{B23C9F77-DC2A-48D5-810C-4D4B668B55A3}"/>
              </a:ext>
            </a:extLst>
          </p:cNvPr>
          <p:cNvSpPr>
            <a:spLocks noChangeArrowheads="1"/>
          </p:cNvSpPr>
          <p:nvPr/>
        </p:nvSpPr>
        <p:spPr bwMode="auto">
          <a:xfrm>
            <a:off x="1398600" y="3068960"/>
            <a:ext cx="1116000" cy="38100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68622" name="Rectangle 14">
            <a:extLst>
              <a:ext uri="{FF2B5EF4-FFF2-40B4-BE49-F238E27FC236}">
                <a16:creationId xmlns:a16="http://schemas.microsoft.com/office/drawing/2014/main" id="{38AA250C-5A0F-4F9B-9D8B-0CDC46C1A278}"/>
              </a:ext>
            </a:extLst>
          </p:cNvPr>
          <p:cNvSpPr>
            <a:spLocks noChangeArrowheads="1"/>
          </p:cNvSpPr>
          <p:nvPr/>
        </p:nvSpPr>
        <p:spPr bwMode="auto">
          <a:xfrm>
            <a:off x="1815480" y="3890170"/>
            <a:ext cx="1404000" cy="45720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17" name="Line 4">
            <a:extLst>
              <a:ext uri="{FF2B5EF4-FFF2-40B4-BE49-F238E27FC236}">
                <a16:creationId xmlns:a16="http://schemas.microsoft.com/office/drawing/2014/main" id="{5E2E12AD-AA4A-4D07-B671-373A2DEEC622}"/>
              </a:ext>
            </a:extLst>
          </p:cNvPr>
          <p:cNvSpPr>
            <a:spLocks noChangeShapeType="1"/>
          </p:cNvSpPr>
          <p:nvPr/>
        </p:nvSpPr>
        <p:spPr bwMode="auto">
          <a:xfrm>
            <a:off x="4149183" y="3890170"/>
            <a:ext cx="104400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18" name="Line 5">
            <a:extLst>
              <a:ext uri="{FF2B5EF4-FFF2-40B4-BE49-F238E27FC236}">
                <a16:creationId xmlns:a16="http://schemas.microsoft.com/office/drawing/2014/main" id="{9527893D-82D0-4A5B-94CD-58A1AA862262}"/>
              </a:ext>
            </a:extLst>
          </p:cNvPr>
          <p:cNvSpPr>
            <a:spLocks noChangeShapeType="1"/>
          </p:cNvSpPr>
          <p:nvPr/>
        </p:nvSpPr>
        <p:spPr bwMode="auto">
          <a:xfrm>
            <a:off x="1490796" y="3040061"/>
            <a:ext cx="36000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862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862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862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6861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6861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68615"/>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68616"/>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68617"/>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68618"/>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499"/>
                                          </p:stCondLst>
                                        </p:cTn>
                                        <p:tgtEl>
                                          <p:spTgt spid="686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499"/>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gradFill rotWithShape="0">
          <a:gsLst>
            <a:gs pos="0">
              <a:schemeClr val="bg1"/>
            </a:gs>
            <a:gs pos="100000">
              <a:schemeClr val="accent1"/>
            </a:gs>
          </a:gsLst>
          <a:lin ang="5400000" scaled="1"/>
        </a:gradFill>
        <a:effectLst/>
      </p:bgPr>
    </p:bg>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C4661C4E-C3BA-41DC-82D7-B6093E470811}"/>
              </a:ext>
            </a:extLst>
          </p:cNvPr>
          <p:cNvSpPr>
            <a:spLocks noGrp="1" noChangeArrowheads="1"/>
          </p:cNvSpPr>
          <p:nvPr>
            <p:ph type="title"/>
          </p:nvPr>
        </p:nvSpPr>
        <p:spPr>
          <a:xfrm>
            <a:off x="0" y="0"/>
            <a:ext cx="4876800" cy="628650"/>
          </a:xfrm>
          <a:noFill/>
          <a:ln>
            <a:solidFill>
              <a:schemeClr val="tx1"/>
            </a:solidFill>
            <a:miter lim="800000"/>
            <a:headEnd/>
            <a:tailEnd/>
          </a:ln>
        </p:spPr>
        <p:txBody>
          <a:bodyPr lIns="92075" tIns="46038" rIns="92075" bIns="46038"/>
          <a:lstStyle/>
          <a:p>
            <a:r>
              <a:rPr lang="zh-CN" altLang="en-US" sz="4000" b="1" i="1">
                <a:solidFill>
                  <a:schemeClr val="hlink"/>
                </a:solidFill>
              </a:rPr>
              <a:t>顶层数据流图</a:t>
            </a:r>
          </a:p>
        </p:txBody>
      </p:sp>
      <p:sp>
        <p:nvSpPr>
          <p:cNvPr id="69635" name="Rectangle 3">
            <a:extLst>
              <a:ext uri="{FF2B5EF4-FFF2-40B4-BE49-F238E27FC236}">
                <a16:creationId xmlns:a16="http://schemas.microsoft.com/office/drawing/2014/main" id="{549340ED-CA19-447D-BD4D-EFE196BEC815}"/>
              </a:ext>
            </a:extLst>
          </p:cNvPr>
          <p:cNvSpPr>
            <a:spLocks noChangeArrowheads="1"/>
          </p:cNvSpPr>
          <p:nvPr/>
        </p:nvSpPr>
        <p:spPr bwMode="auto">
          <a:xfrm>
            <a:off x="228600" y="1981200"/>
            <a:ext cx="762000" cy="1600200"/>
          </a:xfrm>
          <a:prstGeom prst="rect">
            <a:avLst/>
          </a:prstGeom>
          <a:solidFill>
            <a:srgbClr val="B04C03"/>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36" name="Rectangle 4">
            <a:extLst>
              <a:ext uri="{FF2B5EF4-FFF2-40B4-BE49-F238E27FC236}">
                <a16:creationId xmlns:a16="http://schemas.microsoft.com/office/drawing/2014/main" id="{1A9EA004-D2B0-4B0C-98ED-AA3AD4CC5B61}"/>
              </a:ext>
            </a:extLst>
          </p:cNvPr>
          <p:cNvSpPr>
            <a:spLocks noChangeArrowheads="1"/>
          </p:cNvSpPr>
          <p:nvPr/>
        </p:nvSpPr>
        <p:spPr bwMode="auto">
          <a:xfrm>
            <a:off x="228600" y="2286000"/>
            <a:ext cx="85407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chemeClr val="bg1"/>
                </a:solidFill>
                <a:latin typeface="宋体" panose="02010600030101010101" pitchFamily="2" charset="-122"/>
              </a:rPr>
              <a:t>考</a:t>
            </a:r>
          </a:p>
          <a:p>
            <a:pPr eaLnBrk="0" hangingPunct="0"/>
            <a:r>
              <a:rPr lang="zh-CN" altLang="en-US" sz="3200" b="1">
                <a:solidFill>
                  <a:schemeClr val="bg1"/>
                </a:solidFill>
                <a:latin typeface="宋体" panose="02010600030101010101" pitchFamily="2" charset="-122"/>
              </a:rPr>
              <a:t>生</a:t>
            </a:r>
            <a:endParaRPr lang="zh-CN" altLang="en-US" sz="3200" b="1">
              <a:solidFill>
                <a:schemeClr val="bg2"/>
              </a:solidFill>
              <a:latin typeface="宋体" panose="02010600030101010101" pitchFamily="2" charset="-122"/>
            </a:endParaRPr>
          </a:p>
        </p:txBody>
      </p:sp>
      <p:sp>
        <p:nvSpPr>
          <p:cNvPr id="69637" name="Oval 5">
            <a:extLst>
              <a:ext uri="{FF2B5EF4-FFF2-40B4-BE49-F238E27FC236}">
                <a16:creationId xmlns:a16="http://schemas.microsoft.com/office/drawing/2014/main" id="{CE4DB862-185E-479A-AE4A-A29D3A5EC555}"/>
              </a:ext>
            </a:extLst>
          </p:cNvPr>
          <p:cNvSpPr>
            <a:spLocks noChangeArrowheads="1"/>
          </p:cNvSpPr>
          <p:nvPr/>
        </p:nvSpPr>
        <p:spPr bwMode="auto">
          <a:xfrm>
            <a:off x="3962400" y="2149475"/>
            <a:ext cx="2349500" cy="1657350"/>
          </a:xfrm>
          <a:prstGeom prst="ellipse">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69638" name="Rectangle 6">
            <a:extLst>
              <a:ext uri="{FF2B5EF4-FFF2-40B4-BE49-F238E27FC236}">
                <a16:creationId xmlns:a16="http://schemas.microsoft.com/office/drawing/2014/main" id="{3565DACC-F558-4D5F-9801-2E48B1C5C07C}"/>
              </a:ext>
            </a:extLst>
          </p:cNvPr>
          <p:cNvSpPr>
            <a:spLocks noChangeArrowheads="1"/>
          </p:cNvSpPr>
          <p:nvPr/>
        </p:nvSpPr>
        <p:spPr bwMode="auto">
          <a:xfrm>
            <a:off x="8394700" y="793750"/>
            <a:ext cx="673100" cy="2178050"/>
          </a:xfrm>
          <a:prstGeom prst="rect">
            <a:avLst/>
          </a:prstGeom>
          <a:solidFill>
            <a:srgbClr val="B04C03"/>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39" name="Rectangle 7">
            <a:extLst>
              <a:ext uri="{FF2B5EF4-FFF2-40B4-BE49-F238E27FC236}">
                <a16:creationId xmlns:a16="http://schemas.microsoft.com/office/drawing/2014/main" id="{25724268-0203-45C2-A339-D4CC67D75198}"/>
              </a:ext>
            </a:extLst>
          </p:cNvPr>
          <p:cNvSpPr>
            <a:spLocks noChangeArrowheads="1"/>
          </p:cNvSpPr>
          <p:nvPr/>
        </p:nvSpPr>
        <p:spPr bwMode="auto">
          <a:xfrm>
            <a:off x="3962400" y="2454275"/>
            <a:ext cx="22860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2800" b="1">
                <a:latin typeface="宋体" panose="02010600030101010101" pitchFamily="2" charset="-122"/>
              </a:rPr>
              <a:t>考务</a:t>
            </a:r>
          </a:p>
          <a:p>
            <a:pPr algn="ctr" eaLnBrk="0" hangingPunct="0"/>
            <a:r>
              <a:rPr lang="zh-CN" altLang="en-US" sz="2800" b="1">
                <a:latin typeface="宋体" panose="02010600030101010101" pitchFamily="2" charset="-122"/>
              </a:rPr>
              <a:t>处理系统</a:t>
            </a:r>
          </a:p>
        </p:txBody>
      </p:sp>
      <p:sp>
        <p:nvSpPr>
          <p:cNvPr id="69640" name="Rectangle 8">
            <a:extLst>
              <a:ext uri="{FF2B5EF4-FFF2-40B4-BE49-F238E27FC236}">
                <a16:creationId xmlns:a16="http://schemas.microsoft.com/office/drawing/2014/main" id="{C44F7393-6143-4897-B0BC-4C14622D166B}"/>
              </a:ext>
            </a:extLst>
          </p:cNvPr>
          <p:cNvSpPr>
            <a:spLocks noChangeArrowheads="1"/>
          </p:cNvSpPr>
          <p:nvPr/>
        </p:nvSpPr>
        <p:spPr bwMode="auto">
          <a:xfrm>
            <a:off x="8382000" y="781050"/>
            <a:ext cx="838200" cy="204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chemeClr val="bg1"/>
                </a:solidFill>
                <a:latin typeface="宋体" panose="02010600030101010101" pitchFamily="2" charset="-122"/>
              </a:rPr>
              <a:t>考</a:t>
            </a:r>
          </a:p>
          <a:p>
            <a:pPr eaLnBrk="0" hangingPunct="0"/>
            <a:r>
              <a:rPr lang="zh-CN" altLang="en-US" sz="3200" b="1">
                <a:solidFill>
                  <a:schemeClr val="bg1"/>
                </a:solidFill>
                <a:latin typeface="宋体" panose="02010600030101010101" pitchFamily="2" charset="-122"/>
              </a:rPr>
              <a:t>试</a:t>
            </a:r>
          </a:p>
          <a:p>
            <a:pPr eaLnBrk="0" hangingPunct="0"/>
            <a:r>
              <a:rPr lang="zh-CN" altLang="en-US" sz="3200" b="1">
                <a:solidFill>
                  <a:schemeClr val="bg1"/>
                </a:solidFill>
                <a:latin typeface="宋体" panose="02010600030101010101" pitchFamily="2" charset="-122"/>
              </a:rPr>
              <a:t>中</a:t>
            </a:r>
          </a:p>
          <a:p>
            <a:pPr eaLnBrk="0" hangingPunct="0"/>
            <a:r>
              <a:rPr lang="zh-CN" altLang="en-US" sz="3200" b="1">
                <a:solidFill>
                  <a:schemeClr val="bg1"/>
                </a:solidFill>
                <a:latin typeface="宋体" panose="02010600030101010101" pitchFamily="2" charset="-122"/>
              </a:rPr>
              <a:t>心</a:t>
            </a:r>
            <a:endParaRPr lang="zh-CN" altLang="en-US" sz="3200" b="1">
              <a:solidFill>
                <a:schemeClr val="bg2"/>
              </a:solidFill>
              <a:latin typeface="宋体" panose="02010600030101010101" pitchFamily="2" charset="-122"/>
            </a:endParaRPr>
          </a:p>
        </p:txBody>
      </p:sp>
      <p:sp>
        <p:nvSpPr>
          <p:cNvPr id="69641" name="Rectangle 9">
            <a:extLst>
              <a:ext uri="{FF2B5EF4-FFF2-40B4-BE49-F238E27FC236}">
                <a16:creationId xmlns:a16="http://schemas.microsoft.com/office/drawing/2014/main" id="{CC203241-D0DD-45A6-ABF0-0F9E1F003E79}"/>
              </a:ext>
            </a:extLst>
          </p:cNvPr>
          <p:cNvSpPr>
            <a:spLocks noChangeArrowheads="1"/>
          </p:cNvSpPr>
          <p:nvPr/>
        </p:nvSpPr>
        <p:spPr bwMode="auto">
          <a:xfrm>
            <a:off x="3886200" y="5791200"/>
            <a:ext cx="2590800" cy="609600"/>
          </a:xfrm>
          <a:prstGeom prst="rect">
            <a:avLst/>
          </a:prstGeom>
          <a:solidFill>
            <a:srgbClr val="B04C03"/>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42" name="Rectangle 10">
            <a:extLst>
              <a:ext uri="{FF2B5EF4-FFF2-40B4-BE49-F238E27FC236}">
                <a16:creationId xmlns:a16="http://schemas.microsoft.com/office/drawing/2014/main" id="{A3937E54-68DD-4C5F-A3DA-83728B502127}"/>
              </a:ext>
            </a:extLst>
          </p:cNvPr>
          <p:cNvSpPr>
            <a:spLocks noChangeArrowheads="1"/>
          </p:cNvSpPr>
          <p:nvPr/>
        </p:nvSpPr>
        <p:spPr bwMode="auto">
          <a:xfrm>
            <a:off x="4343400" y="5759450"/>
            <a:ext cx="1905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solidFill>
                  <a:schemeClr val="bg1"/>
                </a:solidFill>
                <a:latin typeface="宋体" panose="02010600030101010101" pitchFamily="2" charset="-122"/>
              </a:rPr>
              <a:t>阅卷站</a:t>
            </a:r>
            <a:endParaRPr lang="zh-CN" altLang="en-US" sz="3200" b="1">
              <a:solidFill>
                <a:schemeClr val="bg2"/>
              </a:solidFill>
              <a:latin typeface="宋体" panose="02010600030101010101" pitchFamily="2" charset="-122"/>
            </a:endParaRPr>
          </a:p>
        </p:txBody>
      </p:sp>
      <p:sp>
        <p:nvSpPr>
          <p:cNvPr id="69643" name="Line 11">
            <a:extLst>
              <a:ext uri="{FF2B5EF4-FFF2-40B4-BE49-F238E27FC236}">
                <a16:creationId xmlns:a16="http://schemas.microsoft.com/office/drawing/2014/main" id="{BA846F58-F626-4CBD-B8E4-F7789A13ADB5}"/>
              </a:ext>
            </a:extLst>
          </p:cNvPr>
          <p:cNvSpPr>
            <a:spLocks noChangeShapeType="1"/>
          </p:cNvSpPr>
          <p:nvPr/>
        </p:nvSpPr>
        <p:spPr bwMode="auto">
          <a:xfrm>
            <a:off x="1066800" y="2362200"/>
            <a:ext cx="2819400" cy="30480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44" name="Line 12">
            <a:extLst>
              <a:ext uri="{FF2B5EF4-FFF2-40B4-BE49-F238E27FC236}">
                <a16:creationId xmlns:a16="http://schemas.microsoft.com/office/drawing/2014/main" id="{ABED64EC-DB51-47A7-9DA2-FB888A2B7AA4}"/>
              </a:ext>
            </a:extLst>
          </p:cNvPr>
          <p:cNvSpPr>
            <a:spLocks noChangeShapeType="1"/>
          </p:cNvSpPr>
          <p:nvPr/>
        </p:nvSpPr>
        <p:spPr bwMode="auto">
          <a:xfrm flipH="1">
            <a:off x="942975" y="3060700"/>
            <a:ext cx="3048000"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45" name="Line 13">
            <a:extLst>
              <a:ext uri="{FF2B5EF4-FFF2-40B4-BE49-F238E27FC236}">
                <a16:creationId xmlns:a16="http://schemas.microsoft.com/office/drawing/2014/main" id="{FEC3FD59-3DB7-4D80-B8CA-B846E3F10F76}"/>
              </a:ext>
            </a:extLst>
          </p:cNvPr>
          <p:cNvSpPr>
            <a:spLocks noChangeShapeType="1"/>
          </p:cNvSpPr>
          <p:nvPr/>
        </p:nvSpPr>
        <p:spPr bwMode="auto">
          <a:xfrm flipH="1">
            <a:off x="4330700" y="3714750"/>
            <a:ext cx="381000" cy="198120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46" name="Line 14">
            <a:extLst>
              <a:ext uri="{FF2B5EF4-FFF2-40B4-BE49-F238E27FC236}">
                <a16:creationId xmlns:a16="http://schemas.microsoft.com/office/drawing/2014/main" id="{F66A4CAE-FC2A-4B8F-8B51-49FBAB3CF156}"/>
              </a:ext>
            </a:extLst>
          </p:cNvPr>
          <p:cNvSpPr>
            <a:spLocks noChangeShapeType="1"/>
          </p:cNvSpPr>
          <p:nvPr/>
        </p:nvSpPr>
        <p:spPr bwMode="auto">
          <a:xfrm flipH="1">
            <a:off x="990600" y="3140075"/>
            <a:ext cx="2951163" cy="385763"/>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47" name="Rectangle 15">
            <a:extLst>
              <a:ext uri="{FF2B5EF4-FFF2-40B4-BE49-F238E27FC236}">
                <a16:creationId xmlns:a16="http://schemas.microsoft.com/office/drawing/2014/main" id="{742480EE-6EC0-4E4F-A1A7-A59CDE081972}"/>
              </a:ext>
            </a:extLst>
          </p:cNvPr>
          <p:cNvSpPr>
            <a:spLocks noChangeArrowheads="1"/>
          </p:cNvSpPr>
          <p:nvPr/>
        </p:nvSpPr>
        <p:spPr bwMode="auto">
          <a:xfrm>
            <a:off x="1387475" y="1905000"/>
            <a:ext cx="205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2800" b="1">
                <a:latin typeface="宋体" panose="02010600030101010101" pitchFamily="2" charset="-122"/>
              </a:rPr>
              <a:t>报名单</a:t>
            </a:r>
          </a:p>
        </p:txBody>
      </p:sp>
      <p:sp>
        <p:nvSpPr>
          <p:cNvPr id="69648" name="Rectangle 16">
            <a:extLst>
              <a:ext uri="{FF2B5EF4-FFF2-40B4-BE49-F238E27FC236}">
                <a16:creationId xmlns:a16="http://schemas.microsoft.com/office/drawing/2014/main" id="{7D453B32-C714-45D6-9C87-EF1EDF4EA3E9}"/>
              </a:ext>
            </a:extLst>
          </p:cNvPr>
          <p:cNvSpPr>
            <a:spLocks noChangeArrowheads="1"/>
          </p:cNvSpPr>
          <p:nvPr/>
        </p:nvSpPr>
        <p:spPr bwMode="auto">
          <a:xfrm>
            <a:off x="1371600" y="2514600"/>
            <a:ext cx="1828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2800" b="1">
                <a:latin typeface="宋体" panose="02010600030101010101" pitchFamily="2" charset="-122"/>
              </a:rPr>
              <a:t>准考证</a:t>
            </a:r>
          </a:p>
        </p:txBody>
      </p:sp>
      <p:sp>
        <p:nvSpPr>
          <p:cNvPr id="69649" name="Rectangle 17">
            <a:extLst>
              <a:ext uri="{FF2B5EF4-FFF2-40B4-BE49-F238E27FC236}">
                <a16:creationId xmlns:a16="http://schemas.microsoft.com/office/drawing/2014/main" id="{E1C4843B-9460-4482-9E92-3766F14B2FCF}"/>
              </a:ext>
            </a:extLst>
          </p:cNvPr>
          <p:cNvSpPr>
            <a:spLocks noChangeArrowheads="1"/>
          </p:cNvSpPr>
          <p:nvPr/>
        </p:nvSpPr>
        <p:spPr bwMode="auto">
          <a:xfrm>
            <a:off x="1006475" y="3581400"/>
            <a:ext cx="2514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2800" b="1">
                <a:latin typeface="宋体" panose="02010600030101010101" pitchFamily="2" charset="-122"/>
              </a:rPr>
              <a:t>考生通知单</a:t>
            </a:r>
          </a:p>
        </p:txBody>
      </p:sp>
      <p:sp>
        <p:nvSpPr>
          <p:cNvPr id="69650" name="Line 18">
            <a:extLst>
              <a:ext uri="{FF2B5EF4-FFF2-40B4-BE49-F238E27FC236}">
                <a16:creationId xmlns:a16="http://schemas.microsoft.com/office/drawing/2014/main" id="{B6B69DB6-AD35-47D2-B7CD-881B7499C942}"/>
              </a:ext>
            </a:extLst>
          </p:cNvPr>
          <p:cNvSpPr>
            <a:spLocks noChangeShapeType="1"/>
          </p:cNvSpPr>
          <p:nvPr/>
        </p:nvSpPr>
        <p:spPr bwMode="auto">
          <a:xfrm flipH="1">
            <a:off x="6324600" y="2305050"/>
            <a:ext cx="1981200" cy="60960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51" name="Line 19">
            <a:extLst>
              <a:ext uri="{FF2B5EF4-FFF2-40B4-BE49-F238E27FC236}">
                <a16:creationId xmlns:a16="http://schemas.microsoft.com/office/drawing/2014/main" id="{A56EA436-21C8-489A-8E90-DC4064771077}"/>
              </a:ext>
            </a:extLst>
          </p:cNvPr>
          <p:cNvSpPr>
            <a:spLocks noChangeShapeType="1"/>
          </p:cNvSpPr>
          <p:nvPr/>
        </p:nvSpPr>
        <p:spPr bwMode="auto">
          <a:xfrm>
            <a:off x="5168900" y="3810000"/>
            <a:ext cx="0" cy="1981200"/>
          </a:xfrm>
          <a:prstGeom prst="line">
            <a:avLst/>
          </a:prstGeom>
          <a:noFill/>
          <a:ln w="254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52" name="Rectangle 20">
            <a:extLst>
              <a:ext uri="{FF2B5EF4-FFF2-40B4-BE49-F238E27FC236}">
                <a16:creationId xmlns:a16="http://schemas.microsoft.com/office/drawing/2014/main" id="{11CA96B2-B90D-4260-A2A2-54EDA9249339}"/>
              </a:ext>
            </a:extLst>
          </p:cNvPr>
          <p:cNvSpPr>
            <a:spLocks noChangeArrowheads="1"/>
          </p:cNvSpPr>
          <p:nvPr/>
        </p:nvSpPr>
        <p:spPr bwMode="auto">
          <a:xfrm>
            <a:off x="5181600" y="3886200"/>
            <a:ext cx="4572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2800" b="1">
                <a:latin typeface="宋体" panose="02010600030101010101" pitchFamily="2" charset="-122"/>
              </a:rPr>
              <a:t>成</a:t>
            </a:r>
          </a:p>
          <a:p>
            <a:pPr eaLnBrk="0" hangingPunct="0"/>
            <a:r>
              <a:rPr lang="zh-CN" altLang="en-US" sz="2800" b="1">
                <a:latin typeface="宋体" panose="02010600030101010101" pitchFamily="2" charset="-122"/>
              </a:rPr>
              <a:t>绩</a:t>
            </a:r>
          </a:p>
          <a:p>
            <a:pPr eaLnBrk="0" hangingPunct="0"/>
            <a:r>
              <a:rPr lang="zh-CN" altLang="en-US" sz="2800" b="1">
                <a:latin typeface="宋体" panose="02010600030101010101" pitchFamily="2" charset="-122"/>
              </a:rPr>
              <a:t>清</a:t>
            </a:r>
          </a:p>
          <a:p>
            <a:pPr eaLnBrk="0" hangingPunct="0"/>
            <a:r>
              <a:rPr lang="zh-CN" altLang="en-US" sz="2800" b="1">
                <a:latin typeface="宋体" panose="02010600030101010101" pitchFamily="2" charset="-122"/>
              </a:rPr>
              <a:t>单</a:t>
            </a:r>
          </a:p>
        </p:txBody>
      </p:sp>
      <p:sp>
        <p:nvSpPr>
          <p:cNvPr id="69653" name="Rectangle 21">
            <a:extLst>
              <a:ext uri="{FF2B5EF4-FFF2-40B4-BE49-F238E27FC236}">
                <a16:creationId xmlns:a16="http://schemas.microsoft.com/office/drawing/2014/main" id="{D7940223-1872-4308-B759-0996081F1A61}"/>
              </a:ext>
            </a:extLst>
          </p:cNvPr>
          <p:cNvSpPr>
            <a:spLocks noChangeArrowheads="1"/>
          </p:cNvSpPr>
          <p:nvPr/>
        </p:nvSpPr>
        <p:spPr bwMode="auto">
          <a:xfrm>
            <a:off x="6553200" y="2762250"/>
            <a:ext cx="2133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2800" b="1">
                <a:latin typeface="宋体" panose="02010600030101010101" pitchFamily="2" charset="-122"/>
              </a:rPr>
              <a:t>合格标准</a:t>
            </a:r>
          </a:p>
        </p:txBody>
      </p:sp>
      <p:sp>
        <p:nvSpPr>
          <p:cNvPr id="69654" name="Rectangle 22">
            <a:extLst>
              <a:ext uri="{FF2B5EF4-FFF2-40B4-BE49-F238E27FC236}">
                <a16:creationId xmlns:a16="http://schemas.microsoft.com/office/drawing/2014/main" id="{1D134EDA-1975-4DC7-8C95-05C41C4741CE}"/>
              </a:ext>
            </a:extLst>
          </p:cNvPr>
          <p:cNvSpPr>
            <a:spLocks noChangeArrowheads="1"/>
          </p:cNvSpPr>
          <p:nvPr/>
        </p:nvSpPr>
        <p:spPr bwMode="auto">
          <a:xfrm>
            <a:off x="3962400" y="3810000"/>
            <a:ext cx="6858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2800" b="1">
                <a:latin typeface="宋体" panose="02010600030101010101" pitchFamily="2" charset="-122"/>
              </a:rPr>
              <a:t>考生名</a:t>
            </a:r>
          </a:p>
          <a:p>
            <a:pPr eaLnBrk="0" hangingPunct="0"/>
            <a:r>
              <a:rPr lang="zh-CN" altLang="en-US" sz="2800" b="1">
                <a:latin typeface="宋体" panose="02010600030101010101" pitchFamily="2" charset="-122"/>
              </a:rPr>
              <a:t>单</a:t>
            </a:r>
          </a:p>
        </p:txBody>
      </p:sp>
      <p:sp>
        <p:nvSpPr>
          <p:cNvPr id="69655" name="Line 23">
            <a:extLst>
              <a:ext uri="{FF2B5EF4-FFF2-40B4-BE49-F238E27FC236}">
                <a16:creationId xmlns:a16="http://schemas.microsoft.com/office/drawing/2014/main" id="{0778FBC6-12F7-4DA2-A556-3D793953FDA2}"/>
              </a:ext>
            </a:extLst>
          </p:cNvPr>
          <p:cNvSpPr>
            <a:spLocks noChangeShapeType="1"/>
          </p:cNvSpPr>
          <p:nvPr/>
        </p:nvSpPr>
        <p:spPr bwMode="auto">
          <a:xfrm flipV="1">
            <a:off x="5867400" y="1390650"/>
            <a:ext cx="2438400" cy="914400"/>
          </a:xfrm>
          <a:prstGeom prst="line">
            <a:avLst/>
          </a:prstGeom>
          <a:noFill/>
          <a:ln w="12700">
            <a:solidFill>
              <a:schemeClr val="tx1"/>
            </a:solidFill>
            <a:round/>
            <a:headEnd type="none" w="sm" len="sm"/>
            <a:tailEnd type="triangle" w="med" len="lg"/>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69656" name="Rectangle 24">
            <a:extLst>
              <a:ext uri="{FF2B5EF4-FFF2-40B4-BE49-F238E27FC236}">
                <a16:creationId xmlns:a16="http://schemas.microsoft.com/office/drawing/2014/main" id="{1BE683E7-282F-4AD0-A90A-197E7551ECDE}"/>
              </a:ext>
            </a:extLst>
          </p:cNvPr>
          <p:cNvSpPr>
            <a:spLocks noChangeArrowheads="1"/>
          </p:cNvSpPr>
          <p:nvPr/>
        </p:nvSpPr>
        <p:spPr bwMode="auto">
          <a:xfrm>
            <a:off x="5715000" y="1009650"/>
            <a:ext cx="2362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2800" b="1">
                <a:latin typeface="宋体" panose="02010600030101010101" pitchFamily="2" charset="-122"/>
              </a:rPr>
              <a:t>统计分析表</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showMasterSp="0">
  <p:cSld>
    <p:bg>
      <p:bgPr>
        <a:gradFill rotWithShape="0">
          <a:gsLst>
            <a:gs pos="0">
              <a:schemeClr val="bg1"/>
            </a:gs>
            <a:gs pos="100000">
              <a:schemeClr val="accent1"/>
            </a:gs>
          </a:gsLst>
          <a:lin ang="5400000" scaled="1"/>
        </a:gradFill>
        <a:effectLst/>
      </p:bgPr>
    </p:bg>
    <p:spTree>
      <p:nvGrpSpPr>
        <p:cNvPr id="1" name=""/>
        <p:cNvGrpSpPr/>
        <p:nvPr/>
      </p:nvGrpSpPr>
      <p:grpSpPr>
        <a:xfrm>
          <a:off x="0" y="0"/>
          <a:ext cx="0" cy="0"/>
          <a:chOff x="0" y="0"/>
          <a:chExt cx="0" cy="0"/>
        </a:xfrm>
      </p:grpSpPr>
      <p:sp>
        <p:nvSpPr>
          <p:cNvPr id="71682" name="Oval 2">
            <a:extLst>
              <a:ext uri="{FF2B5EF4-FFF2-40B4-BE49-F238E27FC236}">
                <a16:creationId xmlns:a16="http://schemas.microsoft.com/office/drawing/2014/main" id="{55463A4E-6BBA-4A04-A65E-C1C20ECB801F}"/>
              </a:ext>
            </a:extLst>
          </p:cNvPr>
          <p:cNvSpPr>
            <a:spLocks noChangeArrowheads="1"/>
          </p:cNvSpPr>
          <p:nvPr/>
        </p:nvSpPr>
        <p:spPr bwMode="auto">
          <a:xfrm>
            <a:off x="1524000" y="2105025"/>
            <a:ext cx="2044700" cy="1981200"/>
          </a:xfrm>
          <a:prstGeom prst="ellipse">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71683" name="Rectangle 3">
            <a:extLst>
              <a:ext uri="{FF2B5EF4-FFF2-40B4-BE49-F238E27FC236}">
                <a16:creationId xmlns:a16="http://schemas.microsoft.com/office/drawing/2014/main" id="{22C0DEBF-1B7E-4905-A3B8-0A3126423296}"/>
              </a:ext>
            </a:extLst>
          </p:cNvPr>
          <p:cNvSpPr>
            <a:spLocks noChangeArrowheads="1"/>
          </p:cNvSpPr>
          <p:nvPr/>
        </p:nvSpPr>
        <p:spPr bwMode="auto">
          <a:xfrm>
            <a:off x="1524000" y="2419350"/>
            <a:ext cx="20574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4000" b="1">
                <a:solidFill>
                  <a:schemeClr val="bg1"/>
                </a:solidFill>
                <a:latin typeface="宋体" panose="02010600030101010101" pitchFamily="2" charset="-122"/>
              </a:rPr>
              <a:t>处理 </a:t>
            </a:r>
          </a:p>
          <a:p>
            <a:pPr algn="ctr" eaLnBrk="0" hangingPunct="0"/>
            <a:r>
              <a:rPr lang="zh-CN" altLang="en-US" sz="4000" b="1">
                <a:solidFill>
                  <a:schemeClr val="bg1"/>
                </a:solidFill>
                <a:latin typeface="宋体" panose="02010600030101010101" pitchFamily="2" charset="-122"/>
              </a:rPr>
              <a:t>报名单</a:t>
            </a:r>
          </a:p>
        </p:txBody>
      </p:sp>
      <p:sp>
        <p:nvSpPr>
          <p:cNvPr id="71684" name="Line 4">
            <a:extLst>
              <a:ext uri="{FF2B5EF4-FFF2-40B4-BE49-F238E27FC236}">
                <a16:creationId xmlns:a16="http://schemas.microsoft.com/office/drawing/2014/main" id="{13F33680-34F5-4819-9365-C5FC84348226}"/>
              </a:ext>
            </a:extLst>
          </p:cNvPr>
          <p:cNvSpPr>
            <a:spLocks noChangeShapeType="1"/>
          </p:cNvSpPr>
          <p:nvPr/>
        </p:nvSpPr>
        <p:spPr bwMode="auto">
          <a:xfrm>
            <a:off x="28575" y="1343025"/>
            <a:ext cx="1905000" cy="990600"/>
          </a:xfrm>
          <a:prstGeom prst="line">
            <a:avLst/>
          </a:prstGeom>
          <a:ln w="19050">
            <a:headEnd type="none" w="sm" len="sm"/>
            <a:tailEnd type="stealth" w="med" len="lg"/>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71685" name="Line 5">
            <a:extLst>
              <a:ext uri="{FF2B5EF4-FFF2-40B4-BE49-F238E27FC236}">
                <a16:creationId xmlns:a16="http://schemas.microsoft.com/office/drawing/2014/main" id="{118B1320-2F23-4A2F-BA58-8D54EA371A72}"/>
              </a:ext>
            </a:extLst>
          </p:cNvPr>
          <p:cNvSpPr>
            <a:spLocks noChangeShapeType="1"/>
          </p:cNvSpPr>
          <p:nvPr/>
        </p:nvSpPr>
        <p:spPr bwMode="auto">
          <a:xfrm flipV="1">
            <a:off x="180975" y="3933825"/>
            <a:ext cx="1828800" cy="1219200"/>
          </a:xfrm>
          <a:prstGeom prst="line">
            <a:avLst/>
          </a:prstGeom>
          <a:ln w="19050">
            <a:headEnd type="triangle" w="med" len="med"/>
            <a:tailEnd type="none" w="med" len="lg"/>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71686" name="Rectangle 6">
            <a:extLst>
              <a:ext uri="{FF2B5EF4-FFF2-40B4-BE49-F238E27FC236}">
                <a16:creationId xmlns:a16="http://schemas.microsoft.com/office/drawing/2014/main" id="{1AFB3435-9172-4ED5-9FD4-EC2008FC9E1A}"/>
              </a:ext>
            </a:extLst>
          </p:cNvPr>
          <p:cNvSpPr>
            <a:spLocks noChangeArrowheads="1"/>
          </p:cNvSpPr>
          <p:nvPr/>
        </p:nvSpPr>
        <p:spPr bwMode="auto">
          <a:xfrm>
            <a:off x="714375" y="1114425"/>
            <a:ext cx="1981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dirty="0">
                <a:latin typeface="宋体" panose="02010600030101010101" pitchFamily="2" charset="-122"/>
              </a:rPr>
              <a:t>报名单</a:t>
            </a:r>
            <a:endParaRPr lang="zh-CN" altLang="en-US" sz="4000" b="1" dirty="0">
              <a:latin typeface="宋体" panose="02010600030101010101" pitchFamily="2" charset="-122"/>
            </a:endParaRPr>
          </a:p>
        </p:txBody>
      </p:sp>
      <p:sp>
        <p:nvSpPr>
          <p:cNvPr id="71687" name="Rectangle 7">
            <a:extLst>
              <a:ext uri="{FF2B5EF4-FFF2-40B4-BE49-F238E27FC236}">
                <a16:creationId xmlns:a16="http://schemas.microsoft.com/office/drawing/2014/main" id="{23435D75-2E93-42CA-A537-2365E5C5150C}"/>
              </a:ext>
            </a:extLst>
          </p:cNvPr>
          <p:cNvSpPr>
            <a:spLocks noChangeArrowheads="1"/>
          </p:cNvSpPr>
          <p:nvPr/>
        </p:nvSpPr>
        <p:spPr bwMode="auto">
          <a:xfrm>
            <a:off x="-47625" y="3825875"/>
            <a:ext cx="1600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a:latin typeface="宋体" panose="02010600030101010101" pitchFamily="2" charset="-122"/>
              </a:rPr>
              <a:t>准考证</a:t>
            </a:r>
          </a:p>
        </p:txBody>
      </p:sp>
      <p:sp>
        <p:nvSpPr>
          <p:cNvPr id="71688" name="Line 8">
            <a:extLst>
              <a:ext uri="{FF2B5EF4-FFF2-40B4-BE49-F238E27FC236}">
                <a16:creationId xmlns:a16="http://schemas.microsoft.com/office/drawing/2014/main" id="{9276BF43-7A8E-4351-B774-A8D97B066563}"/>
              </a:ext>
            </a:extLst>
          </p:cNvPr>
          <p:cNvSpPr>
            <a:spLocks noChangeShapeType="1"/>
          </p:cNvSpPr>
          <p:nvPr/>
        </p:nvSpPr>
        <p:spPr bwMode="auto">
          <a:xfrm>
            <a:off x="2314575" y="4086225"/>
            <a:ext cx="0" cy="1752600"/>
          </a:xfrm>
          <a:prstGeom prst="line">
            <a:avLst/>
          </a:prstGeom>
          <a:ln w="19050">
            <a:headEnd type="none" w="sm" len="sm"/>
            <a:tailEnd type="stealth" w="med" len="lg"/>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71689" name="Rectangle 9">
            <a:extLst>
              <a:ext uri="{FF2B5EF4-FFF2-40B4-BE49-F238E27FC236}">
                <a16:creationId xmlns:a16="http://schemas.microsoft.com/office/drawing/2014/main" id="{FDE7B546-BBA8-4FAD-BA6E-382A8FC91980}"/>
              </a:ext>
            </a:extLst>
          </p:cNvPr>
          <p:cNvSpPr>
            <a:spLocks noChangeArrowheads="1"/>
          </p:cNvSpPr>
          <p:nvPr/>
        </p:nvSpPr>
        <p:spPr bwMode="auto">
          <a:xfrm>
            <a:off x="2298700" y="1890713"/>
            <a:ext cx="492125"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4800" b="1">
                <a:solidFill>
                  <a:schemeClr val="bg1"/>
                </a:solidFill>
                <a:latin typeface="宋体" panose="02010600030101010101" pitchFamily="2" charset="-122"/>
              </a:rPr>
              <a:t>1</a:t>
            </a:r>
            <a:endParaRPr lang="en-US" altLang="zh-CN" sz="4800" b="1">
              <a:latin typeface="宋体" panose="02010600030101010101" pitchFamily="2" charset="-122"/>
            </a:endParaRPr>
          </a:p>
        </p:txBody>
      </p:sp>
      <p:sp>
        <p:nvSpPr>
          <p:cNvPr id="71690" name="Oval 10">
            <a:extLst>
              <a:ext uri="{FF2B5EF4-FFF2-40B4-BE49-F238E27FC236}">
                <a16:creationId xmlns:a16="http://schemas.microsoft.com/office/drawing/2014/main" id="{7F3A6B24-BBFA-4137-81F2-530DD4324AE0}"/>
              </a:ext>
            </a:extLst>
          </p:cNvPr>
          <p:cNvSpPr>
            <a:spLocks noChangeArrowheads="1"/>
          </p:cNvSpPr>
          <p:nvPr/>
        </p:nvSpPr>
        <p:spPr bwMode="auto">
          <a:xfrm>
            <a:off x="4829175" y="2028825"/>
            <a:ext cx="2184400" cy="2030413"/>
          </a:xfrm>
          <a:prstGeom prst="ellipse">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71691" name="Rectangle 11">
            <a:extLst>
              <a:ext uri="{FF2B5EF4-FFF2-40B4-BE49-F238E27FC236}">
                <a16:creationId xmlns:a16="http://schemas.microsoft.com/office/drawing/2014/main" id="{EDBC13C6-F867-45D9-89C9-B13078E956B5}"/>
              </a:ext>
            </a:extLst>
          </p:cNvPr>
          <p:cNvSpPr>
            <a:spLocks noChangeArrowheads="1"/>
          </p:cNvSpPr>
          <p:nvPr/>
        </p:nvSpPr>
        <p:spPr bwMode="auto">
          <a:xfrm>
            <a:off x="5362575" y="2562225"/>
            <a:ext cx="16002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a:solidFill>
                  <a:schemeClr val="bg1"/>
                </a:solidFill>
                <a:latin typeface="宋体" panose="02010600030101010101" pitchFamily="2" charset="-122"/>
              </a:rPr>
              <a:t>统计成绩</a:t>
            </a:r>
          </a:p>
        </p:txBody>
      </p:sp>
      <p:sp>
        <p:nvSpPr>
          <p:cNvPr id="71692" name="Rectangle 12">
            <a:extLst>
              <a:ext uri="{FF2B5EF4-FFF2-40B4-BE49-F238E27FC236}">
                <a16:creationId xmlns:a16="http://schemas.microsoft.com/office/drawing/2014/main" id="{FA6F8AC0-EEB5-4CC7-86BC-EE2A98E72C98}"/>
              </a:ext>
            </a:extLst>
          </p:cNvPr>
          <p:cNvSpPr>
            <a:spLocks noChangeArrowheads="1"/>
          </p:cNvSpPr>
          <p:nvPr/>
        </p:nvSpPr>
        <p:spPr bwMode="auto">
          <a:xfrm>
            <a:off x="5638800" y="1876425"/>
            <a:ext cx="49212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4800" b="1">
                <a:solidFill>
                  <a:schemeClr val="bg1"/>
                </a:solidFill>
                <a:latin typeface="宋体" panose="02010600030101010101" pitchFamily="2" charset="-122"/>
              </a:rPr>
              <a:t>2</a:t>
            </a:r>
            <a:endParaRPr lang="en-US" altLang="zh-CN" sz="4800" b="1">
              <a:latin typeface="宋体" panose="02010600030101010101" pitchFamily="2" charset="-122"/>
            </a:endParaRPr>
          </a:p>
        </p:txBody>
      </p:sp>
      <p:sp>
        <p:nvSpPr>
          <p:cNvPr id="71693" name="Line 13">
            <a:extLst>
              <a:ext uri="{FF2B5EF4-FFF2-40B4-BE49-F238E27FC236}">
                <a16:creationId xmlns:a16="http://schemas.microsoft.com/office/drawing/2014/main" id="{C2189056-5C74-4B06-AF4D-E1B857ABA5B2}"/>
              </a:ext>
            </a:extLst>
          </p:cNvPr>
          <p:cNvSpPr>
            <a:spLocks noChangeShapeType="1"/>
          </p:cNvSpPr>
          <p:nvPr/>
        </p:nvSpPr>
        <p:spPr bwMode="auto">
          <a:xfrm>
            <a:off x="3305175" y="3857625"/>
            <a:ext cx="838200" cy="2133600"/>
          </a:xfrm>
          <a:prstGeom prst="line">
            <a:avLst/>
          </a:prstGeom>
          <a:ln w="19050">
            <a:headEnd type="none" w="sm" len="sm"/>
            <a:tailEnd type="stealth" w="med" len="lg"/>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71694" name="Line 14">
            <a:extLst>
              <a:ext uri="{FF2B5EF4-FFF2-40B4-BE49-F238E27FC236}">
                <a16:creationId xmlns:a16="http://schemas.microsoft.com/office/drawing/2014/main" id="{0296AC8C-5103-49E4-A678-947B7D8CBBFD}"/>
              </a:ext>
            </a:extLst>
          </p:cNvPr>
          <p:cNvSpPr>
            <a:spLocks noChangeShapeType="1"/>
          </p:cNvSpPr>
          <p:nvPr/>
        </p:nvSpPr>
        <p:spPr bwMode="auto">
          <a:xfrm flipV="1">
            <a:off x="4371975" y="3781425"/>
            <a:ext cx="762000" cy="2133600"/>
          </a:xfrm>
          <a:prstGeom prst="line">
            <a:avLst/>
          </a:prstGeom>
          <a:ln w="19050">
            <a:headEnd type="none" w="sm" len="sm"/>
            <a:tailEnd type="stealth" w="med" len="lg"/>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71695" name="Line 15">
            <a:extLst>
              <a:ext uri="{FF2B5EF4-FFF2-40B4-BE49-F238E27FC236}">
                <a16:creationId xmlns:a16="http://schemas.microsoft.com/office/drawing/2014/main" id="{DA98FA44-F86C-4014-96AF-C21FF1BDBE05}"/>
              </a:ext>
            </a:extLst>
          </p:cNvPr>
          <p:cNvSpPr>
            <a:spLocks noChangeShapeType="1"/>
          </p:cNvSpPr>
          <p:nvPr/>
        </p:nvSpPr>
        <p:spPr bwMode="auto">
          <a:xfrm flipV="1">
            <a:off x="6657975" y="1266825"/>
            <a:ext cx="2057400" cy="990600"/>
          </a:xfrm>
          <a:prstGeom prst="line">
            <a:avLst/>
          </a:prstGeom>
          <a:ln w="19050">
            <a:headEnd type="none" w="sm" len="sm"/>
            <a:tailEnd type="stealth" w="med" len="lg"/>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71696" name="Rectangle 16">
            <a:extLst>
              <a:ext uri="{FF2B5EF4-FFF2-40B4-BE49-F238E27FC236}">
                <a16:creationId xmlns:a16="http://schemas.microsoft.com/office/drawing/2014/main" id="{B7F54993-52DF-4765-8D6F-97EBE886E0C8}"/>
              </a:ext>
            </a:extLst>
          </p:cNvPr>
          <p:cNvSpPr>
            <a:spLocks noChangeArrowheads="1"/>
          </p:cNvSpPr>
          <p:nvPr/>
        </p:nvSpPr>
        <p:spPr bwMode="auto">
          <a:xfrm>
            <a:off x="5819775" y="962025"/>
            <a:ext cx="2743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a:latin typeface="宋体" panose="02010600030101010101" pitchFamily="2" charset="-122"/>
              </a:rPr>
              <a:t>考生通知单</a:t>
            </a:r>
          </a:p>
        </p:txBody>
      </p:sp>
      <p:sp>
        <p:nvSpPr>
          <p:cNvPr id="71697" name="Line 17">
            <a:extLst>
              <a:ext uri="{FF2B5EF4-FFF2-40B4-BE49-F238E27FC236}">
                <a16:creationId xmlns:a16="http://schemas.microsoft.com/office/drawing/2014/main" id="{349B64D2-2FB2-4FA0-AE6B-2969F34B024F}"/>
              </a:ext>
            </a:extLst>
          </p:cNvPr>
          <p:cNvSpPr>
            <a:spLocks noChangeShapeType="1"/>
          </p:cNvSpPr>
          <p:nvPr/>
        </p:nvSpPr>
        <p:spPr bwMode="auto">
          <a:xfrm flipH="1" flipV="1">
            <a:off x="5972175" y="4086225"/>
            <a:ext cx="0" cy="1981200"/>
          </a:xfrm>
          <a:prstGeom prst="line">
            <a:avLst/>
          </a:prstGeom>
          <a:ln w="19050">
            <a:headEnd type="none" w="sm" len="sm"/>
            <a:tailEnd type="stealth" w="med" len="lg"/>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71698" name="Line 18">
            <a:extLst>
              <a:ext uri="{FF2B5EF4-FFF2-40B4-BE49-F238E27FC236}">
                <a16:creationId xmlns:a16="http://schemas.microsoft.com/office/drawing/2014/main" id="{49384916-C187-44B5-A262-630D981C9877}"/>
              </a:ext>
            </a:extLst>
          </p:cNvPr>
          <p:cNvSpPr>
            <a:spLocks noChangeShapeType="1"/>
          </p:cNvSpPr>
          <p:nvPr/>
        </p:nvSpPr>
        <p:spPr bwMode="auto">
          <a:xfrm flipV="1">
            <a:off x="7038975" y="3171825"/>
            <a:ext cx="2133600" cy="0"/>
          </a:xfrm>
          <a:prstGeom prst="line">
            <a:avLst/>
          </a:prstGeom>
          <a:ln w="19050">
            <a:headEnd type="none" w="sm" len="sm"/>
            <a:tailEnd type="stealth" w="med" len="lg"/>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71699" name="Rectangle 19">
            <a:extLst>
              <a:ext uri="{FF2B5EF4-FFF2-40B4-BE49-F238E27FC236}">
                <a16:creationId xmlns:a16="http://schemas.microsoft.com/office/drawing/2014/main" id="{F0B57E8E-1CE9-475E-9152-3FBA3F770F52}"/>
              </a:ext>
            </a:extLst>
          </p:cNvPr>
          <p:cNvSpPr>
            <a:spLocks noChangeArrowheads="1"/>
          </p:cNvSpPr>
          <p:nvPr/>
        </p:nvSpPr>
        <p:spPr bwMode="auto">
          <a:xfrm>
            <a:off x="6581775" y="3857625"/>
            <a:ext cx="762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a:latin typeface="宋体" panose="02010600030101010101" pitchFamily="2" charset="-122"/>
              </a:rPr>
              <a:t>成</a:t>
            </a:r>
          </a:p>
        </p:txBody>
      </p:sp>
      <p:sp>
        <p:nvSpPr>
          <p:cNvPr id="71700" name="Rectangle 20">
            <a:extLst>
              <a:ext uri="{FF2B5EF4-FFF2-40B4-BE49-F238E27FC236}">
                <a16:creationId xmlns:a16="http://schemas.microsoft.com/office/drawing/2014/main" id="{55BE03F0-431B-4492-9694-BAF73825D105}"/>
              </a:ext>
            </a:extLst>
          </p:cNvPr>
          <p:cNvSpPr>
            <a:spLocks noChangeArrowheads="1"/>
          </p:cNvSpPr>
          <p:nvPr/>
        </p:nvSpPr>
        <p:spPr bwMode="auto">
          <a:xfrm>
            <a:off x="0" y="0"/>
            <a:ext cx="4419600" cy="71120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4000" b="1" i="1">
                <a:solidFill>
                  <a:schemeClr val="hlink"/>
                </a:solidFill>
                <a:latin typeface="宋体" panose="02010600030101010101" pitchFamily="2" charset="-122"/>
              </a:rPr>
              <a:t>0</a:t>
            </a:r>
            <a:r>
              <a:rPr lang="zh-CN" altLang="en-US" sz="4000" b="1" i="1">
                <a:solidFill>
                  <a:schemeClr val="hlink"/>
                </a:solidFill>
                <a:latin typeface="宋体" panose="02010600030101010101" pitchFamily="2" charset="-122"/>
              </a:rPr>
              <a:t>层</a:t>
            </a:r>
            <a:r>
              <a:rPr lang="zh-CN" altLang="en-US" sz="4000" b="1" i="1">
                <a:solidFill>
                  <a:schemeClr val="hlink"/>
                </a:solidFill>
                <a:latin typeface="黑体" panose="02010609060101010101" pitchFamily="49" charset="-122"/>
                <a:ea typeface="黑体" panose="02010609060101010101" pitchFamily="49" charset="-122"/>
              </a:rPr>
              <a:t>数据流</a:t>
            </a:r>
            <a:r>
              <a:rPr lang="zh-CN" altLang="en-US" sz="4000" b="1" i="1">
                <a:solidFill>
                  <a:schemeClr val="hlink"/>
                </a:solidFill>
                <a:latin typeface="宋体" panose="02010600030101010101" pitchFamily="2" charset="-122"/>
              </a:rPr>
              <a:t>图</a:t>
            </a:r>
          </a:p>
        </p:txBody>
      </p:sp>
      <p:sp>
        <p:nvSpPr>
          <p:cNvPr id="71701" name="Rectangle 21">
            <a:extLst>
              <a:ext uri="{FF2B5EF4-FFF2-40B4-BE49-F238E27FC236}">
                <a16:creationId xmlns:a16="http://schemas.microsoft.com/office/drawing/2014/main" id="{697ADA07-B190-4BD4-A48D-296B45AA1112}"/>
              </a:ext>
            </a:extLst>
          </p:cNvPr>
          <p:cNvSpPr>
            <a:spLocks noChangeArrowheads="1"/>
          </p:cNvSpPr>
          <p:nvPr/>
        </p:nvSpPr>
        <p:spPr bwMode="auto">
          <a:xfrm>
            <a:off x="3381375" y="5915025"/>
            <a:ext cx="1833835"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en-US" sz="3200" b="1" dirty="0">
                <a:solidFill>
                  <a:schemeClr val="bg1"/>
                </a:solidFill>
                <a:latin typeface="宋体" panose="02010600030101010101" pitchFamily="2" charset="-122"/>
              </a:rPr>
              <a:t>考生名册</a:t>
            </a:r>
          </a:p>
        </p:txBody>
      </p:sp>
      <p:sp>
        <p:nvSpPr>
          <p:cNvPr id="71702" name="Line 22">
            <a:extLst>
              <a:ext uri="{FF2B5EF4-FFF2-40B4-BE49-F238E27FC236}">
                <a16:creationId xmlns:a16="http://schemas.microsoft.com/office/drawing/2014/main" id="{ABA0ACD6-0A34-4688-9890-ADF5B9C834F4}"/>
              </a:ext>
            </a:extLst>
          </p:cNvPr>
          <p:cNvSpPr>
            <a:spLocks noChangeShapeType="1"/>
          </p:cNvSpPr>
          <p:nvPr/>
        </p:nvSpPr>
        <p:spPr bwMode="auto">
          <a:xfrm>
            <a:off x="3228975" y="5915025"/>
            <a:ext cx="1981200" cy="0"/>
          </a:xfrm>
          <a:prstGeom prst="line">
            <a:avLst/>
          </a:prstGeom>
          <a:ln>
            <a:headEnd type="none" w="sm" len="sm"/>
            <a:tailEnd type="none" w="sm" len="sm"/>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txBody>
          <a:bodyPr/>
          <a:lstStyle/>
          <a:p>
            <a:endParaRPr lang="zh-CN" altLang="en-US"/>
          </a:p>
        </p:txBody>
      </p:sp>
      <p:sp>
        <p:nvSpPr>
          <p:cNvPr id="71703" name="Line 23">
            <a:extLst>
              <a:ext uri="{FF2B5EF4-FFF2-40B4-BE49-F238E27FC236}">
                <a16:creationId xmlns:a16="http://schemas.microsoft.com/office/drawing/2014/main" id="{EA135D94-EC86-433A-B7B5-5BA4C79AEE7E}"/>
              </a:ext>
            </a:extLst>
          </p:cNvPr>
          <p:cNvSpPr>
            <a:spLocks noChangeShapeType="1"/>
          </p:cNvSpPr>
          <p:nvPr/>
        </p:nvSpPr>
        <p:spPr bwMode="auto">
          <a:xfrm>
            <a:off x="3305175" y="6524625"/>
            <a:ext cx="1905000" cy="0"/>
          </a:xfrm>
          <a:prstGeom prst="line">
            <a:avLst/>
          </a:prstGeom>
          <a:ln>
            <a:headEnd type="none" w="sm" len="sm"/>
            <a:tailEnd type="none" w="sm" len="sm"/>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a:lstStyle/>
          <a:p>
            <a:endParaRPr lang="zh-CN" altLang="en-US"/>
          </a:p>
        </p:txBody>
      </p:sp>
      <p:sp>
        <p:nvSpPr>
          <p:cNvPr id="71704" name="Line 24">
            <a:extLst>
              <a:ext uri="{FF2B5EF4-FFF2-40B4-BE49-F238E27FC236}">
                <a16:creationId xmlns:a16="http://schemas.microsoft.com/office/drawing/2014/main" id="{CBD9AFCD-F364-4B2B-BC24-31DB06BA2AF4}"/>
              </a:ext>
            </a:extLst>
          </p:cNvPr>
          <p:cNvSpPr>
            <a:spLocks noChangeShapeType="1"/>
          </p:cNvSpPr>
          <p:nvPr/>
        </p:nvSpPr>
        <p:spPr bwMode="auto">
          <a:xfrm flipH="1" flipV="1">
            <a:off x="6429375" y="3857625"/>
            <a:ext cx="1295400" cy="2438400"/>
          </a:xfrm>
          <a:prstGeom prst="line">
            <a:avLst/>
          </a:prstGeom>
          <a:ln w="19050">
            <a:headEnd type="none" w="sm" len="sm"/>
            <a:tailEnd type="stealth" w="med" len="lg"/>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71705" name="Rectangle 25">
            <a:extLst>
              <a:ext uri="{FF2B5EF4-FFF2-40B4-BE49-F238E27FC236}">
                <a16:creationId xmlns:a16="http://schemas.microsoft.com/office/drawing/2014/main" id="{148098C4-0C83-41C2-8446-5AAB30D11CDC}"/>
              </a:ext>
            </a:extLst>
          </p:cNvPr>
          <p:cNvSpPr>
            <a:spLocks noChangeArrowheads="1"/>
          </p:cNvSpPr>
          <p:nvPr/>
        </p:nvSpPr>
        <p:spPr bwMode="auto">
          <a:xfrm>
            <a:off x="6886575" y="4314825"/>
            <a:ext cx="762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a:latin typeface="宋体" panose="02010600030101010101" pitchFamily="2" charset="-122"/>
              </a:rPr>
              <a:t>绩</a:t>
            </a:r>
          </a:p>
        </p:txBody>
      </p:sp>
      <p:sp>
        <p:nvSpPr>
          <p:cNvPr id="71706" name="Rectangle 26">
            <a:extLst>
              <a:ext uri="{FF2B5EF4-FFF2-40B4-BE49-F238E27FC236}">
                <a16:creationId xmlns:a16="http://schemas.microsoft.com/office/drawing/2014/main" id="{662BE370-05D3-4344-B915-6AAEB5AF1074}"/>
              </a:ext>
            </a:extLst>
          </p:cNvPr>
          <p:cNvSpPr>
            <a:spLocks noChangeArrowheads="1"/>
          </p:cNvSpPr>
          <p:nvPr/>
        </p:nvSpPr>
        <p:spPr bwMode="auto">
          <a:xfrm>
            <a:off x="7191375" y="4772025"/>
            <a:ext cx="762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a:latin typeface="宋体" panose="02010600030101010101" pitchFamily="2" charset="-122"/>
              </a:rPr>
              <a:t>清</a:t>
            </a:r>
          </a:p>
        </p:txBody>
      </p:sp>
      <p:sp>
        <p:nvSpPr>
          <p:cNvPr id="71707" name="Rectangle 27">
            <a:extLst>
              <a:ext uri="{FF2B5EF4-FFF2-40B4-BE49-F238E27FC236}">
                <a16:creationId xmlns:a16="http://schemas.microsoft.com/office/drawing/2014/main" id="{2995E95A-35F0-4955-BAC0-A712612B1BD7}"/>
              </a:ext>
            </a:extLst>
          </p:cNvPr>
          <p:cNvSpPr>
            <a:spLocks noChangeArrowheads="1"/>
          </p:cNvSpPr>
          <p:nvPr/>
        </p:nvSpPr>
        <p:spPr bwMode="auto">
          <a:xfrm>
            <a:off x="7496175" y="5305425"/>
            <a:ext cx="762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a:latin typeface="宋体" panose="02010600030101010101" pitchFamily="2" charset="-122"/>
              </a:rPr>
              <a:t>单</a:t>
            </a:r>
          </a:p>
        </p:txBody>
      </p:sp>
      <p:sp>
        <p:nvSpPr>
          <p:cNvPr id="71708" name="Rectangle 28">
            <a:extLst>
              <a:ext uri="{FF2B5EF4-FFF2-40B4-BE49-F238E27FC236}">
                <a16:creationId xmlns:a16="http://schemas.microsoft.com/office/drawing/2014/main" id="{AE255D4A-D9AC-43E6-9973-A0A079BB7F3B}"/>
              </a:ext>
            </a:extLst>
          </p:cNvPr>
          <p:cNvSpPr>
            <a:spLocks noChangeArrowheads="1"/>
          </p:cNvSpPr>
          <p:nvPr/>
        </p:nvSpPr>
        <p:spPr bwMode="auto">
          <a:xfrm>
            <a:off x="5972175" y="4238625"/>
            <a:ext cx="685800" cy="206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latin typeface="宋体" panose="02010600030101010101" pitchFamily="2" charset="-122"/>
              </a:rPr>
              <a:t>合</a:t>
            </a:r>
          </a:p>
          <a:p>
            <a:pPr eaLnBrk="0" hangingPunct="0"/>
            <a:r>
              <a:rPr lang="zh-CN" altLang="en-US" sz="3200" b="1">
                <a:latin typeface="宋体" panose="02010600030101010101" pitchFamily="2" charset="-122"/>
              </a:rPr>
              <a:t>格</a:t>
            </a:r>
          </a:p>
          <a:p>
            <a:pPr eaLnBrk="0" hangingPunct="0"/>
            <a:r>
              <a:rPr lang="zh-CN" altLang="en-US" sz="3200" b="1">
                <a:latin typeface="宋体" panose="02010600030101010101" pitchFamily="2" charset="-122"/>
              </a:rPr>
              <a:t>标</a:t>
            </a:r>
          </a:p>
          <a:p>
            <a:pPr eaLnBrk="0" hangingPunct="0"/>
            <a:r>
              <a:rPr lang="zh-CN" altLang="en-US" sz="3200" b="1">
                <a:latin typeface="宋体" panose="02010600030101010101" pitchFamily="2" charset="-122"/>
              </a:rPr>
              <a:t>准</a:t>
            </a:r>
          </a:p>
        </p:txBody>
      </p:sp>
      <p:sp>
        <p:nvSpPr>
          <p:cNvPr id="71709" name="Rectangle 29">
            <a:extLst>
              <a:ext uri="{FF2B5EF4-FFF2-40B4-BE49-F238E27FC236}">
                <a16:creationId xmlns:a16="http://schemas.microsoft.com/office/drawing/2014/main" id="{8AE6BF4B-A242-4991-9021-50D764429C0F}"/>
              </a:ext>
            </a:extLst>
          </p:cNvPr>
          <p:cNvSpPr>
            <a:spLocks noChangeArrowheads="1"/>
          </p:cNvSpPr>
          <p:nvPr/>
        </p:nvSpPr>
        <p:spPr bwMode="auto">
          <a:xfrm>
            <a:off x="2314575" y="4010025"/>
            <a:ext cx="685800" cy="206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latin typeface="宋体" panose="02010600030101010101" pitchFamily="2" charset="-122"/>
              </a:rPr>
              <a:t>考生名</a:t>
            </a:r>
          </a:p>
          <a:p>
            <a:pPr eaLnBrk="0" hangingPunct="0"/>
            <a:r>
              <a:rPr lang="zh-CN" altLang="en-US" sz="3200" b="1">
                <a:latin typeface="宋体" panose="02010600030101010101" pitchFamily="2" charset="-122"/>
              </a:rPr>
              <a:t>单</a:t>
            </a:r>
          </a:p>
        </p:txBody>
      </p:sp>
      <p:sp>
        <p:nvSpPr>
          <p:cNvPr id="71710" name="Rectangle 30">
            <a:extLst>
              <a:ext uri="{FF2B5EF4-FFF2-40B4-BE49-F238E27FC236}">
                <a16:creationId xmlns:a16="http://schemas.microsoft.com/office/drawing/2014/main" id="{2E6498A2-E5FC-4D12-AC51-4575C0937158}"/>
              </a:ext>
            </a:extLst>
          </p:cNvPr>
          <p:cNvSpPr>
            <a:spLocks noChangeArrowheads="1"/>
          </p:cNvSpPr>
          <p:nvPr/>
        </p:nvSpPr>
        <p:spPr bwMode="auto">
          <a:xfrm>
            <a:off x="6940550" y="2438400"/>
            <a:ext cx="2362200"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latin typeface="宋体" panose="02010600030101010101" pitchFamily="2" charset="-122"/>
              </a:rPr>
              <a:t>统计分析表</a:t>
            </a:r>
          </a:p>
        </p:txBody>
      </p:sp>
    </p:spTree>
  </p:cSld>
  <p:clrMapOvr>
    <a:overrideClrMapping bg1="lt1" tx1="dk1" bg2="lt2" tx2="dk2" accent1="accent1" accent2="accent2" accent3="accent3" accent4="accent4" accent5="accent5" accent6="accent6" hlink="hlink" folHlink="folHlink"/>
  </p:clrMapOvr>
  <p:transition/>
</p:sld>
</file>

<file path=ppt/slides/slide50.xml><?xml version="1.0" encoding="utf-8"?>
<p:sld xmlns:a="http://schemas.openxmlformats.org/drawingml/2006/main" xmlns:r="http://schemas.openxmlformats.org/officeDocument/2006/relationships" xmlns:p="http://schemas.openxmlformats.org/presentationml/2006/main" showMasterSp="0">
  <p:cSld>
    <p:bg>
      <p:bgPr>
        <a:gradFill rotWithShape="0">
          <a:gsLst>
            <a:gs pos="0">
              <a:schemeClr val="bg1"/>
            </a:gs>
            <a:gs pos="100000">
              <a:schemeClr val="accent1"/>
            </a:gs>
          </a:gsLst>
          <a:lin ang="5400000" scaled="1"/>
        </a:gradFill>
        <a:effectLst/>
      </p:bgPr>
    </p:bg>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8844ACE3-F863-48FF-8E9B-0FB2E5F57B9C}"/>
              </a:ext>
            </a:extLst>
          </p:cNvPr>
          <p:cNvSpPr>
            <a:spLocks noChangeArrowheads="1"/>
          </p:cNvSpPr>
          <p:nvPr/>
        </p:nvSpPr>
        <p:spPr bwMode="auto">
          <a:xfrm>
            <a:off x="0" y="0"/>
            <a:ext cx="4419600" cy="71120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i="1">
                <a:solidFill>
                  <a:srgbClr val="AC5232"/>
                </a:solidFill>
                <a:latin typeface="黑体" panose="02010609060101010101" pitchFamily="49" charset="-122"/>
                <a:ea typeface="黑体" panose="02010609060101010101" pitchFamily="49" charset="-122"/>
              </a:rPr>
              <a:t>一层数据流图 </a:t>
            </a:r>
            <a:r>
              <a:rPr lang="en-US" altLang="zh-CN" sz="4000" b="1" i="1">
                <a:solidFill>
                  <a:srgbClr val="AC5232"/>
                </a:solidFill>
                <a:latin typeface="黑体" panose="02010609060101010101" pitchFamily="49" charset="-122"/>
                <a:ea typeface="黑体" panose="02010609060101010101" pitchFamily="49" charset="-122"/>
              </a:rPr>
              <a:t>(a)</a:t>
            </a:r>
          </a:p>
        </p:txBody>
      </p:sp>
      <p:sp>
        <p:nvSpPr>
          <p:cNvPr id="73731" name="Oval 3">
            <a:extLst>
              <a:ext uri="{FF2B5EF4-FFF2-40B4-BE49-F238E27FC236}">
                <a16:creationId xmlns:a16="http://schemas.microsoft.com/office/drawing/2014/main" id="{F8C0A0C5-5E1A-4224-8DCE-4C781D4E23CD}"/>
              </a:ext>
            </a:extLst>
          </p:cNvPr>
          <p:cNvSpPr>
            <a:spLocks noChangeArrowheads="1"/>
          </p:cNvSpPr>
          <p:nvPr/>
        </p:nvSpPr>
        <p:spPr bwMode="auto">
          <a:xfrm>
            <a:off x="1600200" y="1828800"/>
            <a:ext cx="1981200" cy="1828800"/>
          </a:xfrm>
          <a:prstGeom prst="ellipse">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73732" name="Rectangle 4">
            <a:extLst>
              <a:ext uri="{FF2B5EF4-FFF2-40B4-BE49-F238E27FC236}">
                <a16:creationId xmlns:a16="http://schemas.microsoft.com/office/drawing/2014/main" id="{4D67AA10-0B7C-40E6-B0A4-561109F431BA}"/>
              </a:ext>
            </a:extLst>
          </p:cNvPr>
          <p:cNvSpPr>
            <a:spLocks noChangeArrowheads="1"/>
          </p:cNvSpPr>
          <p:nvPr/>
        </p:nvSpPr>
        <p:spPr bwMode="auto">
          <a:xfrm>
            <a:off x="1676400" y="2286000"/>
            <a:ext cx="19050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600" b="1">
                <a:solidFill>
                  <a:schemeClr val="bg1"/>
                </a:solidFill>
                <a:latin typeface="宋体" panose="02010600030101010101" pitchFamily="2" charset="-122"/>
              </a:rPr>
              <a:t>检查</a:t>
            </a:r>
          </a:p>
          <a:p>
            <a:pPr algn="ctr" eaLnBrk="0" hangingPunct="0"/>
            <a:r>
              <a:rPr lang="zh-CN" altLang="en-US" sz="3600" b="1">
                <a:solidFill>
                  <a:schemeClr val="bg1"/>
                </a:solidFill>
                <a:latin typeface="宋体" panose="02010600030101010101" pitchFamily="2" charset="-122"/>
              </a:rPr>
              <a:t>报名单</a:t>
            </a:r>
          </a:p>
        </p:txBody>
      </p:sp>
      <p:sp>
        <p:nvSpPr>
          <p:cNvPr id="73733" name="Line 5">
            <a:extLst>
              <a:ext uri="{FF2B5EF4-FFF2-40B4-BE49-F238E27FC236}">
                <a16:creationId xmlns:a16="http://schemas.microsoft.com/office/drawing/2014/main" id="{5B7665E6-30FF-4751-B872-002BDAC44520}"/>
              </a:ext>
            </a:extLst>
          </p:cNvPr>
          <p:cNvSpPr>
            <a:spLocks noChangeShapeType="1"/>
          </p:cNvSpPr>
          <p:nvPr/>
        </p:nvSpPr>
        <p:spPr bwMode="auto">
          <a:xfrm>
            <a:off x="76200" y="1066800"/>
            <a:ext cx="1905000" cy="990600"/>
          </a:xfrm>
          <a:prstGeom prst="line">
            <a:avLst/>
          </a:prstGeom>
          <a:ln w="19050">
            <a:headEnd type="none" w="sm" len="sm"/>
            <a:tailEnd type="stealth" w="med" len="lg"/>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73734" name="Line 6">
            <a:extLst>
              <a:ext uri="{FF2B5EF4-FFF2-40B4-BE49-F238E27FC236}">
                <a16:creationId xmlns:a16="http://schemas.microsoft.com/office/drawing/2014/main" id="{4D9867EC-3929-45D7-98F8-FC99FFF7D9A7}"/>
              </a:ext>
            </a:extLst>
          </p:cNvPr>
          <p:cNvSpPr>
            <a:spLocks noChangeShapeType="1"/>
          </p:cNvSpPr>
          <p:nvPr/>
        </p:nvSpPr>
        <p:spPr bwMode="auto">
          <a:xfrm flipH="1" flipV="1">
            <a:off x="3581400" y="2743200"/>
            <a:ext cx="1828800" cy="0"/>
          </a:xfrm>
          <a:prstGeom prst="line">
            <a:avLst/>
          </a:prstGeom>
          <a:ln w="19050">
            <a:headEnd type="triangle" w="med" len="med"/>
            <a:tailEnd type="none" w="med" len="lg"/>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73735" name="Rectangle 7">
            <a:extLst>
              <a:ext uri="{FF2B5EF4-FFF2-40B4-BE49-F238E27FC236}">
                <a16:creationId xmlns:a16="http://schemas.microsoft.com/office/drawing/2014/main" id="{8359399F-BB07-4F70-8052-99510DD47C33}"/>
              </a:ext>
            </a:extLst>
          </p:cNvPr>
          <p:cNvSpPr>
            <a:spLocks noChangeArrowheads="1"/>
          </p:cNvSpPr>
          <p:nvPr/>
        </p:nvSpPr>
        <p:spPr bwMode="auto">
          <a:xfrm>
            <a:off x="685800" y="838200"/>
            <a:ext cx="1981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a:latin typeface="宋体" panose="02010600030101010101" pitchFamily="2" charset="-122"/>
              </a:rPr>
              <a:t>报名单</a:t>
            </a:r>
            <a:endParaRPr lang="zh-CN" altLang="en-US" sz="4000" b="1">
              <a:latin typeface="宋体" panose="02010600030101010101" pitchFamily="2" charset="-122"/>
            </a:endParaRPr>
          </a:p>
        </p:txBody>
      </p:sp>
      <p:sp>
        <p:nvSpPr>
          <p:cNvPr id="73736" name="Rectangle 8">
            <a:extLst>
              <a:ext uri="{FF2B5EF4-FFF2-40B4-BE49-F238E27FC236}">
                <a16:creationId xmlns:a16="http://schemas.microsoft.com/office/drawing/2014/main" id="{9FE0EEDE-823B-4A6F-9590-CE12A90E21D2}"/>
              </a:ext>
            </a:extLst>
          </p:cNvPr>
          <p:cNvSpPr>
            <a:spLocks noChangeArrowheads="1"/>
          </p:cNvSpPr>
          <p:nvPr/>
        </p:nvSpPr>
        <p:spPr bwMode="auto">
          <a:xfrm>
            <a:off x="7467600" y="2054225"/>
            <a:ext cx="1600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600" b="1">
                <a:latin typeface="宋体" panose="02010600030101010101" pitchFamily="2" charset="-122"/>
              </a:rPr>
              <a:t>准考证</a:t>
            </a:r>
          </a:p>
        </p:txBody>
      </p:sp>
      <p:sp>
        <p:nvSpPr>
          <p:cNvPr id="73737" name="Line 9">
            <a:extLst>
              <a:ext uri="{FF2B5EF4-FFF2-40B4-BE49-F238E27FC236}">
                <a16:creationId xmlns:a16="http://schemas.microsoft.com/office/drawing/2014/main" id="{0F75E790-351F-4458-9DCD-F6D6687B51C6}"/>
              </a:ext>
            </a:extLst>
          </p:cNvPr>
          <p:cNvSpPr>
            <a:spLocks noChangeShapeType="1"/>
          </p:cNvSpPr>
          <p:nvPr/>
        </p:nvSpPr>
        <p:spPr bwMode="auto">
          <a:xfrm>
            <a:off x="19050" y="5530850"/>
            <a:ext cx="1828800" cy="0"/>
          </a:xfrm>
          <a:prstGeom prst="line">
            <a:avLst/>
          </a:prstGeom>
          <a:ln w="19050">
            <a:headEnd type="stealth" w="lg" len="med"/>
            <a:tailEnd type="none" w="med" len="lg"/>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73738" name="Rectangle 10">
            <a:extLst>
              <a:ext uri="{FF2B5EF4-FFF2-40B4-BE49-F238E27FC236}">
                <a16:creationId xmlns:a16="http://schemas.microsoft.com/office/drawing/2014/main" id="{61FD6033-31D1-4274-8230-CD5E3A12491D}"/>
              </a:ext>
            </a:extLst>
          </p:cNvPr>
          <p:cNvSpPr>
            <a:spLocks noChangeArrowheads="1"/>
          </p:cNvSpPr>
          <p:nvPr/>
        </p:nvSpPr>
        <p:spPr bwMode="auto">
          <a:xfrm>
            <a:off x="2133600" y="1752600"/>
            <a:ext cx="869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600" b="1">
                <a:solidFill>
                  <a:schemeClr val="bg1"/>
                </a:solidFill>
                <a:latin typeface="宋体" panose="02010600030101010101" pitchFamily="2" charset="-122"/>
              </a:rPr>
              <a:t>1.1</a:t>
            </a:r>
            <a:endParaRPr lang="en-US" altLang="zh-CN" sz="3600" b="1">
              <a:latin typeface="宋体" panose="02010600030101010101" pitchFamily="2" charset="-122"/>
            </a:endParaRPr>
          </a:p>
        </p:txBody>
      </p:sp>
      <p:sp>
        <p:nvSpPr>
          <p:cNvPr id="73739" name="Oval 11">
            <a:extLst>
              <a:ext uri="{FF2B5EF4-FFF2-40B4-BE49-F238E27FC236}">
                <a16:creationId xmlns:a16="http://schemas.microsoft.com/office/drawing/2014/main" id="{1B03B49F-DE95-45C8-B9F6-5D91DDA41E23}"/>
              </a:ext>
            </a:extLst>
          </p:cNvPr>
          <p:cNvSpPr>
            <a:spLocks noChangeArrowheads="1"/>
          </p:cNvSpPr>
          <p:nvPr/>
        </p:nvSpPr>
        <p:spPr bwMode="auto">
          <a:xfrm>
            <a:off x="5334000" y="1676400"/>
            <a:ext cx="1955800" cy="1828800"/>
          </a:xfrm>
          <a:prstGeom prst="ellipse">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73740" name="Rectangle 12">
            <a:extLst>
              <a:ext uri="{FF2B5EF4-FFF2-40B4-BE49-F238E27FC236}">
                <a16:creationId xmlns:a16="http://schemas.microsoft.com/office/drawing/2014/main" id="{51F59CF4-3BF6-4EDF-BD22-8426551D1FAC}"/>
              </a:ext>
            </a:extLst>
          </p:cNvPr>
          <p:cNvSpPr>
            <a:spLocks noChangeArrowheads="1"/>
          </p:cNvSpPr>
          <p:nvPr/>
        </p:nvSpPr>
        <p:spPr bwMode="auto">
          <a:xfrm>
            <a:off x="5613400" y="2286000"/>
            <a:ext cx="16002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600" b="1">
                <a:solidFill>
                  <a:schemeClr val="bg1"/>
                </a:solidFill>
                <a:latin typeface="宋体" panose="02010600030101010101" pitchFamily="2" charset="-122"/>
              </a:rPr>
              <a:t>编准考证号</a:t>
            </a:r>
            <a:endParaRPr lang="zh-CN" altLang="en-US" sz="3600" b="1">
              <a:latin typeface="宋体" panose="02010600030101010101" pitchFamily="2" charset="-122"/>
            </a:endParaRPr>
          </a:p>
        </p:txBody>
      </p:sp>
      <p:sp>
        <p:nvSpPr>
          <p:cNvPr id="73741" name="Rectangle 13">
            <a:extLst>
              <a:ext uri="{FF2B5EF4-FFF2-40B4-BE49-F238E27FC236}">
                <a16:creationId xmlns:a16="http://schemas.microsoft.com/office/drawing/2014/main" id="{54CB868C-3DAB-4C3D-ABF4-A04ABDB0CAD1}"/>
              </a:ext>
            </a:extLst>
          </p:cNvPr>
          <p:cNvSpPr>
            <a:spLocks noChangeArrowheads="1"/>
          </p:cNvSpPr>
          <p:nvPr/>
        </p:nvSpPr>
        <p:spPr bwMode="auto">
          <a:xfrm>
            <a:off x="5889625" y="1600200"/>
            <a:ext cx="869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600" b="1">
                <a:solidFill>
                  <a:schemeClr val="bg1"/>
                </a:solidFill>
                <a:latin typeface="宋体" panose="02010600030101010101" pitchFamily="2" charset="-122"/>
              </a:rPr>
              <a:t>1.2</a:t>
            </a:r>
            <a:endParaRPr lang="en-US" altLang="zh-CN" sz="3600" b="1">
              <a:latin typeface="宋体" panose="02010600030101010101" pitchFamily="2" charset="-122"/>
            </a:endParaRPr>
          </a:p>
        </p:txBody>
      </p:sp>
      <p:sp>
        <p:nvSpPr>
          <p:cNvPr id="73742" name="Line 14">
            <a:extLst>
              <a:ext uri="{FF2B5EF4-FFF2-40B4-BE49-F238E27FC236}">
                <a16:creationId xmlns:a16="http://schemas.microsoft.com/office/drawing/2014/main" id="{961EFBEB-9115-429C-9542-E5FA270185B0}"/>
              </a:ext>
            </a:extLst>
          </p:cNvPr>
          <p:cNvSpPr>
            <a:spLocks noChangeShapeType="1"/>
          </p:cNvSpPr>
          <p:nvPr/>
        </p:nvSpPr>
        <p:spPr bwMode="auto">
          <a:xfrm flipV="1">
            <a:off x="6248400" y="3505200"/>
            <a:ext cx="0" cy="1295400"/>
          </a:xfrm>
          <a:prstGeom prst="line">
            <a:avLst/>
          </a:prstGeom>
          <a:noFill/>
          <a:ln w="25400">
            <a:solidFill>
              <a:schemeClr val="hlink"/>
            </a:solidFill>
            <a:round/>
            <a:headEnd type="triangle" w="med" len="me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43" name="Rectangle 15">
            <a:extLst>
              <a:ext uri="{FF2B5EF4-FFF2-40B4-BE49-F238E27FC236}">
                <a16:creationId xmlns:a16="http://schemas.microsoft.com/office/drawing/2014/main" id="{622E2E5D-1C55-4BD4-934E-2F62C1FCABE6}"/>
              </a:ext>
            </a:extLst>
          </p:cNvPr>
          <p:cNvSpPr>
            <a:spLocks noChangeArrowheads="1"/>
          </p:cNvSpPr>
          <p:nvPr/>
        </p:nvSpPr>
        <p:spPr bwMode="auto">
          <a:xfrm>
            <a:off x="228600" y="2441575"/>
            <a:ext cx="1219200"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b="1">
                <a:latin typeface="宋体" panose="02010600030101010101" pitchFamily="2" charset="-122"/>
              </a:rPr>
              <a:t>不合格</a:t>
            </a:r>
          </a:p>
          <a:p>
            <a:pPr eaLnBrk="0" hangingPunct="0"/>
            <a:r>
              <a:rPr lang="zh-CN" altLang="en-US" b="1">
                <a:latin typeface="宋体" panose="02010600030101010101" pitchFamily="2" charset="-122"/>
              </a:rPr>
              <a:t>报名单</a:t>
            </a:r>
          </a:p>
        </p:txBody>
      </p:sp>
      <p:sp>
        <p:nvSpPr>
          <p:cNvPr id="73744" name="Rectangle 16">
            <a:extLst>
              <a:ext uri="{FF2B5EF4-FFF2-40B4-BE49-F238E27FC236}">
                <a16:creationId xmlns:a16="http://schemas.microsoft.com/office/drawing/2014/main" id="{947250A1-5B29-40E6-B2B4-31D662370456}"/>
              </a:ext>
            </a:extLst>
          </p:cNvPr>
          <p:cNvSpPr>
            <a:spLocks noChangeArrowheads="1"/>
          </p:cNvSpPr>
          <p:nvPr/>
        </p:nvSpPr>
        <p:spPr bwMode="auto">
          <a:xfrm>
            <a:off x="3429000" y="6019800"/>
            <a:ext cx="1833835"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en-US" sz="3200" b="1">
                <a:solidFill>
                  <a:schemeClr val="bg1"/>
                </a:solidFill>
                <a:latin typeface="宋体" panose="02010600030101010101" pitchFamily="2" charset="-122"/>
              </a:rPr>
              <a:t>考生名册</a:t>
            </a:r>
          </a:p>
        </p:txBody>
      </p:sp>
      <p:sp>
        <p:nvSpPr>
          <p:cNvPr id="73745" name="Line 17">
            <a:extLst>
              <a:ext uri="{FF2B5EF4-FFF2-40B4-BE49-F238E27FC236}">
                <a16:creationId xmlns:a16="http://schemas.microsoft.com/office/drawing/2014/main" id="{78566704-194E-4317-A861-CD2497B99727}"/>
              </a:ext>
            </a:extLst>
          </p:cNvPr>
          <p:cNvSpPr>
            <a:spLocks noChangeShapeType="1"/>
          </p:cNvSpPr>
          <p:nvPr/>
        </p:nvSpPr>
        <p:spPr bwMode="auto">
          <a:xfrm>
            <a:off x="3241675" y="6096000"/>
            <a:ext cx="1981200" cy="0"/>
          </a:xfrm>
          <a:prstGeom prst="line">
            <a:avLst/>
          </a:prstGeom>
          <a:ln>
            <a:headEnd type="none" w="sm" len="sm"/>
            <a:tailEnd type="none" w="sm" len="sm"/>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a:lstStyle/>
          <a:p>
            <a:endParaRPr lang="zh-CN" altLang="en-US"/>
          </a:p>
        </p:txBody>
      </p:sp>
      <p:sp>
        <p:nvSpPr>
          <p:cNvPr id="73746" name="Line 18">
            <a:extLst>
              <a:ext uri="{FF2B5EF4-FFF2-40B4-BE49-F238E27FC236}">
                <a16:creationId xmlns:a16="http://schemas.microsoft.com/office/drawing/2014/main" id="{98FA46EF-8400-48F4-AC5B-CC9E9736B794}"/>
              </a:ext>
            </a:extLst>
          </p:cNvPr>
          <p:cNvSpPr>
            <a:spLocks noChangeShapeType="1"/>
          </p:cNvSpPr>
          <p:nvPr/>
        </p:nvSpPr>
        <p:spPr bwMode="auto">
          <a:xfrm>
            <a:off x="3352800" y="6662738"/>
            <a:ext cx="1905000" cy="0"/>
          </a:xfrm>
          <a:prstGeom prst="line">
            <a:avLst/>
          </a:prstGeom>
          <a:ln>
            <a:headEnd type="none" w="sm" len="sm"/>
            <a:tailEnd type="none" w="sm" len="sm"/>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txBody>
          <a:bodyPr/>
          <a:lstStyle/>
          <a:p>
            <a:endParaRPr lang="zh-CN" altLang="en-US"/>
          </a:p>
        </p:txBody>
      </p:sp>
      <p:sp>
        <p:nvSpPr>
          <p:cNvPr id="73747" name="Rectangle 19">
            <a:extLst>
              <a:ext uri="{FF2B5EF4-FFF2-40B4-BE49-F238E27FC236}">
                <a16:creationId xmlns:a16="http://schemas.microsoft.com/office/drawing/2014/main" id="{33CCA3E7-A44C-4FFF-9CEB-EB2E6B2DE556}"/>
              </a:ext>
            </a:extLst>
          </p:cNvPr>
          <p:cNvSpPr>
            <a:spLocks noChangeArrowheads="1"/>
          </p:cNvSpPr>
          <p:nvPr/>
        </p:nvSpPr>
        <p:spPr bwMode="auto">
          <a:xfrm>
            <a:off x="-57150" y="4921250"/>
            <a:ext cx="1981200"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dirty="0">
                <a:solidFill>
                  <a:schemeClr val="bg1"/>
                </a:solidFill>
                <a:latin typeface="宋体" panose="02010600030101010101" pitchFamily="2" charset="-122"/>
              </a:rPr>
              <a:t>考生名单</a:t>
            </a:r>
          </a:p>
        </p:txBody>
      </p:sp>
      <p:sp>
        <p:nvSpPr>
          <p:cNvPr id="73748" name="Rectangle 20">
            <a:extLst>
              <a:ext uri="{FF2B5EF4-FFF2-40B4-BE49-F238E27FC236}">
                <a16:creationId xmlns:a16="http://schemas.microsoft.com/office/drawing/2014/main" id="{BB2B91A5-F37B-43E6-A86C-69C50892FA0F}"/>
              </a:ext>
            </a:extLst>
          </p:cNvPr>
          <p:cNvSpPr>
            <a:spLocks noChangeArrowheads="1"/>
          </p:cNvSpPr>
          <p:nvPr/>
        </p:nvSpPr>
        <p:spPr bwMode="auto">
          <a:xfrm>
            <a:off x="3581400" y="1552575"/>
            <a:ext cx="17526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600" b="1">
                <a:latin typeface="宋体" panose="02010600030101010101" pitchFamily="2" charset="-122"/>
              </a:rPr>
              <a:t>合格</a:t>
            </a:r>
          </a:p>
          <a:p>
            <a:pPr algn="ctr" eaLnBrk="0" hangingPunct="0"/>
            <a:r>
              <a:rPr lang="zh-CN" altLang="en-US" sz="3600" b="1">
                <a:latin typeface="宋体" panose="02010600030101010101" pitchFamily="2" charset="-122"/>
              </a:rPr>
              <a:t>报名单</a:t>
            </a:r>
            <a:endParaRPr lang="zh-CN" altLang="en-US" sz="4000" b="1">
              <a:latin typeface="宋体" panose="02010600030101010101" pitchFamily="2" charset="-122"/>
            </a:endParaRPr>
          </a:p>
        </p:txBody>
      </p:sp>
      <p:sp>
        <p:nvSpPr>
          <p:cNvPr id="73749" name="Line 21">
            <a:extLst>
              <a:ext uri="{FF2B5EF4-FFF2-40B4-BE49-F238E27FC236}">
                <a16:creationId xmlns:a16="http://schemas.microsoft.com/office/drawing/2014/main" id="{F3F8654C-D11E-4FDC-BAB3-D5D59386BCAE}"/>
              </a:ext>
            </a:extLst>
          </p:cNvPr>
          <p:cNvSpPr>
            <a:spLocks noChangeShapeType="1"/>
          </p:cNvSpPr>
          <p:nvPr/>
        </p:nvSpPr>
        <p:spPr bwMode="auto">
          <a:xfrm flipH="1" flipV="1">
            <a:off x="7239000" y="2743200"/>
            <a:ext cx="1828800" cy="0"/>
          </a:xfrm>
          <a:prstGeom prst="line">
            <a:avLst/>
          </a:prstGeom>
          <a:ln w="19050">
            <a:headEnd type="triangle" w="med" len="med"/>
            <a:tailEnd type="none" w="med" len="lg"/>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73750" name="Oval 22">
            <a:extLst>
              <a:ext uri="{FF2B5EF4-FFF2-40B4-BE49-F238E27FC236}">
                <a16:creationId xmlns:a16="http://schemas.microsoft.com/office/drawing/2014/main" id="{6F6FB3FC-C678-420B-AAC4-F94C3821A9D0}"/>
              </a:ext>
            </a:extLst>
          </p:cNvPr>
          <p:cNvSpPr>
            <a:spLocks noChangeArrowheads="1"/>
          </p:cNvSpPr>
          <p:nvPr/>
        </p:nvSpPr>
        <p:spPr bwMode="auto">
          <a:xfrm>
            <a:off x="5334000" y="4800600"/>
            <a:ext cx="1955800" cy="1828800"/>
          </a:xfrm>
          <a:prstGeom prst="ellipse">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73751" name="Rectangle 23">
            <a:extLst>
              <a:ext uri="{FF2B5EF4-FFF2-40B4-BE49-F238E27FC236}">
                <a16:creationId xmlns:a16="http://schemas.microsoft.com/office/drawing/2014/main" id="{81D0F785-F791-4F4E-9A2F-C03BC6A72789}"/>
              </a:ext>
            </a:extLst>
          </p:cNvPr>
          <p:cNvSpPr>
            <a:spLocks noChangeArrowheads="1"/>
          </p:cNvSpPr>
          <p:nvPr/>
        </p:nvSpPr>
        <p:spPr bwMode="auto">
          <a:xfrm>
            <a:off x="5562600" y="5334000"/>
            <a:ext cx="16002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600" b="1">
                <a:solidFill>
                  <a:schemeClr val="bg1"/>
                </a:solidFill>
                <a:latin typeface="宋体" panose="02010600030101010101" pitchFamily="2" charset="-122"/>
              </a:rPr>
              <a:t>登记</a:t>
            </a:r>
          </a:p>
          <a:p>
            <a:pPr algn="ctr" eaLnBrk="0" hangingPunct="0"/>
            <a:r>
              <a:rPr lang="zh-CN" altLang="en-US" sz="3600" b="1">
                <a:solidFill>
                  <a:schemeClr val="bg1"/>
                </a:solidFill>
                <a:latin typeface="宋体" panose="02010600030101010101" pitchFamily="2" charset="-122"/>
              </a:rPr>
              <a:t>考生</a:t>
            </a:r>
          </a:p>
        </p:txBody>
      </p:sp>
      <p:sp>
        <p:nvSpPr>
          <p:cNvPr id="73752" name="Rectangle 24">
            <a:extLst>
              <a:ext uri="{FF2B5EF4-FFF2-40B4-BE49-F238E27FC236}">
                <a16:creationId xmlns:a16="http://schemas.microsoft.com/office/drawing/2014/main" id="{F3CFF3A8-0BBA-4730-A48D-32A4F6E89D5A}"/>
              </a:ext>
            </a:extLst>
          </p:cNvPr>
          <p:cNvSpPr>
            <a:spLocks noChangeArrowheads="1"/>
          </p:cNvSpPr>
          <p:nvPr/>
        </p:nvSpPr>
        <p:spPr bwMode="auto">
          <a:xfrm>
            <a:off x="5889625" y="4724400"/>
            <a:ext cx="869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600" b="1">
                <a:solidFill>
                  <a:schemeClr val="bg1"/>
                </a:solidFill>
                <a:latin typeface="宋体" panose="02010600030101010101" pitchFamily="2" charset="-122"/>
              </a:rPr>
              <a:t>1.3</a:t>
            </a:r>
            <a:endParaRPr lang="en-US" altLang="zh-CN" sz="3600" b="1">
              <a:latin typeface="宋体" panose="02010600030101010101" pitchFamily="2" charset="-122"/>
            </a:endParaRPr>
          </a:p>
        </p:txBody>
      </p:sp>
      <p:sp>
        <p:nvSpPr>
          <p:cNvPr id="73753" name="Rectangle 25">
            <a:extLst>
              <a:ext uri="{FF2B5EF4-FFF2-40B4-BE49-F238E27FC236}">
                <a16:creationId xmlns:a16="http://schemas.microsoft.com/office/drawing/2014/main" id="{D4DFF106-1E2D-4597-B45E-02C2E13817D5}"/>
              </a:ext>
            </a:extLst>
          </p:cNvPr>
          <p:cNvSpPr>
            <a:spLocks noChangeArrowheads="1"/>
          </p:cNvSpPr>
          <p:nvPr/>
        </p:nvSpPr>
        <p:spPr bwMode="auto">
          <a:xfrm>
            <a:off x="6257925" y="3533775"/>
            <a:ext cx="17526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600" b="1">
                <a:latin typeface="宋体" panose="02010600030101010101" pitchFamily="2" charset="-122"/>
              </a:rPr>
              <a:t>正式</a:t>
            </a:r>
          </a:p>
          <a:p>
            <a:pPr algn="ctr" eaLnBrk="0" hangingPunct="0"/>
            <a:r>
              <a:rPr lang="zh-CN" altLang="en-US" sz="3600" b="1">
                <a:latin typeface="宋体" panose="02010600030101010101" pitchFamily="2" charset="-122"/>
              </a:rPr>
              <a:t>报名单</a:t>
            </a:r>
            <a:endParaRPr lang="zh-CN" altLang="en-US" sz="4000" b="1">
              <a:latin typeface="宋体" panose="02010600030101010101" pitchFamily="2" charset="-122"/>
            </a:endParaRPr>
          </a:p>
        </p:txBody>
      </p:sp>
      <p:sp>
        <p:nvSpPr>
          <p:cNvPr id="73754" name="Oval 26">
            <a:extLst>
              <a:ext uri="{FF2B5EF4-FFF2-40B4-BE49-F238E27FC236}">
                <a16:creationId xmlns:a16="http://schemas.microsoft.com/office/drawing/2014/main" id="{1A2A084F-C866-4555-9A4B-9DEA732EB6A4}"/>
              </a:ext>
            </a:extLst>
          </p:cNvPr>
          <p:cNvSpPr>
            <a:spLocks noChangeArrowheads="1"/>
          </p:cNvSpPr>
          <p:nvPr/>
        </p:nvSpPr>
        <p:spPr bwMode="auto">
          <a:xfrm>
            <a:off x="1714500" y="4267200"/>
            <a:ext cx="1955800" cy="1828800"/>
          </a:xfrm>
          <a:prstGeom prst="ellipse">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73755" name="Rectangle 27">
            <a:extLst>
              <a:ext uri="{FF2B5EF4-FFF2-40B4-BE49-F238E27FC236}">
                <a16:creationId xmlns:a16="http://schemas.microsoft.com/office/drawing/2014/main" id="{FBA28D6D-B1B0-40C0-94A5-58E730E6E0F3}"/>
              </a:ext>
            </a:extLst>
          </p:cNvPr>
          <p:cNvSpPr>
            <a:spLocks noChangeArrowheads="1"/>
          </p:cNvSpPr>
          <p:nvPr/>
        </p:nvSpPr>
        <p:spPr bwMode="auto">
          <a:xfrm>
            <a:off x="1943100" y="4800600"/>
            <a:ext cx="16002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600" b="1">
                <a:solidFill>
                  <a:schemeClr val="bg1"/>
                </a:solidFill>
                <a:latin typeface="宋体" panose="02010600030101010101" pitchFamily="2" charset="-122"/>
              </a:rPr>
              <a:t>汇总</a:t>
            </a:r>
          </a:p>
          <a:p>
            <a:pPr algn="ctr" eaLnBrk="0" hangingPunct="0"/>
            <a:r>
              <a:rPr lang="zh-CN" altLang="en-US" sz="3600" b="1">
                <a:solidFill>
                  <a:schemeClr val="bg1"/>
                </a:solidFill>
                <a:latin typeface="宋体" panose="02010600030101010101" pitchFamily="2" charset="-122"/>
              </a:rPr>
              <a:t>名单</a:t>
            </a:r>
          </a:p>
        </p:txBody>
      </p:sp>
      <p:sp>
        <p:nvSpPr>
          <p:cNvPr id="73756" name="Rectangle 28">
            <a:extLst>
              <a:ext uri="{FF2B5EF4-FFF2-40B4-BE49-F238E27FC236}">
                <a16:creationId xmlns:a16="http://schemas.microsoft.com/office/drawing/2014/main" id="{F6B00345-DDC1-4AAE-950C-5E6C95D04347}"/>
              </a:ext>
            </a:extLst>
          </p:cNvPr>
          <p:cNvSpPr>
            <a:spLocks noChangeArrowheads="1"/>
          </p:cNvSpPr>
          <p:nvPr/>
        </p:nvSpPr>
        <p:spPr bwMode="auto">
          <a:xfrm>
            <a:off x="2270125" y="4191000"/>
            <a:ext cx="8794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600" b="1">
                <a:solidFill>
                  <a:schemeClr val="bg1"/>
                </a:solidFill>
                <a:latin typeface="宋体" panose="02010600030101010101" pitchFamily="2" charset="-122"/>
              </a:rPr>
              <a:t>1.4</a:t>
            </a:r>
            <a:endParaRPr lang="en-US" altLang="zh-CN" sz="3600" b="1">
              <a:latin typeface="宋体" panose="02010600030101010101" pitchFamily="2" charset="-122"/>
            </a:endParaRPr>
          </a:p>
        </p:txBody>
      </p:sp>
      <p:sp>
        <p:nvSpPr>
          <p:cNvPr id="73757" name="Line 29">
            <a:extLst>
              <a:ext uri="{FF2B5EF4-FFF2-40B4-BE49-F238E27FC236}">
                <a16:creationId xmlns:a16="http://schemas.microsoft.com/office/drawing/2014/main" id="{30F31BB2-79A1-4CA3-9844-2600C08C4617}"/>
              </a:ext>
            </a:extLst>
          </p:cNvPr>
          <p:cNvSpPr>
            <a:spLocks noChangeShapeType="1"/>
          </p:cNvSpPr>
          <p:nvPr/>
        </p:nvSpPr>
        <p:spPr bwMode="auto">
          <a:xfrm flipV="1">
            <a:off x="4495800" y="5638800"/>
            <a:ext cx="838200" cy="457200"/>
          </a:xfrm>
          <a:prstGeom prst="line">
            <a:avLst/>
          </a:prstGeom>
          <a:noFill/>
          <a:ln w="25400">
            <a:solidFill>
              <a:schemeClr val="hlink"/>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3758" name="Line 30">
            <a:extLst>
              <a:ext uri="{FF2B5EF4-FFF2-40B4-BE49-F238E27FC236}">
                <a16:creationId xmlns:a16="http://schemas.microsoft.com/office/drawing/2014/main" id="{E383A2E9-C27E-4DA0-AF55-E796A65B706F}"/>
              </a:ext>
            </a:extLst>
          </p:cNvPr>
          <p:cNvSpPr>
            <a:spLocks noChangeShapeType="1"/>
          </p:cNvSpPr>
          <p:nvPr/>
        </p:nvSpPr>
        <p:spPr bwMode="auto">
          <a:xfrm flipH="1" flipV="1">
            <a:off x="3505200" y="5715000"/>
            <a:ext cx="685800" cy="381000"/>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3759" name="Freeform 31">
            <a:extLst>
              <a:ext uri="{FF2B5EF4-FFF2-40B4-BE49-F238E27FC236}">
                <a16:creationId xmlns:a16="http://schemas.microsoft.com/office/drawing/2014/main" id="{D9EB0CCF-D7B0-4E9D-92CF-A84824E072E1}"/>
              </a:ext>
            </a:extLst>
          </p:cNvPr>
          <p:cNvSpPr>
            <a:spLocks/>
          </p:cNvSpPr>
          <p:nvPr/>
        </p:nvSpPr>
        <p:spPr bwMode="auto">
          <a:xfrm>
            <a:off x="609600" y="3124200"/>
            <a:ext cx="990600" cy="304800"/>
          </a:xfrm>
          <a:custGeom>
            <a:avLst/>
            <a:gdLst>
              <a:gd name="T0" fmla="*/ 624 w 624"/>
              <a:gd name="T1" fmla="*/ 0 h 192"/>
              <a:gd name="T2" fmla="*/ 432 w 624"/>
              <a:gd name="T3" fmla="*/ 144 h 192"/>
              <a:gd name="T4" fmla="*/ 0 w 624"/>
              <a:gd name="T5" fmla="*/ 192 h 192"/>
            </a:gdLst>
            <a:ahLst/>
            <a:cxnLst>
              <a:cxn ang="0">
                <a:pos x="T0" y="T1"/>
              </a:cxn>
              <a:cxn ang="0">
                <a:pos x="T2" y="T3"/>
              </a:cxn>
              <a:cxn ang="0">
                <a:pos x="T4" y="T5"/>
              </a:cxn>
            </a:cxnLst>
            <a:rect l="0" t="0" r="r" b="b"/>
            <a:pathLst>
              <a:path w="624" h="192">
                <a:moveTo>
                  <a:pt x="624" y="0"/>
                </a:moveTo>
                <a:cubicBezTo>
                  <a:pt x="580" y="56"/>
                  <a:pt x="536" y="112"/>
                  <a:pt x="432" y="144"/>
                </a:cubicBezTo>
                <a:cubicBezTo>
                  <a:pt x="328" y="176"/>
                  <a:pt x="72" y="184"/>
                  <a:pt x="0" y="192"/>
                </a:cubicBezTo>
              </a:path>
            </a:pathLst>
          </a:custGeom>
          <a:noFill/>
          <a:ln w="25400">
            <a:solidFill>
              <a:srgbClr val="FF0000"/>
            </a:solidFill>
            <a:round/>
            <a:headEnd/>
            <a:tailEnd type="triangl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overrideClrMapping bg1="lt1" tx1="dk1" bg2="lt2" tx2="dk2" accent1="accent1" accent2="accent2" accent3="accent3" accent4="accent4" accent5="accent5" accent6="accent6" hlink="hlink" folHlink="folHlink"/>
  </p:clrMapOvr>
  <p:transition/>
</p:sld>
</file>

<file path=ppt/slides/slide51.xml><?xml version="1.0" encoding="utf-8"?>
<p:sld xmlns:a="http://schemas.openxmlformats.org/drawingml/2006/main" xmlns:r="http://schemas.openxmlformats.org/officeDocument/2006/relationships" xmlns:p="http://schemas.openxmlformats.org/presentationml/2006/main" showMasterSp="0">
  <p:cSld>
    <p:bg>
      <p:bgPr>
        <a:gradFill rotWithShape="0">
          <a:gsLst>
            <a:gs pos="0">
              <a:schemeClr val="bg1"/>
            </a:gs>
            <a:gs pos="100000">
              <a:schemeClr val="accent1"/>
            </a:gs>
          </a:gsLst>
          <a:lin ang="5400000" scaled="1"/>
        </a:gradFill>
        <a:effectLst/>
      </p:bgPr>
    </p:bg>
    <p:spTree>
      <p:nvGrpSpPr>
        <p:cNvPr id="1" name=""/>
        <p:cNvGrpSpPr/>
        <p:nvPr/>
      </p:nvGrpSpPr>
      <p:grpSpPr>
        <a:xfrm>
          <a:off x="0" y="0"/>
          <a:ext cx="0" cy="0"/>
          <a:chOff x="0" y="0"/>
          <a:chExt cx="0" cy="0"/>
        </a:xfrm>
      </p:grpSpPr>
      <p:sp>
        <p:nvSpPr>
          <p:cNvPr id="75778" name="Oval 2">
            <a:extLst>
              <a:ext uri="{FF2B5EF4-FFF2-40B4-BE49-F238E27FC236}">
                <a16:creationId xmlns:a16="http://schemas.microsoft.com/office/drawing/2014/main" id="{A50EAEA7-CA08-44EC-8BB7-C86A413ED6DB}"/>
              </a:ext>
            </a:extLst>
          </p:cNvPr>
          <p:cNvSpPr>
            <a:spLocks noChangeArrowheads="1"/>
          </p:cNvSpPr>
          <p:nvPr/>
        </p:nvSpPr>
        <p:spPr bwMode="auto">
          <a:xfrm>
            <a:off x="2209800" y="990600"/>
            <a:ext cx="1981200" cy="1752600"/>
          </a:xfrm>
          <a:prstGeom prst="ellipse">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75779" name="Rectangle 3">
            <a:extLst>
              <a:ext uri="{FF2B5EF4-FFF2-40B4-BE49-F238E27FC236}">
                <a16:creationId xmlns:a16="http://schemas.microsoft.com/office/drawing/2014/main" id="{A7C828D9-07F0-4B24-A487-B9FDC31D58A6}"/>
              </a:ext>
            </a:extLst>
          </p:cNvPr>
          <p:cNvSpPr>
            <a:spLocks noChangeArrowheads="1"/>
          </p:cNvSpPr>
          <p:nvPr/>
        </p:nvSpPr>
        <p:spPr bwMode="auto">
          <a:xfrm>
            <a:off x="2286000" y="1371600"/>
            <a:ext cx="19050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200" b="1">
                <a:solidFill>
                  <a:schemeClr val="bg1"/>
                </a:solidFill>
                <a:latin typeface="宋体" panose="02010600030101010101" pitchFamily="2" charset="-122"/>
              </a:rPr>
              <a:t>检查</a:t>
            </a:r>
          </a:p>
          <a:p>
            <a:pPr algn="ctr" eaLnBrk="0" hangingPunct="0"/>
            <a:r>
              <a:rPr lang="zh-CN" altLang="en-US" sz="3200" b="1">
                <a:solidFill>
                  <a:schemeClr val="bg1"/>
                </a:solidFill>
                <a:latin typeface="宋体" panose="02010600030101010101" pitchFamily="2" charset="-122"/>
              </a:rPr>
              <a:t>成绩清单</a:t>
            </a:r>
          </a:p>
        </p:txBody>
      </p:sp>
      <p:sp>
        <p:nvSpPr>
          <p:cNvPr id="75780" name="Line 4">
            <a:extLst>
              <a:ext uri="{FF2B5EF4-FFF2-40B4-BE49-F238E27FC236}">
                <a16:creationId xmlns:a16="http://schemas.microsoft.com/office/drawing/2014/main" id="{64FB0B0E-E096-4906-92FC-B9EA3C2E9299}"/>
              </a:ext>
            </a:extLst>
          </p:cNvPr>
          <p:cNvSpPr>
            <a:spLocks noChangeShapeType="1"/>
          </p:cNvSpPr>
          <p:nvPr/>
        </p:nvSpPr>
        <p:spPr bwMode="auto">
          <a:xfrm flipH="1" flipV="1">
            <a:off x="4216400" y="1828800"/>
            <a:ext cx="1828800" cy="0"/>
          </a:xfrm>
          <a:prstGeom prst="line">
            <a:avLst/>
          </a:prstGeom>
          <a:ln w="19050">
            <a:headEnd type="triangle" w="med" len="med"/>
            <a:tailEnd type="none" w="med" len="lg"/>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75781" name="Rectangle 5">
            <a:extLst>
              <a:ext uri="{FF2B5EF4-FFF2-40B4-BE49-F238E27FC236}">
                <a16:creationId xmlns:a16="http://schemas.microsoft.com/office/drawing/2014/main" id="{AE2A4556-1704-4E13-99F8-819A1E6B61B5}"/>
              </a:ext>
            </a:extLst>
          </p:cNvPr>
          <p:cNvSpPr>
            <a:spLocks noChangeArrowheads="1"/>
          </p:cNvSpPr>
          <p:nvPr/>
        </p:nvSpPr>
        <p:spPr bwMode="auto">
          <a:xfrm>
            <a:off x="2768600" y="914400"/>
            <a:ext cx="793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200" b="1">
                <a:solidFill>
                  <a:schemeClr val="bg1"/>
                </a:solidFill>
                <a:latin typeface="宋体" panose="02010600030101010101" pitchFamily="2" charset="-122"/>
              </a:rPr>
              <a:t>2.1</a:t>
            </a:r>
            <a:endParaRPr lang="en-US" altLang="zh-CN" sz="3200" b="1">
              <a:latin typeface="宋体" panose="02010600030101010101" pitchFamily="2" charset="-122"/>
            </a:endParaRPr>
          </a:p>
        </p:txBody>
      </p:sp>
      <p:sp>
        <p:nvSpPr>
          <p:cNvPr id="75782" name="Oval 6">
            <a:extLst>
              <a:ext uri="{FF2B5EF4-FFF2-40B4-BE49-F238E27FC236}">
                <a16:creationId xmlns:a16="http://schemas.microsoft.com/office/drawing/2014/main" id="{48FDDF7A-0A2D-4335-B675-580F5398A329}"/>
              </a:ext>
            </a:extLst>
          </p:cNvPr>
          <p:cNvSpPr>
            <a:spLocks noChangeArrowheads="1"/>
          </p:cNvSpPr>
          <p:nvPr/>
        </p:nvSpPr>
        <p:spPr bwMode="auto">
          <a:xfrm>
            <a:off x="5969000" y="838200"/>
            <a:ext cx="1879600" cy="1676400"/>
          </a:xfrm>
          <a:prstGeom prst="ellipse">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75783" name="Rectangle 7">
            <a:extLst>
              <a:ext uri="{FF2B5EF4-FFF2-40B4-BE49-F238E27FC236}">
                <a16:creationId xmlns:a16="http://schemas.microsoft.com/office/drawing/2014/main" id="{527C50C8-7391-476B-A936-B4F32BAA4EFF}"/>
              </a:ext>
            </a:extLst>
          </p:cNvPr>
          <p:cNvSpPr>
            <a:spLocks noChangeArrowheads="1"/>
          </p:cNvSpPr>
          <p:nvPr/>
        </p:nvSpPr>
        <p:spPr bwMode="auto">
          <a:xfrm>
            <a:off x="6096000" y="1219200"/>
            <a:ext cx="1600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200" b="1">
                <a:solidFill>
                  <a:schemeClr val="bg1"/>
                </a:solidFill>
                <a:latin typeface="宋体" panose="02010600030101010101" pitchFamily="2" charset="-122"/>
              </a:rPr>
              <a:t>审定</a:t>
            </a:r>
          </a:p>
          <a:p>
            <a:pPr algn="ctr" eaLnBrk="0" hangingPunct="0"/>
            <a:r>
              <a:rPr lang="zh-CN" altLang="en-US" sz="3200" b="1">
                <a:solidFill>
                  <a:schemeClr val="bg1"/>
                </a:solidFill>
                <a:latin typeface="宋体" panose="02010600030101010101" pitchFamily="2" charset="-122"/>
              </a:rPr>
              <a:t>合格者</a:t>
            </a:r>
          </a:p>
        </p:txBody>
      </p:sp>
      <p:sp>
        <p:nvSpPr>
          <p:cNvPr id="75784" name="Rectangle 8">
            <a:extLst>
              <a:ext uri="{FF2B5EF4-FFF2-40B4-BE49-F238E27FC236}">
                <a16:creationId xmlns:a16="http://schemas.microsoft.com/office/drawing/2014/main" id="{DAFC260F-2EC4-45FE-9FD3-330C57A79A33}"/>
              </a:ext>
            </a:extLst>
          </p:cNvPr>
          <p:cNvSpPr>
            <a:spLocks noChangeArrowheads="1"/>
          </p:cNvSpPr>
          <p:nvPr/>
        </p:nvSpPr>
        <p:spPr bwMode="auto">
          <a:xfrm>
            <a:off x="6524625" y="762000"/>
            <a:ext cx="793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200" b="1">
                <a:solidFill>
                  <a:schemeClr val="bg1"/>
                </a:solidFill>
                <a:latin typeface="宋体" panose="02010600030101010101" pitchFamily="2" charset="-122"/>
              </a:rPr>
              <a:t>2.2</a:t>
            </a:r>
          </a:p>
        </p:txBody>
      </p:sp>
      <p:sp>
        <p:nvSpPr>
          <p:cNvPr id="75785" name="Line 9">
            <a:extLst>
              <a:ext uri="{FF2B5EF4-FFF2-40B4-BE49-F238E27FC236}">
                <a16:creationId xmlns:a16="http://schemas.microsoft.com/office/drawing/2014/main" id="{A4E77AA8-40C2-4927-9F60-3A87C35FA683}"/>
              </a:ext>
            </a:extLst>
          </p:cNvPr>
          <p:cNvSpPr>
            <a:spLocks noChangeShapeType="1"/>
          </p:cNvSpPr>
          <p:nvPr/>
        </p:nvSpPr>
        <p:spPr bwMode="auto">
          <a:xfrm flipH="1">
            <a:off x="1524000" y="3429000"/>
            <a:ext cx="2667000" cy="685800"/>
          </a:xfrm>
          <a:prstGeom prst="line">
            <a:avLst/>
          </a:prstGeom>
          <a:ln w="19050">
            <a:headEnd type="none" w="sm" len="sm"/>
            <a:tailEnd type="stealth" w="med" len="lg"/>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75786" name="Line 10">
            <a:extLst>
              <a:ext uri="{FF2B5EF4-FFF2-40B4-BE49-F238E27FC236}">
                <a16:creationId xmlns:a16="http://schemas.microsoft.com/office/drawing/2014/main" id="{ECD9E8B2-8EF6-4C24-8565-9E2CFE9E4188}"/>
              </a:ext>
            </a:extLst>
          </p:cNvPr>
          <p:cNvSpPr>
            <a:spLocks noChangeShapeType="1"/>
          </p:cNvSpPr>
          <p:nvPr/>
        </p:nvSpPr>
        <p:spPr bwMode="auto">
          <a:xfrm flipV="1">
            <a:off x="6934200" y="2514600"/>
            <a:ext cx="0" cy="1600200"/>
          </a:xfrm>
          <a:prstGeom prst="line">
            <a:avLst/>
          </a:prstGeom>
          <a:ln w="19050">
            <a:headEnd type="triangle" w="med" len="med"/>
            <a:tailEnd type="none" w="med" len="lg"/>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75787" name="Rectangle 11">
            <a:extLst>
              <a:ext uri="{FF2B5EF4-FFF2-40B4-BE49-F238E27FC236}">
                <a16:creationId xmlns:a16="http://schemas.microsoft.com/office/drawing/2014/main" id="{EB0CC5FA-21C0-4066-B2AC-F9685129BD28}"/>
              </a:ext>
            </a:extLst>
          </p:cNvPr>
          <p:cNvSpPr>
            <a:spLocks noChangeArrowheads="1"/>
          </p:cNvSpPr>
          <p:nvPr/>
        </p:nvSpPr>
        <p:spPr bwMode="auto">
          <a:xfrm>
            <a:off x="4114800" y="6172200"/>
            <a:ext cx="1833835"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en-US" sz="3200" b="1" dirty="0">
                <a:solidFill>
                  <a:schemeClr val="bg1"/>
                </a:solidFill>
                <a:latin typeface="宋体" panose="02010600030101010101" pitchFamily="2" charset="-122"/>
              </a:rPr>
              <a:t>考生名册</a:t>
            </a:r>
          </a:p>
        </p:txBody>
      </p:sp>
      <p:sp>
        <p:nvSpPr>
          <p:cNvPr id="75788" name="Line 12">
            <a:extLst>
              <a:ext uri="{FF2B5EF4-FFF2-40B4-BE49-F238E27FC236}">
                <a16:creationId xmlns:a16="http://schemas.microsoft.com/office/drawing/2014/main" id="{89DD3209-8D88-4793-AD6E-447D8CE9DAA6}"/>
              </a:ext>
            </a:extLst>
          </p:cNvPr>
          <p:cNvSpPr>
            <a:spLocks noChangeShapeType="1"/>
          </p:cNvSpPr>
          <p:nvPr/>
        </p:nvSpPr>
        <p:spPr bwMode="auto">
          <a:xfrm>
            <a:off x="3962400" y="6172200"/>
            <a:ext cx="1981200" cy="0"/>
          </a:xfrm>
          <a:prstGeom prst="line">
            <a:avLst/>
          </a:prstGeom>
          <a:ln>
            <a:headEnd type="none" w="sm" len="sm"/>
            <a:tailEnd type="none" w="sm" len="sm"/>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a:lstStyle/>
          <a:p>
            <a:endParaRPr lang="zh-CN" altLang="en-US"/>
          </a:p>
        </p:txBody>
      </p:sp>
      <p:sp>
        <p:nvSpPr>
          <p:cNvPr id="75789" name="Line 13">
            <a:extLst>
              <a:ext uri="{FF2B5EF4-FFF2-40B4-BE49-F238E27FC236}">
                <a16:creationId xmlns:a16="http://schemas.microsoft.com/office/drawing/2014/main" id="{C44EF78D-D37C-46FB-B4E2-007EDD9B9ED2}"/>
              </a:ext>
            </a:extLst>
          </p:cNvPr>
          <p:cNvSpPr>
            <a:spLocks noChangeShapeType="1"/>
          </p:cNvSpPr>
          <p:nvPr/>
        </p:nvSpPr>
        <p:spPr bwMode="auto">
          <a:xfrm>
            <a:off x="4038600" y="6781800"/>
            <a:ext cx="1905000" cy="0"/>
          </a:xfrm>
          <a:prstGeom prst="line">
            <a:avLst/>
          </a:prstGeom>
          <a:ln>
            <a:headEnd type="none" w="sm" len="sm"/>
            <a:tailEnd type="none" w="sm" len="sm"/>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txBody>
          <a:bodyPr/>
          <a:lstStyle/>
          <a:p>
            <a:endParaRPr lang="zh-CN" altLang="en-US"/>
          </a:p>
        </p:txBody>
      </p:sp>
      <p:sp>
        <p:nvSpPr>
          <p:cNvPr id="75790" name="Rectangle 14">
            <a:extLst>
              <a:ext uri="{FF2B5EF4-FFF2-40B4-BE49-F238E27FC236}">
                <a16:creationId xmlns:a16="http://schemas.microsoft.com/office/drawing/2014/main" id="{05C99C31-5D86-4D40-8B41-A7487B8582B1}"/>
              </a:ext>
            </a:extLst>
          </p:cNvPr>
          <p:cNvSpPr>
            <a:spLocks noChangeArrowheads="1"/>
          </p:cNvSpPr>
          <p:nvPr/>
        </p:nvSpPr>
        <p:spPr bwMode="auto">
          <a:xfrm>
            <a:off x="4038600" y="685800"/>
            <a:ext cx="2032000" cy="1077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200" b="1">
                <a:latin typeface="宋体" panose="02010600030101010101" pitchFamily="2" charset="-122"/>
              </a:rPr>
              <a:t>正确</a:t>
            </a:r>
          </a:p>
          <a:p>
            <a:pPr algn="ctr" eaLnBrk="0" hangingPunct="0"/>
            <a:r>
              <a:rPr lang="zh-CN" altLang="en-US" sz="3200" b="1">
                <a:latin typeface="宋体" panose="02010600030101010101" pitchFamily="2" charset="-122"/>
              </a:rPr>
              <a:t>成绩清单</a:t>
            </a:r>
          </a:p>
        </p:txBody>
      </p:sp>
      <p:sp>
        <p:nvSpPr>
          <p:cNvPr id="75791" name="Oval 15">
            <a:extLst>
              <a:ext uri="{FF2B5EF4-FFF2-40B4-BE49-F238E27FC236}">
                <a16:creationId xmlns:a16="http://schemas.microsoft.com/office/drawing/2014/main" id="{7884EE80-5C2E-4AA4-9A7C-6BFB4F17DDA1}"/>
              </a:ext>
            </a:extLst>
          </p:cNvPr>
          <p:cNvSpPr>
            <a:spLocks noChangeArrowheads="1"/>
          </p:cNvSpPr>
          <p:nvPr/>
        </p:nvSpPr>
        <p:spPr bwMode="auto">
          <a:xfrm>
            <a:off x="6096000" y="4114800"/>
            <a:ext cx="1676400" cy="1676400"/>
          </a:xfrm>
          <a:prstGeom prst="ellipse">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75792" name="Rectangle 16">
            <a:extLst>
              <a:ext uri="{FF2B5EF4-FFF2-40B4-BE49-F238E27FC236}">
                <a16:creationId xmlns:a16="http://schemas.microsoft.com/office/drawing/2014/main" id="{164F5AC9-445D-42B5-B514-998F190C766D}"/>
              </a:ext>
            </a:extLst>
          </p:cNvPr>
          <p:cNvSpPr>
            <a:spLocks noChangeArrowheads="1"/>
          </p:cNvSpPr>
          <p:nvPr/>
        </p:nvSpPr>
        <p:spPr bwMode="auto">
          <a:xfrm>
            <a:off x="6197600" y="4495800"/>
            <a:ext cx="1600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200" b="1" dirty="0">
                <a:solidFill>
                  <a:schemeClr val="bg1"/>
                </a:solidFill>
                <a:latin typeface="宋体" panose="02010600030101010101" pitchFamily="2" charset="-122"/>
              </a:rPr>
              <a:t>制作</a:t>
            </a:r>
          </a:p>
          <a:p>
            <a:pPr algn="ctr" eaLnBrk="0" hangingPunct="0"/>
            <a:r>
              <a:rPr lang="zh-CN" altLang="en-US" sz="3200" b="1" dirty="0">
                <a:solidFill>
                  <a:schemeClr val="bg1"/>
                </a:solidFill>
                <a:latin typeface="宋体" panose="02010600030101010101" pitchFamily="2" charset="-122"/>
              </a:rPr>
              <a:t>通知单</a:t>
            </a:r>
          </a:p>
        </p:txBody>
      </p:sp>
      <p:sp>
        <p:nvSpPr>
          <p:cNvPr id="75793" name="Rectangle 17">
            <a:extLst>
              <a:ext uri="{FF2B5EF4-FFF2-40B4-BE49-F238E27FC236}">
                <a16:creationId xmlns:a16="http://schemas.microsoft.com/office/drawing/2014/main" id="{A6BB7AFC-8698-41C2-828D-1D33359BA42E}"/>
              </a:ext>
            </a:extLst>
          </p:cNvPr>
          <p:cNvSpPr>
            <a:spLocks noChangeArrowheads="1"/>
          </p:cNvSpPr>
          <p:nvPr/>
        </p:nvSpPr>
        <p:spPr bwMode="auto">
          <a:xfrm>
            <a:off x="6553200" y="4144963"/>
            <a:ext cx="793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200" b="1">
                <a:solidFill>
                  <a:schemeClr val="bg1"/>
                </a:solidFill>
                <a:latin typeface="宋体" panose="02010600030101010101" pitchFamily="2" charset="-122"/>
              </a:rPr>
              <a:t>2.3</a:t>
            </a:r>
          </a:p>
        </p:txBody>
      </p:sp>
      <p:sp>
        <p:nvSpPr>
          <p:cNvPr id="75794" name="Oval 18">
            <a:extLst>
              <a:ext uri="{FF2B5EF4-FFF2-40B4-BE49-F238E27FC236}">
                <a16:creationId xmlns:a16="http://schemas.microsoft.com/office/drawing/2014/main" id="{D7F14F5C-3BAD-470F-B3DB-CEE82DB48932}"/>
              </a:ext>
            </a:extLst>
          </p:cNvPr>
          <p:cNvSpPr>
            <a:spLocks noChangeArrowheads="1"/>
          </p:cNvSpPr>
          <p:nvPr/>
        </p:nvSpPr>
        <p:spPr bwMode="auto">
          <a:xfrm>
            <a:off x="2286000" y="3962400"/>
            <a:ext cx="1981200" cy="1676400"/>
          </a:xfrm>
          <a:prstGeom prst="ellipse">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75795" name="Rectangle 19">
            <a:extLst>
              <a:ext uri="{FF2B5EF4-FFF2-40B4-BE49-F238E27FC236}">
                <a16:creationId xmlns:a16="http://schemas.microsoft.com/office/drawing/2014/main" id="{1DE9D3D7-48D8-4ECB-BB0B-AC9D1791C306}"/>
              </a:ext>
            </a:extLst>
          </p:cNvPr>
          <p:cNvSpPr>
            <a:spLocks noChangeArrowheads="1"/>
          </p:cNvSpPr>
          <p:nvPr/>
        </p:nvSpPr>
        <p:spPr bwMode="auto">
          <a:xfrm>
            <a:off x="2362200" y="4343400"/>
            <a:ext cx="19050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200" b="1">
                <a:solidFill>
                  <a:schemeClr val="bg1"/>
                </a:solidFill>
                <a:latin typeface="宋体" panose="02010600030101010101" pitchFamily="2" charset="-122"/>
              </a:rPr>
              <a:t>分析</a:t>
            </a:r>
          </a:p>
          <a:p>
            <a:pPr algn="ctr" eaLnBrk="0" hangingPunct="0"/>
            <a:r>
              <a:rPr lang="zh-CN" altLang="en-US" sz="3200" b="1">
                <a:solidFill>
                  <a:schemeClr val="bg1"/>
                </a:solidFill>
                <a:latin typeface="宋体" panose="02010600030101010101" pitchFamily="2" charset="-122"/>
              </a:rPr>
              <a:t>统计成绩</a:t>
            </a:r>
          </a:p>
        </p:txBody>
      </p:sp>
      <p:sp>
        <p:nvSpPr>
          <p:cNvPr id="75796" name="Rectangle 20">
            <a:extLst>
              <a:ext uri="{FF2B5EF4-FFF2-40B4-BE49-F238E27FC236}">
                <a16:creationId xmlns:a16="http://schemas.microsoft.com/office/drawing/2014/main" id="{553611EC-8CB0-43FB-9D69-16DE40D77208}"/>
              </a:ext>
            </a:extLst>
          </p:cNvPr>
          <p:cNvSpPr>
            <a:spLocks noChangeArrowheads="1"/>
          </p:cNvSpPr>
          <p:nvPr/>
        </p:nvSpPr>
        <p:spPr bwMode="auto">
          <a:xfrm>
            <a:off x="2819400" y="3962400"/>
            <a:ext cx="793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200" b="1">
                <a:solidFill>
                  <a:schemeClr val="bg1"/>
                </a:solidFill>
                <a:latin typeface="宋体" panose="02010600030101010101" pitchFamily="2" charset="-122"/>
              </a:rPr>
              <a:t>2.4</a:t>
            </a:r>
          </a:p>
        </p:txBody>
      </p:sp>
      <p:sp>
        <p:nvSpPr>
          <p:cNvPr id="75797" name="Oval 21">
            <a:extLst>
              <a:ext uri="{FF2B5EF4-FFF2-40B4-BE49-F238E27FC236}">
                <a16:creationId xmlns:a16="http://schemas.microsoft.com/office/drawing/2014/main" id="{0A37181E-2A27-4D5A-A01E-449F76ECE855}"/>
              </a:ext>
            </a:extLst>
          </p:cNvPr>
          <p:cNvSpPr>
            <a:spLocks noChangeArrowheads="1"/>
          </p:cNvSpPr>
          <p:nvPr/>
        </p:nvSpPr>
        <p:spPr bwMode="auto">
          <a:xfrm>
            <a:off x="0" y="3962400"/>
            <a:ext cx="1981200" cy="1676400"/>
          </a:xfrm>
          <a:prstGeom prst="ellipse">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75798" name="Rectangle 22">
            <a:extLst>
              <a:ext uri="{FF2B5EF4-FFF2-40B4-BE49-F238E27FC236}">
                <a16:creationId xmlns:a16="http://schemas.microsoft.com/office/drawing/2014/main" id="{F2B695DE-294C-4C9C-9FE8-B17425B5C97A}"/>
              </a:ext>
            </a:extLst>
          </p:cNvPr>
          <p:cNvSpPr>
            <a:spLocks noChangeArrowheads="1"/>
          </p:cNvSpPr>
          <p:nvPr/>
        </p:nvSpPr>
        <p:spPr bwMode="auto">
          <a:xfrm>
            <a:off x="76200" y="4267200"/>
            <a:ext cx="19050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200" b="1">
                <a:solidFill>
                  <a:schemeClr val="bg1"/>
                </a:solidFill>
                <a:latin typeface="宋体" panose="02010600030101010101" pitchFamily="2" charset="-122"/>
              </a:rPr>
              <a:t>分析</a:t>
            </a:r>
          </a:p>
          <a:p>
            <a:pPr algn="ctr" eaLnBrk="0" hangingPunct="0"/>
            <a:r>
              <a:rPr lang="zh-CN" altLang="en-US" sz="3200" b="1">
                <a:solidFill>
                  <a:schemeClr val="bg1"/>
                </a:solidFill>
                <a:latin typeface="宋体" panose="02010600030101010101" pitchFamily="2" charset="-122"/>
              </a:rPr>
              <a:t>试题难度</a:t>
            </a:r>
          </a:p>
        </p:txBody>
      </p:sp>
      <p:sp>
        <p:nvSpPr>
          <p:cNvPr id="75799" name="Rectangle 23">
            <a:extLst>
              <a:ext uri="{FF2B5EF4-FFF2-40B4-BE49-F238E27FC236}">
                <a16:creationId xmlns:a16="http://schemas.microsoft.com/office/drawing/2014/main" id="{A7BC96DF-451E-448C-918C-A7B93694EF7B}"/>
              </a:ext>
            </a:extLst>
          </p:cNvPr>
          <p:cNvSpPr>
            <a:spLocks noChangeArrowheads="1"/>
          </p:cNvSpPr>
          <p:nvPr/>
        </p:nvSpPr>
        <p:spPr bwMode="auto">
          <a:xfrm>
            <a:off x="577850" y="3840163"/>
            <a:ext cx="793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3200" b="1">
                <a:solidFill>
                  <a:schemeClr val="bg1"/>
                </a:solidFill>
                <a:latin typeface="宋体" panose="02010600030101010101" pitchFamily="2" charset="-122"/>
              </a:rPr>
              <a:t>2.5</a:t>
            </a:r>
          </a:p>
        </p:txBody>
      </p:sp>
      <p:sp>
        <p:nvSpPr>
          <p:cNvPr id="75800" name="Rectangle 24">
            <a:extLst>
              <a:ext uri="{FF2B5EF4-FFF2-40B4-BE49-F238E27FC236}">
                <a16:creationId xmlns:a16="http://schemas.microsoft.com/office/drawing/2014/main" id="{06289608-9151-4D31-AE07-E55BC712381A}"/>
              </a:ext>
            </a:extLst>
          </p:cNvPr>
          <p:cNvSpPr>
            <a:spLocks noChangeArrowheads="1"/>
          </p:cNvSpPr>
          <p:nvPr/>
        </p:nvSpPr>
        <p:spPr bwMode="auto">
          <a:xfrm>
            <a:off x="3797300" y="2808340"/>
            <a:ext cx="2717800"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dirty="0">
                <a:solidFill>
                  <a:schemeClr val="bg1"/>
                </a:solidFill>
                <a:latin typeface="宋体" panose="02010600030101010101" pitchFamily="2" charset="-122"/>
              </a:rPr>
              <a:t>试题得分清单</a:t>
            </a:r>
          </a:p>
        </p:txBody>
      </p:sp>
      <p:sp>
        <p:nvSpPr>
          <p:cNvPr id="75801" name="Line 25">
            <a:extLst>
              <a:ext uri="{FF2B5EF4-FFF2-40B4-BE49-F238E27FC236}">
                <a16:creationId xmlns:a16="http://schemas.microsoft.com/office/drawing/2014/main" id="{3C333876-B8F4-46C1-872E-47A4C0D25946}"/>
              </a:ext>
            </a:extLst>
          </p:cNvPr>
          <p:cNvSpPr>
            <a:spLocks noChangeShapeType="1"/>
          </p:cNvSpPr>
          <p:nvPr/>
        </p:nvSpPr>
        <p:spPr bwMode="auto">
          <a:xfrm>
            <a:off x="3962400" y="2819400"/>
            <a:ext cx="2286000" cy="0"/>
          </a:xfrm>
          <a:prstGeom prst="line">
            <a:avLst/>
          </a:prstGeom>
          <a:ln>
            <a:headEnd type="none" w="sm" len="sm"/>
            <a:tailEnd type="none" w="sm" len="sm"/>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a:lstStyle/>
          <a:p>
            <a:endParaRPr lang="zh-CN" altLang="en-US"/>
          </a:p>
        </p:txBody>
      </p:sp>
      <p:sp>
        <p:nvSpPr>
          <p:cNvPr id="75802" name="Line 26">
            <a:extLst>
              <a:ext uri="{FF2B5EF4-FFF2-40B4-BE49-F238E27FC236}">
                <a16:creationId xmlns:a16="http://schemas.microsoft.com/office/drawing/2014/main" id="{90064A6E-0013-4C3F-967F-525854E1E8A5}"/>
              </a:ext>
            </a:extLst>
          </p:cNvPr>
          <p:cNvSpPr>
            <a:spLocks noChangeShapeType="1"/>
          </p:cNvSpPr>
          <p:nvPr/>
        </p:nvSpPr>
        <p:spPr bwMode="auto">
          <a:xfrm>
            <a:off x="3962400" y="3429000"/>
            <a:ext cx="2286000" cy="0"/>
          </a:xfrm>
          <a:prstGeom prst="line">
            <a:avLst/>
          </a:prstGeom>
          <a:ln>
            <a:headEnd type="none" w="sm" len="sm"/>
            <a:tailEnd type="none" w="sm" len="sm"/>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a:lstStyle/>
          <a:p>
            <a:endParaRPr lang="zh-CN" altLang="en-US"/>
          </a:p>
        </p:txBody>
      </p:sp>
      <p:sp>
        <p:nvSpPr>
          <p:cNvPr id="75803" name="Line 27">
            <a:extLst>
              <a:ext uri="{FF2B5EF4-FFF2-40B4-BE49-F238E27FC236}">
                <a16:creationId xmlns:a16="http://schemas.microsoft.com/office/drawing/2014/main" id="{68177A8A-F388-4FAB-B86D-43531EF452ED}"/>
              </a:ext>
            </a:extLst>
          </p:cNvPr>
          <p:cNvSpPr>
            <a:spLocks noChangeShapeType="1"/>
          </p:cNvSpPr>
          <p:nvPr/>
        </p:nvSpPr>
        <p:spPr bwMode="auto">
          <a:xfrm flipH="1" flipV="1">
            <a:off x="7848600" y="1752600"/>
            <a:ext cx="1270000" cy="0"/>
          </a:xfrm>
          <a:prstGeom prst="line">
            <a:avLst/>
          </a:prstGeom>
          <a:ln w="19050">
            <a:headEnd/>
            <a:tailEnd type="triangle" w="med" len="lg"/>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75804" name="Line 28">
            <a:extLst>
              <a:ext uri="{FF2B5EF4-FFF2-40B4-BE49-F238E27FC236}">
                <a16:creationId xmlns:a16="http://schemas.microsoft.com/office/drawing/2014/main" id="{092223FB-CD7D-4FDE-9A97-799722D74EF0}"/>
              </a:ext>
            </a:extLst>
          </p:cNvPr>
          <p:cNvSpPr>
            <a:spLocks noChangeShapeType="1"/>
          </p:cNvSpPr>
          <p:nvPr/>
        </p:nvSpPr>
        <p:spPr bwMode="auto">
          <a:xfrm flipH="1" flipV="1">
            <a:off x="7772400" y="5181600"/>
            <a:ext cx="1371600" cy="0"/>
          </a:xfrm>
          <a:prstGeom prst="line">
            <a:avLst/>
          </a:prstGeom>
          <a:ln w="19050">
            <a:headEnd type="triangle" w="med" len="med"/>
            <a:tailEnd type="none" w="med" len="lg"/>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75805" name="Line 29">
            <a:extLst>
              <a:ext uri="{FF2B5EF4-FFF2-40B4-BE49-F238E27FC236}">
                <a16:creationId xmlns:a16="http://schemas.microsoft.com/office/drawing/2014/main" id="{43305DA7-21F7-4003-90F2-8AECA7C3FE5B}"/>
              </a:ext>
            </a:extLst>
          </p:cNvPr>
          <p:cNvSpPr>
            <a:spLocks noChangeShapeType="1"/>
          </p:cNvSpPr>
          <p:nvPr/>
        </p:nvSpPr>
        <p:spPr bwMode="auto">
          <a:xfrm flipH="1">
            <a:off x="3657600" y="3429000"/>
            <a:ext cx="1066800" cy="609600"/>
          </a:xfrm>
          <a:prstGeom prst="line">
            <a:avLst/>
          </a:prstGeom>
          <a:ln w="19050">
            <a:headEnd type="none" w="sm" len="sm"/>
            <a:tailEnd type="stealth" w="med" len="lg"/>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75806" name="Rectangle 30">
            <a:extLst>
              <a:ext uri="{FF2B5EF4-FFF2-40B4-BE49-F238E27FC236}">
                <a16:creationId xmlns:a16="http://schemas.microsoft.com/office/drawing/2014/main" id="{698093F5-D332-4C7C-A87F-A6682A22997F}"/>
              </a:ext>
            </a:extLst>
          </p:cNvPr>
          <p:cNvSpPr>
            <a:spLocks noChangeArrowheads="1"/>
          </p:cNvSpPr>
          <p:nvPr/>
        </p:nvSpPr>
        <p:spPr bwMode="auto">
          <a:xfrm>
            <a:off x="7696200" y="4038600"/>
            <a:ext cx="1524000" cy="1077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200" b="1">
                <a:latin typeface="宋体" panose="02010600030101010101" pitchFamily="2" charset="-122"/>
              </a:rPr>
              <a:t>考生</a:t>
            </a:r>
          </a:p>
          <a:p>
            <a:pPr algn="ctr" eaLnBrk="0" hangingPunct="0"/>
            <a:r>
              <a:rPr lang="zh-CN" altLang="en-US" sz="3200" b="1">
                <a:latin typeface="宋体" panose="02010600030101010101" pitchFamily="2" charset="-122"/>
              </a:rPr>
              <a:t>通知单</a:t>
            </a:r>
          </a:p>
        </p:txBody>
      </p:sp>
      <p:sp>
        <p:nvSpPr>
          <p:cNvPr id="75807" name="Rectangle 31">
            <a:extLst>
              <a:ext uri="{FF2B5EF4-FFF2-40B4-BE49-F238E27FC236}">
                <a16:creationId xmlns:a16="http://schemas.microsoft.com/office/drawing/2014/main" id="{301ED2CE-7DFE-4A61-92E8-EF21942F019E}"/>
              </a:ext>
            </a:extLst>
          </p:cNvPr>
          <p:cNvSpPr>
            <a:spLocks noChangeArrowheads="1"/>
          </p:cNvSpPr>
          <p:nvPr/>
        </p:nvSpPr>
        <p:spPr bwMode="auto">
          <a:xfrm>
            <a:off x="152400" y="5791200"/>
            <a:ext cx="1447800" cy="1077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200" b="1">
                <a:latin typeface="宋体" panose="02010600030101010101" pitchFamily="2" charset="-122"/>
              </a:rPr>
              <a:t>难度</a:t>
            </a:r>
          </a:p>
          <a:p>
            <a:pPr algn="ctr" eaLnBrk="0" hangingPunct="0"/>
            <a:r>
              <a:rPr lang="zh-CN" altLang="en-US" sz="3200" b="1">
                <a:latin typeface="宋体" panose="02010600030101010101" pitchFamily="2" charset="-122"/>
              </a:rPr>
              <a:t>分析表</a:t>
            </a:r>
          </a:p>
        </p:txBody>
      </p:sp>
      <p:sp>
        <p:nvSpPr>
          <p:cNvPr id="75808" name="Rectangle 32">
            <a:extLst>
              <a:ext uri="{FF2B5EF4-FFF2-40B4-BE49-F238E27FC236}">
                <a16:creationId xmlns:a16="http://schemas.microsoft.com/office/drawing/2014/main" id="{FF3A44F0-425F-4A18-B9FA-6F60C6822384}"/>
              </a:ext>
            </a:extLst>
          </p:cNvPr>
          <p:cNvSpPr>
            <a:spLocks noChangeArrowheads="1"/>
          </p:cNvSpPr>
          <p:nvPr/>
        </p:nvSpPr>
        <p:spPr bwMode="auto">
          <a:xfrm>
            <a:off x="7848600" y="685800"/>
            <a:ext cx="1295400" cy="1077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3200" b="1">
                <a:latin typeface="宋体" panose="02010600030101010101" pitchFamily="2" charset="-122"/>
              </a:rPr>
              <a:t>合格</a:t>
            </a:r>
          </a:p>
          <a:p>
            <a:pPr eaLnBrk="0" hangingPunct="0"/>
            <a:r>
              <a:rPr lang="zh-CN" altLang="en-US" sz="3200" b="1">
                <a:latin typeface="宋体" panose="02010600030101010101" pitchFamily="2" charset="-122"/>
              </a:rPr>
              <a:t>标准</a:t>
            </a:r>
          </a:p>
        </p:txBody>
      </p:sp>
      <p:sp>
        <p:nvSpPr>
          <p:cNvPr id="75809" name="Line 33">
            <a:extLst>
              <a:ext uri="{FF2B5EF4-FFF2-40B4-BE49-F238E27FC236}">
                <a16:creationId xmlns:a16="http://schemas.microsoft.com/office/drawing/2014/main" id="{FAAAB5B9-A939-4072-9EB3-6A095F893207}"/>
              </a:ext>
            </a:extLst>
          </p:cNvPr>
          <p:cNvSpPr>
            <a:spLocks noChangeShapeType="1"/>
          </p:cNvSpPr>
          <p:nvPr/>
        </p:nvSpPr>
        <p:spPr bwMode="auto">
          <a:xfrm flipH="1">
            <a:off x="0" y="5562600"/>
            <a:ext cx="533400" cy="1295400"/>
          </a:xfrm>
          <a:prstGeom prst="line">
            <a:avLst/>
          </a:prstGeom>
          <a:ln w="19050">
            <a:headEnd type="none" w="sm" len="sm"/>
            <a:tailEnd type="stealth" w="med" len="lg"/>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75810" name="Line 34">
            <a:extLst>
              <a:ext uri="{FF2B5EF4-FFF2-40B4-BE49-F238E27FC236}">
                <a16:creationId xmlns:a16="http://schemas.microsoft.com/office/drawing/2014/main" id="{5027E9CB-DE85-46AC-B299-F6B047181F5A}"/>
              </a:ext>
            </a:extLst>
          </p:cNvPr>
          <p:cNvSpPr>
            <a:spLocks noChangeShapeType="1"/>
          </p:cNvSpPr>
          <p:nvPr/>
        </p:nvSpPr>
        <p:spPr bwMode="auto">
          <a:xfrm flipH="1">
            <a:off x="2209800" y="5562600"/>
            <a:ext cx="533400" cy="1295400"/>
          </a:xfrm>
          <a:prstGeom prst="line">
            <a:avLst/>
          </a:prstGeom>
          <a:ln w="19050">
            <a:headEnd type="none" w="sm" len="sm"/>
            <a:tailEnd type="stealth" w="med" len="lg"/>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75811" name="Rectangle 35">
            <a:extLst>
              <a:ext uri="{FF2B5EF4-FFF2-40B4-BE49-F238E27FC236}">
                <a16:creationId xmlns:a16="http://schemas.microsoft.com/office/drawing/2014/main" id="{8BDF0154-EF96-4B9A-956B-832FD9601F99}"/>
              </a:ext>
            </a:extLst>
          </p:cNvPr>
          <p:cNvSpPr>
            <a:spLocks noChangeArrowheads="1"/>
          </p:cNvSpPr>
          <p:nvPr/>
        </p:nvSpPr>
        <p:spPr bwMode="auto">
          <a:xfrm>
            <a:off x="2362200" y="5715000"/>
            <a:ext cx="1447800" cy="1077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200" b="1">
                <a:latin typeface="宋体" panose="02010600030101010101" pitchFamily="2" charset="-122"/>
              </a:rPr>
              <a:t>分类</a:t>
            </a:r>
          </a:p>
          <a:p>
            <a:pPr algn="ctr" eaLnBrk="0" hangingPunct="0"/>
            <a:r>
              <a:rPr lang="zh-CN" altLang="en-US" sz="3200" b="1">
                <a:latin typeface="宋体" panose="02010600030101010101" pitchFamily="2" charset="-122"/>
              </a:rPr>
              <a:t>统计表</a:t>
            </a:r>
          </a:p>
        </p:txBody>
      </p:sp>
      <p:sp>
        <p:nvSpPr>
          <p:cNvPr id="75812" name="Line 36">
            <a:extLst>
              <a:ext uri="{FF2B5EF4-FFF2-40B4-BE49-F238E27FC236}">
                <a16:creationId xmlns:a16="http://schemas.microsoft.com/office/drawing/2014/main" id="{4EB83B06-566E-498B-AE56-841487EA6200}"/>
              </a:ext>
            </a:extLst>
          </p:cNvPr>
          <p:cNvSpPr>
            <a:spLocks noChangeShapeType="1"/>
          </p:cNvSpPr>
          <p:nvPr/>
        </p:nvSpPr>
        <p:spPr bwMode="auto">
          <a:xfrm flipH="1">
            <a:off x="5334000" y="5181600"/>
            <a:ext cx="762000" cy="990600"/>
          </a:xfrm>
          <a:prstGeom prst="line">
            <a:avLst/>
          </a:prstGeom>
          <a:ln w="19050">
            <a:headEnd type="triangle" w="med" len="med"/>
            <a:tailEnd type="none" w="med" len="lg"/>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75813" name="Line 37">
            <a:extLst>
              <a:ext uri="{FF2B5EF4-FFF2-40B4-BE49-F238E27FC236}">
                <a16:creationId xmlns:a16="http://schemas.microsoft.com/office/drawing/2014/main" id="{525C7C9C-6DC3-4484-98F1-7F916D710239}"/>
              </a:ext>
            </a:extLst>
          </p:cNvPr>
          <p:cNvSpPr>
            <a:spLocks noChangeShapeType="1"/>
          </p:cNvSpPr>
          <p:nvPr/>
        </p:nvSpPr>
        <p:spPr bwMode="auto">
          <a:xfrm>
            <a:off x="4267200" y="5181600"/>
            <a:ext cx="609600" cy="990600"/>
          </a:xfrm>
          <a:prstGeom prst="line">
            <a:avLst/>
          </a:prstGeom>
          <a:ln w="19050">
            <a:headEnd type="triangle" w="med" len="med"/>
            <a:tailEnd type="none" w="med" len="lg"/>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75814" name="Line 38">
            <a:extLst>
              <a:ext uri="{FF2B5EF4-FFF2-40B4-BE49-F238E27FC236}">
                <a16:creationId xmlns:a16="http://schemas.microsoft.com/office/drawing/2014/main" id="{F5980A88-8120-4F84-B1FE-890690F603E6}"/>
              </a:ext>
            </a:extLst>
          </p:cNvPr>
          <p:cNvSpPr>
            <a:spLocks noChangeShapeType="1"/>
          </p:cNvSpPr>
          <p:nvPr/>
        </p:nvSpPr>
        <p:spPr bwMode="auto">
          <a:xfrm flipH="1" flipV="1">
            <a:off x="304800" y="1828800"/>
            <a:ext cx="1828800" cy="0"/>
          </a:xfrm>
          <a:prstGeom prst="line">
            <a:avLst/>
          </a:prstGeom>
          <a:ln w="19050">
            <a:headEnd type="triangle" w="med" len="med"/>
            <a:tailEnd type="none" w="med" len="lg"/>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75815" name="Rectangle 39">
            <a:extLst>
              <a:ext uri="{FF2B5EF4-FFF2-40B4-BE49-F238E27FC236}">
                <a16:creationId xmlns:a16="http://schemas.microsoft.com/office/drawing/2014/main" id="{E611DC3E-626C-4C1C-B694-900EBD45CD67}"/>
              </a:ext>
            </a:extLst>
          </p:cNvPr>
          <p:cNvSpPr>
            <a:spLocks noChangeArrowheads="1"/>
          </p:cNvSpPr>
          <p:nvPr/>
        </p:nvSpPr>
        <p:spPr bwMode="auto">
          <a:xfrm>
            <a:off x="76200" y="1143000"/>
            <a:ext cx="2032000"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200" b="1">
                <a:latin typeface="宋体" panose="02010600030101010101" pitchFamily="2" charset="-122"/>
              </a:rPr>
              <a:t>成绩清单</a:t>
            </a:r>
          </a:p>
        </p:txBody>
      </p:sp>
      <p:sp>
        <p:nvSpPr>
          <p:cNvPr id="75816" name="Rectangle 40">
            <a:extLst>
              <a:ext uri="{FF2B5EF4-FFF2-40B4-BE49-F238E27FC236}">
                <a16:creationId xmlns:a16="http://schemas.microsoft.com/office/drawing/2014/main" id="{AFD7F823-A5F9-4AF9-BA50-FE5BEABD6222}"/>
              </a:ext>
            </a:extLst>
          </p:cNvPr>
          <p:cNvSpPr>
            <a:spLocks noChangeArrowheads="1"/>
          </p:cNvSpPr>
          <p:nvPr/>
        </p:nvSpPr>
        <p:spPr bwMode="auto">
          <a:xfrm>
            <a:off x="987425" y="2397125"/>
            <a:ext cx="2032000"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b="1" dirty="0">
                <a:latin typeface="宋体" panose="02010600030101010101" pitchFamily="2" charset="-122"/>
              </a:rPr>
              <a:t>错误</a:t>
            </a:r>
          </a:p>
          <a:p>
            <a:pPr algn="ctr" eaLnBrk="0" hangingPunct="0"/>
            <a:r>
              <a:rPr lang="zh-CN" altLang="en-US" b="1" dirty="0">
                <a:latin typeface="宋体" panose="02010600030101010101" pitchFamily="2" charset="-122"/>
              </a:rPr>
              <a:t>成绩清单</a:t>
            </a:r>
          </a:p>
        </p:txBody>
      </p:sp>
      <p:sp>
        <p:nvSpPr>
          <p:cNvPr id="75817" name="Line 41">
            <a:extLst>
              <a:ext uri="{FF2B5EF4-FFF2-40B4-BE49-F238E27FC236}">
                <a16:creationId xmlns:a16="http://schemas.microsoft.com/office/drawing/2014/main" id="{863F1DD4-1DC8-47B8-994F-38E7FA197EE0}"/>
              </a:ext>
            </a:extLst>
          </p:cNvPr>
          <p:cNvSpPr>
            <a:spLocks noChangeShapeType="1"/>
          </p:cNvSpPr>
          <p:nvPr/>
        </p:nvSpPr>
        <p:spPr bwMode="auto">
          <a:xfrm>
            <a:off x="4114800" y="2209800"/>
            <a:ext cx="609600" cy="609600"/>
          </a:xfrm>
          <a:prstGeom prst="line">
            <a:avLst/>
          </a:prstGeom>
          <a:ln w="19050">
            <a:headEnd type="none" w="sm" len="sm"/>
            <a:tailEnd type="stealth" w="med" len="lg"/>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75818" name="Rectangle 42">
            <a:extLst>
              <a:ext uri="{FF2B5EF4-FFF2-40B4-BE49-F238E27FC236}">
                <a16:creationId xmlns:a16="http://schemas.microsoft.com/office/drawing/2014/main" id="{0FAA3868-B4A8-433E-B39A-6AC26D3D62D3}"/>
              </a:ext>
            </a:extLst>
          </p:cNvPr>
          <p:cNvSpPr>
            <a:spLocks noChangeArrowheads="1"/>
          </p:cNvSpPr>
          <p:nvPr/>
        </p:nvSpPr>
        <p:spPr bwMode="auto">
          <a:xfrm>
            <a:off x="6781800" y="2514600"/>
            <a:ext cx="2032000" cy="1077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r>
              <a:rPr lang="zh-CN" altLang="en-US" sz="3200" b="1">
                <a:latin typeface="宋体" panose="02010600030101010101" pitchFamily="2" charset="-122"/>
              </a:rPr>
              <a:t>经审定的</a:t>
            </a:r>
          </a:p>
          <a:p>
            <a:pPr algn="ctr" eaLnBrk="0" hangingPunct="0"/>
            <a:r>
              <a:rPr lang="zh-CN" altLang="en-US" sz="3200" b="1">
                <a:latin typeface="宋体" panose="02010600030101010101" pitchFamily="2" charset="-122"/>
              </a:rPr>
              <a:t>成绩清单</a:t>
            </a:r>
          </a:p>
        </p:txBody>
      </p:sp>
      <p:sp>
        <p:nvSpPr>
          <p:cNvPr id="75819" name="Rectangle 43">
            <a:extLst>
              <a:ext uri="{FF2B5EF4-FFF2-40B4-BE49-F238E27FC236}">
                <a16:creationId xmlns:a16="http://schemas.microsoft.com/office/drawing/2014/main" id="{6FB7F413-F0CB-4FAC-BAE4-456E8F866952}"/>
              </a:ext>
            </a:extLst>
          </p:cNvPr>
          <p:cNvSpPr>
            <a:spLocks noChangeArrowheads="1"/>
          </p:cNvSpPr>
          <p:nvPr/>
        </p:nvSpPr>
        <p:spPr bwMode="auto">
          <a:xfrm>
            <a:off x="0" y="0"/>
            <a:ext cx="4495800" cy="71120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zh-CN" altLang="en-US" sz="4000" b="1" i="1">
                <a:solidFill>
                  <a:schemeClr val="hlink"/>
                </a:solidFill>
                <a:latin typeface="黑体" panose="02010609060101010101" pitchFamily="49" charset="-122"/>
                <a:ea typeface="黑体" panose="02010609060101010101" pitchFamily="49" charset="-122"/>
              </a:rPr>
              <a:t>一层数据流图 </a:t>
            </a:r>
            <a:r>
              <a:rPr lang="en-US" altLang="zh-CN" sz="4000" b="1" i="1">
                <a:solidFill>
                  <a:schemeClr val="hlink"/>
                </a:solidFill>
                <a:latin typeface="黑体" panose="02010609060101010101" pitchFamily="49" charset="-122"/>
                <a:ea typeface="黑体" panose="02010609060101010101" pitchFamily="49" charset="-122"/>
              </a:rPr>
              <a:t>(b)</a:t>
            </a:r>
          </a:p>
        </p:txBody>
      </p:sp>
      <p:sp>
        <p:nvSpPr>
          <p:cNvPr id="75820" name="Freeform 44">
            <a:extLst>
              <a:ext uri="{FF2B5EF4-FFF2-40B4-BE49-F238E27FC236}">
                <a16:creationId xmlns:a16="http://schemas.microsoft.com/office/drawing/2014/main" id="{4DA6D785-D9E6-46C7-8A0B-5563FEF30E1B}"/>
              </a:ext>
            </a:extLst>
          </p:cNvPr>
          <p:cNvSpPr>
            <a:spLocks/>
          </p:cNvSpPr>
          <p:nvPr/>
        </p:nvSpPr>
        <p:spPr bwMode="auto">
          <a:xfrm>
            <a:off x="1371600" y="2209800"/>
            <a:ext cx="838200" cy="330200"/>
          </a:xfrm>
          <a:custGeom>
            <a:avLst/>
            <a:gdLst>
              <a:gd name="T0" fmla="*/ 528 w 528"/>
              <a:gd name="T1" fmla="*/ 0 h 208"/>
              <a:gd name="T2" fmla="*/ 384 w 528"/>
              <a:gd name="T3" fmla="*/ 96 h 208"/>
              <a:gd name="T4" fmla="*/ 144 w 528"/>
              <a:gd name="T5" fmla="*/ 192 h 208"/>
              <a:gd name="T6" fmla="*/ 0 w 528"/>
              <a:gd name="T7" fmla="*/ 192 h 208"/>
            </a:gdLst>
            <a:ahLst/>
            <a:cxnLst>
              <a:cxn ang="0">
                <a:pos x="T0" y="T1"/>
              </a:cxn>
              <a:cxn ang="0">
                <a:pos x="T2" y="T3"/>
              </a:cxn>
              <a:cxn ang="0">
                <a:pos x="T4" y="T5"/>
              </a:cxn>
              <a:cxn ang="0">
                <a:pos x="T6" y="T7"/>
              </a:cxn>
            </a:cxnLst>
            <a:rect l="0" t="0" r="r" b="b"/>
            <a:pathLst>
              <a:path w="528" h="208">
                <a:moveTo>
                  <a:pt x="528" y="0"/>
                </a:moveTo>
                <a:cubicBezTo>
                  <a:pt x="488" y="32"/>
                  <a:pt x="448" y="64"/>
                  <a:pt x="384" y="96"/>
                </a:cubicBezTo>
                <a:cubicBezTo>
                  <a:pt x="320" y="128"/>
                  <a:pt x="208" y="176"/>
                  <a:pt x="144" y="192"/>
                </a:cubicBezTo>
                <a:cubicBezTo>
                  <a:pt x="80" y="208"/>
                  <a:pt x="24" y="192"/>
                  <a:pt x="0" y="192"/>
                </a:cubicBezTo>
              </a:path>
            </a:pathLst>
          </a:custGeom>
          <a:noFill/>
          <a:ln w="25400">
            <a:solidFill>
              <a:srgbClr val="FF0000"/>
            </a:solidFill>
            <a:round/>
            <a:headEnd/>
            <a:tailEnd type="triangl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overrideClrMapping bg1="lt1" tx1="dk1" bg2="lt2" tx2="dk2" accent1="accent1" accent2="accent2" accent3="accent3" accent4="accent4" accent5="accent5" accent6="accent6" hlink="hlink" folHlink="folHlink"/>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931E5955-6B3E-411E-A029-4FC2AE92FE40}"/>
              </a:ext>
            </a:extLst>
          </p:cNvPr>
          <p:cNvSpPr>
            <a:spLocks noGrp="1" noChangeArrowheads="1"/>
          </p:cNvSpPr>
          <p:nvPr>
            <p:ph type="title"/>
          </p:nvPr>
        </p:nvSpPr>
        <p:spPr>
          <a:xfrm>
            <a:off x="1208088" y="609600"/>
            <a:ext cx="7227887" cy="1143000"/>
          </a:xfrm>
        </p:spPr>
        <p:txBody>
          <a:bodyPr/>
          <a:lstStyle/>
          <a:p>
            <a:r>
              <a:rPr lang="en-US" altLang="zh-CN" sz="4000"/>
              <a:t>3  DFD</a:t>
            </a:r>
            <a:r>
              <a:rPr lang="zh-CN" altLang="en-US" sz="4000"/>
              <a:t>的改进</a:t>
            </a:r>
          </a:p>
        </p:txBody>
      </p:sp>
      <p:sp>
        <p:nvSpPr>
          <p:cNvPr id="77827" name="Rectangle 3">
            <a:extLst>
              <a:ext uri="{FF2B5EF4-FFF2-40B4-BE49-F238E27FC236}">
                <a16:creationId xmlns:a16="http://schemas.microsoft.com/office/drawing/2014/main" id="{05416128-1C6F-4C08-B7F5-EC66CAD5BD09}"/>
              </a:ext>
            </a:extLst>
          </p:cNvPr>
          <p:cNvSpPr>
            <a:spLocks noGrp="1" noChangeArrowheads="1"/>
          </p:cNvSpPr>
          <p:nvPr>
            <p:ph idx="1"/>
          </p:nvPr>
        </p:nvSpPr>
        <p:spPr>
          <a:xfrm>
            <a:off x="990600" y="2133600"/>
            <a:ext cx="6248400" cy="2362200"/>
          </a:xfrm>
        </p:spPr>
        <p:txBody>
          <a:bodyPr/>
          <a:lstStyle/>
          <a:p>
            <a:pPr algn="just"/>
            <a:r>
              <a:rPr lang="zh-CN" altLang="en-US" sz="3600">
                <a:latin typeface="宋体" panose="02010600030101010101" pitchFamily="2" charset="-122"/>
              </a:rPr>
              <a:t>检查正确性</a:t>
            </a:r>
          </a:p>
          <a:p>
            <a:pPr algn="just"/>
            <a:r>
              <a:rPr lang="zh-CN" altLang="en-US" sz="3600">
                <a:latin typeface="宋体" panose="02010600030101010101" pitchFamily="2" charset="-122"/>
              </a:rPr>
              <a:t>提高易理解性</a:t>
            </a:r>
          </a:p>
          <a:p>
            <a:pPr algn="just"/>
            <a:r>
              <a:rPr lang="zh-CN" altLang="en-US" sz="3600">
                <a:latin typeface="宋体" panose="02010600030101010101" pitchFamily="2" charset="-122"/>
              </a:rPr>
              <a:t>重新分解</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4AB6490D-0DD9-428F-9420-BB6248BFA255}"/>
              </a:ext>
            </a:extLst>
          </p:cNvPr>
          <p:cNvSpPr>
            <a:spLocks noGrp="1" noChangeArrowheads="1"/>
          </p:cNvSpPr>
          <p:nvPr>
            <p:ph type="title"/>
          </p:nvPr>
        </p:nvSpPr>
        <p:spPr>
          <a:xfrm>
            <a:off x="1208088" y="609600"/>
            <a:ext cx="7227887" cy="1143000"/>
          </a:xfrm>
        </p:spPr>
        <p:txBody>
          <a:bodyPr/>
          <a:lstStyle/>
          <a:p>
            <a:r>
              <a:rPr lang="en-US" altLang="zh-CN" sz="4000"/>
              <a:t>1</a:t>
            </a:r>
            <a:r>
              <a:rPr lang="zh-CN" altLang="en-US" sz="4000"/>
              <a:t>）</a:t>
            </a:r>
            <a:r>
              <a:rPr lang="zh-CN" altLang="en-US" sz="4000">
                <a:latin typeface="宋体" panose="02010600030101010101" pitchFamily="2" charset="-122"/>
              </a:rPr>
              <a:t>检查正确性</a:t>
            </a:r>
          </a:p>
        </p:txBody>
      </p:sp>
      <p:sp>
        <p:nvSpPr>
          <p:cNvPr id="78851" name="Rectangle 3">
            <a:extLst>
              <a:ext uri="{FF2B5EF4-FFF2-40B4-BE49-F238E27FC236}">
                <a16:creationId xmlns:a16="http://schemas.microsoft.com/office/drawing/2014/main" id="{292077F7-463D-4E61-AB40-2125D878DBB3}"/>
              </a:ext>
            </a:extLst>
          </p:cNvPr>
          <p:cNvSpPr>
            <a:spLocks noGrp="1" noChangeArrowheads="1"/>
          </p:cNvSpPr>
          <p:nvPr>
            <p:ph idx="1"/>
          </p:nvPr>
        </p:nvSpPr>
        <p:spPr>
          <a:xfrm>
            <a:off x="990600" y="1981200"/>
            <a:ext cx="7848600" cy="3352800"/>
          </a:xfrm>
        </p:spPr>
        <p:txBody>
          <a:bodyPr/>
          <a:lstStyle/>
          <a:p>
            <a:pPr algn="just">
              <a:buFontTx/>
              <a:buNone/>
            </a:pPr>
            <a:r>
              <a:rPr lang="en-US" altLang="zh-CN" sz="3600">
                <a:latin typeface="宋体" panose="02010600030101010101" pitchFamily="2" charset="-122"/>
              </a:rPr>
              <a:t>  </a:t>
            </a:r>
            <a:r>
              <a:rPr lang="zh-CN" altLang="en-US" sz="3600">
                <a:latin typeface="宋体" panose="02010600030101010101" pitchFamily="2" charset="-122"/>
              </a:rPr>
              <a:t>分析员可以从以下几个角度来检查</a:t>
            </a:r>
            <a:r>
              <a:rPr lang="en-US" altLang="zh-CN" sz="3600">
                <a:latin typeface="宋体" panose="02010600030101010101" pitchFamily="2" charset="-122"/>
              </a:rPr>
              <a:t>DFD</a:t>
            </a:r>
            <a:r>
              <a:rPr lang="zh-CN" altLang="en-US" sz="3600">
                <a:latin typeface="宋体" panose="02010600030101010101" pitchFamily="2" charset="-122"/>
              </a:rPr>
              <a:t>的正确性：</a:t>
            </a:r>
          </a:p>
          <a:p>
            <a:pPr algn="just"/>
            <a:r>
              <a:rPr lang="zh-CN" altLang="en-US" sz="3600">
                <a:latin typeface="宋体" panose="02010600030101010101" pitchFamily="2" charset="-122"/>
              </a:rPr>
              <a:t> 数据守恒</a:t>
            </a:r>
          </a:p>
          <a:p>
            <a:pPr algn="just"/>
            <a:r>
              <a:rPr lang="zh-CN" altLang="en-US" sz="3600">
                <a:latin typeface="宋体" panose="02010600030101010101" pitchFamily="2" charset="-122"/>
              </a:rPr>
              <a:t> 数据存储的使用</a:t>
            </a:r>
          </a:p>
          <a:p>
            <a:pPr algn="just"/>
            <a:r>
              <a:rPr lang="zh-CN" altLang="en-US" sz="3600">
                <a:latin typeface="宋体" panose="02010600030101010101" pitchFamily="2" charset="-122"/>
              </a:rPr>
              <a:t> 父图和子图的平衡</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1A8F56D5-3072-4CE2-871B-B3AB3B4586B9}"/>
              </a:ext>
            </a:extLst>
          </p:cNvPr>
          <p:cNvSpPr>
            <a:spLocks noGrp="1" noChangeArrowheads="1"/>
          </p:cNvSpPr>
          <p:nvPr>
            <p:ph type="title"/>
          </p:nvPr>
        </p:nvSpPr>
        <p:spPr>
          <a:xfrm>
            <a:off x="1208088" y="609600"/>
            <a:ext cx="7227887" cy="1143000"/>
          </a:xfrm>
        </p:spPr>
        <p:txBody>
          <a:bodyPr/>
          <a:lstStyle/>
          <a:p>
            <a:r>
              <a:rPr lang="zh-CN" altLang="en-US" sz="4000" u="sng"/>
              <a:t>数据守恒</a:t>
            </a:r>
          </a:p>
        </p:txBody>
      </p:sp>
      <p:sp>
        <p:nvSpPr>
          <p:cNvPr id="79875" name="Rectangle 3">
            <a:extLst>
              <a:ext uri="{FF2B5EF4-FFF2-40B4-BE49-F238E27FC236}">
                <a16:creationId xmlns:a16="http://schemas.microsoft.com/office/drawing/2014/main" id="{099C7592-EC5F-4568-B45D-9CBCA394C30D}"/>
              </a:ext>
            </a:extLst>
          </p:cNvPr>
          <p:cNvSpPr>
            <a:spLocks noGrp="1" noChangeArrowheads="1"/>
          </p:cNvSpPr>
          <p:nvPr>
            <p:ph idx="1"/>
          </p:nvPr>
        </p:nvSpPr>
        <p:spPr>
          <a:xfrm>
            <a:off x="1066800" y="1676400"/>
            <a:ext cx="7772400" cy="4876800"/>
          </a:xfrm>
        </p:spPr>
        <p:txBody>
          <a:bodyPr/>
          <a:lstStyle/>
          <a:p>
            <a:pPr algn="just">
              <a:buFontTx/>
              <a:buNone/>
            </a:pPr>
            <a:r>
              <a:rPr lang="zh-CN" altLang="en-US">
                <a:latin typeface="宋体" panose="02010600030101010101" pitchFamily="2" charset="-122"/>
              </a:rPr>
              <a:t>数据不守恒的情况有两种：</a:t>
            </a:r>
          </a:p>
          <a:p>
            <a:pPr algn="just">
              <a:buFontTx/>
              <a:buNone/>
            </a:pPr>
            <a:r>
              <a:rPr lang="zh-CN" altLang="en-US" sz="2800" b="1">
                <a:latin typeface="宋体" panose="02010600030101010101" pitchFamily="2" charset="-122"/>
              </a:rPr>
              <a:t>一</a:t>
            </a:r>
            <a:r>
              <a:rPr lang="zh-CN" altLang="en-US" sz="2800">
                <a:latin typeface="宋体" panose="02010600030101010101" pitchFamily="2" charset="-122"/>
              </a:rPr>
              <a:t>是某个加工输出的数据并无相应的数据来源，可能是某些数据流被遗漏了。</a:t>
            </a:r>
          </a:p>
          <a:p>
            <a:pPr algn="just">
              <a:buFontTx/>
              <a:buNone/>
            </a:pPr>
            <a:endParaRPr lang="zh-CN" altLang="en-US" sz="2800">
              <a:latin typeface="宋体" panose="02010600030101010101" pitchFamily="2" charset="-122"/>
            </a:endParaRPr>
          </a:p>
          <a:p>
            <a:pPr algn="just">
              <a:buFontTx/>
              <a:buNone/>
            </a:pPr>
            <a:endParaRPr lang="zh-CN" altLang="en-US" sz="2800">
              <a:latin typeface="宋体" panose="02010600030101010101" pitchFamily="2" charset="-122"/>
            </a:endParaRPr>
          </a:p>
          <a:p>
            <a:pPr algn="just">
              <a:buFontTx/>
              <a:buNone/>
            </a:pPr>
            <a:endParaRPr lang="zh-CN" altLang="en-US" sz="2800">
              <a:latin typeface="宋体" panose="02010600030101010101" pitchFamily="2" charset="-122"/>
            </a:endParaRPr>
          </a:p>
          <a:p>
            <a:pPr algn="just">
              <a:buFontTx/>
              <a:buNone/>
            </a:pPr>
            <a:r>
              <a:rPr lang="zh-CN" altLang="en-US">
                <a:latin typeface="宋体" panose="02010600030101010101" pitchFamily="2" charset="-122"/>
              </a:rPr>
              <a:t>    </a:t>
            </a:r>
            <a:r>
              <a:rPr lang="zh-CN" altLang="en-US" sz="2800">
                <a:latin typeface="宋体" panose="02010600030101010101" pitchFamily="2" charset="-122"/>
              </a:rPr>
              <a:t>运动员名单</a:t>
            </a:r>
            <a:r>
              <a:rPr lang="en-US" altLang="zh-CN" sz="2800">
                <a:latin typeface="宋体" panose="02010600030101010101" pitchFamily="2" charset="-122"/>
              </a:rPr>
              <a:t>=</a:t>
            </a:r>
            <a:r>
              <a:rPr lang="zh-CN" altLang="en-US" sz="2800">
                <a:latin typeface="宋体" panose="02010600030101010101" pitchFamily="2" charset="-122"/>
              </a:rPr>
              <a:t>队名</a:t>
            </a:r>
            <a:r>
              <a:rPr lang="en-US" altLang="zh-CN" sz="2800">
                <a:latin typeface="宋体" panose="02010600030101010101" pitchFamily="2" charset="-122"/>
              </a:rPr>
              <a:t>+ </a:t>
            </a:r>
            <a:r>
              <a:rPr lang="zh-CN" altLang="en-US" sz="2800">
                <a:latin typeface="宋体" panose="02010600030101010101" pitchFamily="2" charset="-122"/>
              </a:rPr>
              <a:t>姓名</a:t>
            </a:r>
            <a:r>
              <a:rPr lang="en-US" altLang="zh-CN" sz="2800">
                <a:latin typeface="宋体" panose="02010600030101010101" pitchFamily="2" charset="-122"/>
              </a:rPr>
              <a:t>+ </a:t>
            </a:r>
            <a:r>
              <a:rPr lang="zh-CN" altLang="en-US" sz="2800">
                <a:latin typeface="宋体" panose="02010600030101010101" pitchFamily="2" charset="-122"/>
              </a:rPr>
              <a:t>项目</a:t>
            </a:r>
          </a:p>
          <a:p>
            <a:pPr algn="just">
              <a:buFontTx/>
              <a:buNone/>
            </a:pPr>
            <a:r>
              <a:rPr lang="zh-CN" altLang="en-US" sz="2800">
                <a:latin typeface="宋体" panose="02010600030101010101" pitchFamily="2" charset="-122"/>
              </a:rPr>
              <a:t>     项目参加者</a:t>
            </a:r>
            <a:r>
              <a:rPr lang="en-US" altLang="zh-CN" sz="2800">
                <a:latin typeface="宋体" panose="02010600030101010101" pitchFamily="2" charset="-122"/>
              </a:rPr>
              <a:t>=</a:t>
            </a:r>
            <a:r>
              <a:rPr lang="zh-CN" altLang="en-US" sz="2800">
                <a:latin typeface="宋体" panose="02010600030101010101" pitchFamily="2" charset="-122"/>
              </a:rPr>
              <a:t>项目</a:t>
            </a:r>
            <a:r>
              <a:rPr lang="en-US" altLang="zh-CN" sz="2800">
                <a:latin typeface="宋体" panose="02010600030101010101" pitchFamily="2" charset="-122"/>
              </a:rPr>
              <a:t>+ </a:t>
            </a:r>
            <a:r>
              <a:rPr lang="zh-CN" altLang="en-US" sz="2800">
                <a:latin typeface="宋体" panose="02010600030101010101" pitchFamily="2" charset="-122"/>
              </a:rPr>
              <a:t>姓名</a:t>
            </a:r>
            <a:r>
              <a:rPr lang="en-US" altLang="zh-CN" sz="2800">
                <a:latin typeface="宋体" panose="02010600030101010101" pitchFamily="2" charset="-122"/>
              </a:rPr>
              <a:t>+ </a:t>
            </a:r>
            <a:r>
              <a:rPr lang="zh-CN" altLang="en-US" sz="2800">
                <a:latin typeface="宋体" panose="02010600030101010101" pitchFamily="2" charset="-122"/>
              </a:rPr>
              <a:t>运动员号</a:t>
            </a:r>
          </a:p>
          <a:p>
            <a:pPr algn="just">
              <a:buFontTx/>
              <a:buNone/>
            </a:pPr>
            <a:r>
              <a:rPr lang="zh-CN" altLang="en-US" sz="2800">
                <a:latin typeface="宋体" panose="02010600030101010101" pitchFamily="2" charset="-122"/>
              </a:rPr>
              <a:t>  </a:t>
            </a:r>
            <a:r>
              <a:rPr lang="zh-CN" altLang="en-US" sz="2800"/>
              <a:t>“</a:t>
            </a:r>
            <a:r>
              <a:rPr lang="zh-CN" altLang="en-US" sz="2800">
                <a:latin typeface="宋体" panose="02010600030101010101" pitchFamily="2" charset="-122"/>
              </a:rPr>
              <a:t>运动员号</a:t>
            </a:r>
            <a:r>
              <a:rPr lang="zh-CN" altLang="en-US" sz="2800"/>
              <a:t>”</a:t>
            </a:r>
            <a:r>
              <a:rPr lang="zh-CN" altLang="en-US" sz="2800">
                <a:latin typeface="宋体" panose="02010600030101010101" pitchFamily="2" charset="-122"/>
              </a:rPr>
              <a:t>并无数据来源</a:t>
            </a:r>
          </a:p>
        </p:txBody>
      </p:sp>
      <p:grpSp>
        <p:nvGrpSpPr>
          <p:cNvPr id="79876" name="Group 4">
            <a:extLst>
              <a:ext uri="{FF2B5EF4-FFF2-40B4-BE49-F238E27FC236}">
                <a16:creationId xmlns:a16="http://schemas.microsoft.com/office/drawing/2014/main" id="{067A0489-5234-4800-BF55-42622F9F522F}"/>
              </a:ext>
            </a:extLst>
          </p:cNvPr>
          <p:cNvGrpSpPr>
            <a:grpSpLocks/>
          </p:cNvGrpSpPr>
          <p:nvPr/>
        </p:nvGrpSpPr>
        <p:grpSpPr bwMode="auto">
          <a:xfrm>
            <a:off x="2517775" y="3175000"/>
            <a:ext cx="4311650" cy="1600200"/>
            <a:chOff x="1586" y="1920"/>
            <a:chExt cx="2716" cy="1008"/>
          </a:xfrm>
        </p:grpSpPr>
        <p:sp>
          <p:nvSpPr>
            <p:cNvPr id="79877" name="AutoShape 5">
              <a:extLst>
                <a:ext uri="{FF2B5EF4-FFF2-40B4-BE49-F238E27FC236}">
                  <a16:creationId xmlns:a16="http://schemas.microsoft.com/office/drawing/2014/main" id="{A1A051EB-CD5C-4757-A404-043140548194}"/>
                </a:ext>
              </a:extLst>
            </p:cNvPr>
            <p:cNvSpPr>
              <a:spLocks noChangeArrowheads="1"/>
            </p:cNvSpPr>
            <p:nvPr/>
          </p:nvSpPr>
          <p:spPr bwMode="auto">
            <a:xfrm>
              <a:off x="2496" y="2256"/>
              <a:ext cx="864" cy="67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t>决定</a:t>
              </a:r>
            </a:p>
            <a:p>
              <a:pPr algn="ctr"/>
              <a:r>
                <a:rPr lang="zh-CN" altLang="en-US" sz="2000"/>
                <a:t>比赛名单</a:t>
              </a:r>
            </a:p>
          </p:txBody>
        </p:sp>
        <p:sp>
          <p:nvSpPr>
            <p:cNvPr id="79878" name="Line 6">
              <a:extLst>
                <a:ext uri="{FF2B5EF4-FFF2-40B4-BE49-F238E27FC236}">
                  <a16:creationId xmlns:a16="http://schemas.microsoft.com/office/drawing/2014/main" id="{13AFD3DD-C112-4F25-83D4-79901F269760}"/>
                </a:ext>
              </a:extLst>
            </p:cNvPr>
            <p:cNvSpPr>
              <a:spLocks noChangeShapeType="1"/>
            </p:cNvSpPr>
            <p:nvPr/>
          </p:nvSpPr>
          <p:spPr bwMode="auto">
            <a:xfrm>
              <a:off x="1728" y="2160"/>
              <a:ext cx="9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9879" name="Text Box 7">
              <a:extLst>
                <a:ext uri="{FF2B5EF4-FFF2-40B4-BE49-F238E27FC236}">
                  <a16:creationId xmlns:a16="http://schemas.microsoft.com/office/drawing/2014/main" id="{46C0D86E-BBDD-46E6-A192-900D0B6D5145}"/>
                </a:ext>
              </a:extLst>
            </p:cNvPr>
            <p:cNvSpPr txBox="1">
              <a:spLocks noChangeArrowheads="1"/>
            </p:cNvSpPr>
            <p:nvPr/>
          </p:nvSpPr>
          <p:spPr bwMode="auto">
            <a:xfrm>
              <a:off x="1728" y="1920"/>
              <a:ext cx="9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t>运动员名单</a:t>
              </a:r>
            </a:p>
          </p:txBody>
        </p:sp>
        <p:sp>
          <p:nvSpPr>
            <p:cNvPr id="79880" name="Line 8">
              <a:extLst>
                <a:ext uri="{FF2B5EF4-FFF2-40B4-BE49-F238E27FC236}">
                  <a16:creationId xmlns:a16="http://schemas.microsoft.com/office/drawing/2014/main" id="{3C9A5228-5407-4AD0-9E76-B06D1FAE363E}"/>
                </a:ext>
              </a:extLst>
            </p:cNvPr>
            <p:cNvSpPr>
              <a:spLocks noChangeShapeType="1"/>
            </p:cNvSpPr>
            <p:nvPr/>
          </p:nvSpPr>
          <p:spPr bwMode="auto">
            <a:xfrm>
              <a:off x="1586" y="2618"/>
              <a:ext cx="9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9881" name="Line 9">
              <a:extLst>
                <a:ext uri="{FF2B5EF4-FFF2-40B4-BE49-F238E27FC236}">
                  <a16:creationId xmlns:a16="http://schemas.microsoft.com/office/drawing/2014/main" id="{73AE61A3-D15E-4FF5-98C2-F01F56F70C26}"/>
                </a:ext>
              </a:extLst>
            </p:cNvPr>
            <p:cNvSpPr>
              <a:spLocks noChangeShapeType="1"/>
            </p:cNvSpPr>
            <p:nvPr/>
          </p:nvSpPr>
          <p:spPr bwMode="auto">
            <a:xfrm>
              <a:off x="3360" y="2640"/>
              <a:ext cx="9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9882" name="Text Box 10">
              <a:extLst>
                <a:ext uri="{FF2B5EF4-FFF2-40B4-BE49-F238E27FC236}">
                  <a16:creationId xmlns:a16="http://schemas.microsoft.com/office/drawing/2014/main" id="{243DC4B9-98C6-45EB-A5CB-E6F5C5BBFF43}"/>
                </a:ext>
              </a:extLst>
            </p:cNvPr>
            <p:cNvSpPr txBox="1">
              <a:spLocks noChangeArrowheads="1"/>
            </p:cNvSpPr>
            <p:nvPr/>
          </p:nvSpPr>
          <p:spPr bwMode="auto">
            <a:xfrm>
              <a:off x="3342" y="2372"/>
              <a:ext cx="9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t>项目参加者</a:t>
              </a:r>
            </a:p>
          </p:txBody>
        </p:sp>
        <p:sp>
          <p:nvSpPr>
            <p:cNvPr id="79883" name="Text Box 11">
              <a:extLst>
                <a:ext uri="{FF2B5EF4-FFF2-40B4-BE49-F238E27FC236}">
                  <a16:creationId xmlns:a16="http://schemas.microsoft.com/office/drawing/2014/main" id="{E2ECF44E-D09B-4D5C-AF62-C1513FDE5786}"/>
                </a:ext>
              </a:extLst>
            </p:cNvPr>
            <p:cNvSpPr txBox="1">
              <a:spLocks noChangeArrowheads="1"/>
            </p:cNvSpPr>
            <p:nvPr/>
          </p:nvSpPr>
          <p:spPr bwMode="auto">
            <a:xfrm>
              <a:off x="1728" y="2392"/>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t>项目</a:t>
              </a:r>
            </a:p>
          </p:txBody>
        </p:sp>
        <p:sp>
          <p:nvSpPr>
            <p:cNvPr id="79884" name="Freeform 12">
              <a:extLst>
                <a:ext uri="{FF2B5EF4-FFF2-40B4-BE49-F238E27FC236}">
                  <a16:creationId xmlns:a16="http://schemas.microsoft.com/office/drawing/2014/main" id="{8A417110-D1B2-4B73-84AC-808AEBE913C8}"/>
                </a:ext>
              </a:extLst>
            </p:cNvPr>
            <p:cNvSpPr>
              <a:spLocks/>
            </p:cNvSpPr>
            <p:nvPr/>
          </p:nvSpPr>
          <p:spPr bwMode="auto">
            <a:xfrm>
              <a:off x="2144" y="2160"/>
              <a:ext cx="400" cy="288"/>
            </a:xfrm>
            <a:custGeom>
              <a:avLst/>
              <a:gdLst>
                <a:gd name="T0" fmla="*/ 16 w 400"/>
                <a:gd name="T1" fmla="*/ 0 h 288"/>
                <a:gd name="T2" fmla="*/ 64 w 400"/>
                <a:gd name="T3" fmla="*/ 144 h 288"/>
                <a:gd name="T4" fmla="*/ 400 w 400"/>
                <a:gd name="T5" fmla="*/ 288 h 288"/>
              </a:gdLst>
              <a:ahLst/>
              <a:cxnLst>
                <a:cxn ang="0">
                  <a:pos x="T0" y="T1"/>
                </a:cxn>
                <a:cxn ang="0">
                  <a:pos x="T2" y="T3"/>
                </a:cxn>
                <a:cxn ang="0">
                  <a:pos x="T4" y="T5"/>
                </a:cxn>
              </a:cxnLst>
              <a:rect l="0" t="0" r="r" b="b"/>
              <a:pathLst>
                <a:path w="400" h="288">
                  <a:moveTo>
                    <a:pt x="16" y="0"/>
                  </a:moveTo>
                  <a:cubicBezTo>
                    <a:pt x="8" y="48"/>
                    <a:pt x="0" y="96"/>
                    <a:pt x="64" y="144"/>
                  </a:cubicBezTo>
                  <a:cubicBezTo>
                    <a:pt x="128" y="192"/>
                    <a:pt x="344" y="264"/>
                    <a:pt x="400" y="288"/>
                  </a:cubicBezTo>
                </a:path>
              </a:pathLst>
            </a:custGeom>
            <a:noFill/>
            <a:ln w="9525">
              <a:solidFill>
                <a:schemeClr val="tx1"/>
              </a:solidFill>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79885" name="Line 13">
            <a:extLst>
              <a:ext uri="{FF2B5EF4-FFF2-40B4-BE49-F238E27FC236}">
                <a16:creationId xmlns:a16="http://schemas.microsoft.com/office/drawing/2014/main" id="{EC00C454-A957-49D8-A6A2-323EFE097EB5}"/>
              </a:ext>
            </a:extLst>
          </p:cNvPr>
          <p:cNvSpPr>
            <a:spLocks noChangeShapeType="1"/>
          </p:cNvSpPr>
          <p:nvPr/>
        </p:nvSpPr>
        <p:spPr bwMode="auto">
          <a:xfrm>
            <a:off x="6172200" y="5791200"/>
            <a:ext cx="129540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E61C87AF-639A-468B-B4FC-3E8D9EA2BA02}"/>
              </a:ext>
            </a:extLst>
          </p:cNvPr>
          <p:cNvSpPr>
            <a:spLocks noGrp="1" noChangeArrowheads="1"/>
          </p:cNvSpPr>
          <p:nvPr>
            <p:ph type="title"/>
          </p:nvPr>
        </p:nvSpPr>
        <p:spPr>
          <a:xfrm>
            <a:off x="1208088" y="609600"/>
            <a:ext cx="7227887" cy="1143000"/>
          </a:xfrm>
        </p:spPr>
        <p:txBody>
          <a:bodyPr/>
          <a:lstStyle/>
          <a:p>
            <a:r>
              <a:rPr lang="zh-CN" altLang="en-US" sz="4000" u="sng"/>
              <a:t>数据守恒</a:t>
            </a:r>
          </a:p>
        </p:txBody>
      </p:sp>
      <p:sp>
        <p:nvSpPr>
          <p:cNvPr id="80899" name="Rectangle 3">
            <a:extLst>
              <a:ext uri="{FF2B5EF4-FFF2-40B4-BE49-F238E27FC236}">
                <a16:creationId xmlns:a16="http://schemas.microsoft.com/office/drawing/2014/main" id="{71E7D56C-AC58-4A9A-8037-4C8174BCDA07}"/>
              </a:ext>
            </a:extLst>
          </p:cNvPr>
          <p:cNvSpPr>
            <a:spLocks noGrp="1" noChangeArrowheads="1"/>
          </p:cNvSpPr>
          <p:nvPr>
            <p:ph idx="1"/>
          </p:nvPr>
        </p:nvSpPr>
        <p:spPr>
          <a:xfrm>
            <a:off x="990600" y="1752600"/>
            <a:ext cx="7848600" cy="4800600"/>
          </a:xfrm>
        </p:spPr>
        <p:txBody>
          <a:bodyPr/>
          <a:lstStyle/>
          <a:p>
            <a:pPr algn="just">
              <a:lnSpc>
                <a:spcPct val="90000"/>
              </a:lnSpc>
              <a:buFontTx/>
              <a:buNone/>
            </a:pPr>
            <a:r>
              <a:rPr lang="en-US" altLang="zh-CN" sz="3600">
                <a:latin typeface="宋体" panose="02010600030101010101" pitchFamily="2" charset="-122"/>
              </a:rPr>
              <a:t>  </a:t>
            </a:r>
            <a:r>
              <a:rPr lang="zh-CN" altLang="en-US" sz="2800" b="1">
                <a:latin typeface="宋体" panose="02010600030101010101" pitchFamily="2" charset="-122"/>
              </a:rPr>
              <a:t>二</a:t>
            </a:r>
            <a:r>
              <a:rPr lang="zh-CN" altLang="en-US" sz="2800">
                <a:latin typeface="宋体" panose="02010600030101010101" pitchFamily="2" charset="-122"/>
              </a:rPr>
              <a:t>是，一个加工的输入并没有用到，这不一定是错误。可与用户进一步讨论，是否属于多余的数据流。</a:t>
            </a:r>
          </a:p>
          <a:p>
            <a:pPr algn="just">
              <a:lnSpc>
                <a:spcPct val="90000"/>
              </a:lnSpc>
              <a:buFontTx/>
              <a:buNone/>
            </a:pPr>
            <a:endParaRPr lang="zh-CN" altLang="en-US" sz="2800">
              <a:latin typeface="宋体" panose="02010600030101010101" pitchFamily="2" charset="-122"/>
            </a:endParaRPr>
          </a:p>
          <a:p>
            <a:pPr algn="just">
              <a:lnSpc>
                <a:spcPct val="90000"/>
              </a:lnSpc>
              <a:buFontTx/>
              <a:buNone/>
            </a:pPr>
            <a:endParaRPr lang="zh-CN" altLang="en-US" sz="2800">
              <a:latin typeface="宋体" panose="02010600030101010101" pitchFamily="2" charset="-122"/>
            </a:endParaRPr>
          </a:p>
          <a:p>
            <a:pPr algn="just">
              <a:lnSpc>
                <a:spcPct val="90000"/>
              </a:lnSpc>
              <a:buFontTx/>
              <a:buNone/>
            </a:pPr>
            <a:r>
              <a:rPr lang="zh-CN" altLang="en-US" sz="2800">
                <a:latin typeface="宋体" panose="02010600030101010101" pitchFamily="2" charset="-122"/>
              </a:rPr>
              <a:t>     </a:t>
            </a:r>
          </a:p>
          <a:p>
            <a:pPr algn="just">
              <a:lnSpc>
                <a:spcPct val="90000"/>
              </a:lnSpc>
              <a:buFontTx/>
              <a:buNone/>
            </a:pPr>
            <a:r>
              <a:rPr lang="zh-CN" altLang="en-US" sz="2800">
                <a:latin typeface="宋体" panose="02010600030101010101" pitchFamily="2" charset="-122"/>
              </a:rPr>
              <a:t>     订货单</a:t>
            </a:r>
            <a:r>
              <a:rPr lang="en-US" altLang="zh-CN" sz="2800">
                <a:latin typeface="宋体" panose="02010600030101010101" pitchFamily="2" charset="-122"/>
              </a:rPr>
              <a:t>=</a:t>
            </a:r>
            <a:r>
              <a:rPr lang="zh-CN" altLang="en-US" sz="2800">
                <a:latin typeface="宋体" panose="02010600030101010101" pitchFamily="2" charset="-122"/>
              </a:rPr>
              <a:t>单位名</a:t>
            </a:r>
            <a:r>
              <a:rPr lang="en-US" altLang="zh-CN" sz="2800">
                <a:latin typeface="宋体" panose="02010600030101010101" pitchFamily="2" charset="-122"/>
              </a:rPr>
              <a:t>+ </a:t>
            </a:r>
            <a:r>
              <a:rPr lang="zh-CN" altLang="en-US" sz="2800">
                <a:latin typeface="宋体" panose="02010600030101010101" pitchFamily="2" charset="-122"/>
              </a:rPr>
              <a:t>货名</a:t>
            </a:r>
            <a:r>
              <a:rPr lang="en-US" altLang="zh-CN" sz="2800">
                <a:latin typeface="宋体" panose="02010600030101010101" pitchFamily="2" charset="-122"/>
              </a:rPr>
              <a:t>+ </a:t>
            </a:r>
            <a:r>
              <a:rPr lang="zh-CN" altLang="en-US" sz="2800">
                <a:latin typeface="宋体" panose="02010600030101010101" pitchFamily="2" charset="-122"/>
              </a:rPr>
              <a:t>货号</a:t>
            </a:r>
            <a:r>
              <a:rPr lang="en-US" altLang="zh-CN" sz="2800">
                <a:latin typeface="宋体" panose="02010600030101010101" pitchFamily="2" charset="-122"/>
              </a:rPr>
              <a:t>+ </a:t>
            </a:r>
            <a:r>
              <a:rPr lang="zh-CN" altLang="en-US" sz="2800">
                <a:latin typeface="宋体" panose="02010600030101010101" pitchFamily="2" charset="-122"/>
              </a:rPr>
              <a:t>数量</a:t>
            </a:r>
          </a:p>
          <a:p>
            <a:pPr algn="just">
              <a:lnSpc>
                <a:spcPct val="90000"/>
              </a:lnSpc>
              <a:buFontTx/>
              <a:buNone/>
            </a:pPr>
            <a:r>
              <a:rPr lang="zh-CN" altLang="en-US" sz="2800">
                <a:latin typeface="宋体" panose="02010600030101010101" pitchFamily="2" charset="-122"/>
              </a:rPr>
              <a:t>     价目</a:t>
            </a:r>
            <a:r>
              <a:rPr lang="en-US" altLang="zh-CN" sz="2800">
                <a:latin typeface="宋体" panose="02010600030101010101" pitchFamily="2" charset="-122"/>
              </a:rPr>
              <a:t>=</a:t>
            </a:r>
            <a:r>
              <a:rPr lang="zh-CN" altLang="en-US" sz="2800">
                <a:latin typeface="宋体" panose="02010600030101010101" pitchFamily="2" charset="-122"/>
              </a:rPr>
              <a:t>货名</a:t>
            </a:r>
            <a:r>
              <a:rPr lang="en-US" altLang="zh-CN" sz="2800">
                <a:latin typeface="宋体" panose="02010600030101010101" pitchFamily="2" charset="-122"/>
              </a:rPr>
              <a:t>+ </a:t>
            </a:r>
            <a:r>
              <a:rPr lang="zh-CN" altLang="en-US" sz="2800">
                <a:latin typeface="宋体" panose="02010600030101010101" pitchFamily="2" charset="-122"/>
              </a:rPr>
              <a:t>单价</a:t>
            </a:r>
          </a:p>
          <a:p>
            <a:pPr algn="just">
              <a:lnSpc>
                <a:spcPct val="90000"/>
              </a:lnSpc>
              <a:buFontTx/>
              <a:buNone/>
            </a:pPr>
            <a:r>
              <a:rPr lang="zh-CN" altLang="en-US" sz="2800">
                <a:latin typeface="宋体" panose="02010600030101010101" pitchFamily="2" charset="-122"/>
              </a:rPr>
              <a:t>     发票</a:t>
            </a:r>
            <a:r>
              <a:rPr lang="en-US" altLang="zh-CN" sz="2800">
                <a:latin typeface="宋体" panose="02010600030101010101" pitchFamily="2" charset="-122"/>
              </a:rPr>
              <a:t>=</a:t>
            </a:r>
            <a:r>
              <a:rPr lang="zh-CN" altLang="en-US" sz="2800">
                <a:latin typeface="宋体" panose="02010600030101010101" pitchFamily="2" charset="-122"/>
              </a:rPr>
              <a:t>单位名</a:t>
            </a:r>
            <a:r>
              <a:rPr lang="en-US" altLang="zh-CN" sz="2800">
                <a:latin typeface="宋体" panose="02010600030101010101" pitchFamily="2" charset="-122"/>
              </a:rPr>
              <a:t>+ </a:t>
            </a:r>
            <a:r>
              <a:rPr lang="zh-CN" altLang="en-US" sz="2800">
                <a:latin typeface="宋体" panose="02010600030101010101" pitchFamily="2" charset="-122"/>
              </a:rPr>
              <a:t>货名</a:t>
            </a:r>
            <a:r>
              <a:rPr lang="en-US" altLang="zh-CN" sz="2800">
                <a:latin typeface="宋体" panose="02010600030101010101" pitchFamily="2" charset="-122"/>
              </a:rPr>
              <a:t>+ </a:t>
            </a:r>
            <a:r>
              <a:rPr lang="zh-CN" altLang="en-US" sz="2800">
                <a:latin typeface="宋体" panose="02010600030101010101" pitchFamily="2" charset="-122"/>
              </a:rPr>
              <a:t>数量</a:t>
            </a:r>
            <a:r>
              <a:rPr lang="en-US" altLang="zh-CN" sz="2800">
                <a:latin typeface="宋体" panose="02010600030101010101" pitchFamily="2" charset="-122"/>
              </a:rPr>
              <a:t>+ </a:t>
            </a:r>
            <a:r>
              <a:rPr lang="zh-CN" altLang="en-US" sz="2800">
                <a:latin typeface="宋体" panose="02010600030101010101" pitchFamily="2" charset="-122"/>
              </a:rPr>
              <a:t>单价</a:t>
            </a:r>
            <a:r>
              <a:rPr lang="en-US" altLang="zh-CN" sz="2800">
                <a:latin typeface="宋体" panose="02010600030101010101" pitchFamily="2" charset="-122"/>
              </a:rPr>
              <a:t>+ </a:t>
            </a:r>
            <a:r>
              <a:rPr lang="zh-CN" altLang="en-US" sz="2800">
                <a:latin typeface="宋体" panose="02010600030101010101" pitchFamily="2" charset="-122"/>
              </a:rPr>
              <a:t>总计</a:t>
            </a:r>
          </a:p>
          <a:p>
            <a:pPr algn="just">
              <a:lnSpc>
                <a:spcPct val="90000"/>
              </a:lnSpc>
              <a:buFontTx/>
              <a:buNone/>
            </a:pPr>
            <a:r>
              <a:rPr lang="zh-CN" altLang="en-US" sz="2800">
                <a:latin typeface="宋体" panose="02010600030101010101" pitchFamily="2" charset="-122"/>
              </a:rPr>
              <a:t>  经商量，</a:t>
            </a:r>
            <a:r>
              <a:rPr lang="zh-CN" altLang="en-US" sz="2800"/>
              <a:t>“</a:t>
            </a:r>
            <a:r>
              <a:rPr lang="zh-CN" altLang="en-US" sz="2800">
                <a:latin typeface="宋体" panose="02010600030101010101" pitchFamily="2" charset="-122"/>
              </a:rPr>
              <a:t>货号</a:t>
            </a:r>
            <a:r>
              <a:rPr lang="zh-CN" altLang="en-US" sz="2800"/>
              <a:t>”</a:t>
            </a:r>
            <a:r>
              <a:rPr lang="zh-CN" altLang="en-US" sz="2800">
                <a:latin typeface="宋体" panose="02010600030101010101" pitchFamily="2" charset="-122"/>
              </a:rPr>
              <a:t>确属多余，故删去。</a:t>
            </a:r>
          </a:p>
        </p:txBody>
      </p:sp>
      <p:grpSp>
        <p:nvGrpSpPr>
          <p:cNvPr id="80900" name="Group 4">
            <a:extLst>
              <a:ext uri="{FF2B5EF4-FFF2-40B4-BE49-F238E27FC236}">
                <a16:creationId xmlns:a16="http://schemas.microsoft.com/office/drawing/2014/main" id="{72CA8D8B-A0F4-4C07-98A6-DB6A2A95CFB3}"/>
              </a:ext>
            </a:extLst>
          </p:cNvPr>
          <p:cNvGrpSpPr>
            <a:grpSpLocks/>
          </p:cNvGrpSpPr>
          <p:nvPr/>
        </p:nvGrpSpPr>
        <p:grpSpPr bwMode="auto">
          <a:xfrm>
            <a:off x="2546350" y="2908300"/>
            <a:ext cx="4264025" cy="1463675"/>
            <a:chOff x="1584" y="2304"/>
            <a:chExt cx="2686" cy="922"/>
          </a:xfrm>
        </p:grpSpPr>
        <p:sp>
          <p:nvSpPr>
            <p:cNvPr id="80901" name="AutoShape 5">
              <a:extLst>
                <a:ext uri="{FF2B5EF4-FFF2-40B4-BE49-F238E27FC236}">
                  <a16:creationId xmlns:a16="http://schemas.microsoft.com/office/drawing/2014/main" id="{68ED13D7-992A-4EBE-8F94-E01427C5E2D5}"/>
                </a:ext>
              </a:extLst>
            </p:cNvPr>
            <p:cNvSpPr>
              <a:spLocks noChangeArrowheads="1"/>
            </p:cNvSpPr>
            <p:nvPr/>
          </p:nvSpPr>
          <p:spPr bwMode="auto">
            <a:xfrm>
              <a:off x="2494" y="2304"/>
              <a:ext cx="864" cy="67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t>开发票</a:t>
              </a:r>
            </a:p>
          </p:txBody>
        </p:sp>
        <p:sp>
          <p:nvSpPr>
            <p:cNvPr id="80902" name="Line 6">
              <a:extLst>
                <a:ext uri="{FF2B5EF4-FFF2-40B4-BE49-F238E27FC236}">
                  <a16:creationId xmlns:a16="http://schemas.microsoft.com/office/drawing/2014/main" id="{35CE0541-2152-446A-9589-9E6D7773BCF5}"/>
                </a:ext>
              </a:extLst>
            </p:cNvPr>
            <p:cNvSpPr>
              <a:spLocks noChangeShapeType="1"/>
            </p:cNvSpPr>
            <p:nvPr/>
          </p:nvSpPr>
          <p:spPr bwMode="auto">
            <a:xfrm>
              <a:off x="3372" y="3216"/>
              <a:ext cx="59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0903" name="Text Box 7">
              <a:extLst>
                <a:ext uri="{FF2B5EF4-FFF2-40B4-BE49-F238E27FC236}">
                  <a16:creationId xmlns:a16="http://schemas.microsoft.com/office/drawing/2014/main" id="{6B21E509-DEE6-4282-AC06-4A674F913C62}"/>
                </a:ext>
              </a:extLst>
            </p:cNvPr>
            <p:cNvSpPr txBox="1">
              <a:spLocks noChangeArrowheads="1"/>
            </p:cNvSpPr>
            <p:nvPr/>
          </p:nvSpPr>
          <p:spPr bwMode="auto">
            <a:xfrm>
              <a:off x="3476" y="2976"/>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t>价目</a:t>
              </a:r>
            </a:p>
          </p:txBody>
        </p:sp>
        <p:sp>
          <p:nvSpPr>
            <p:cNvPr id="80904" name="Line 8">
              <a:extLst>
                <a:ext uri="{FF2B5EF4-FFF2-40B4-BE49-F238E27FC236}">
                  <a16:creationId xmlns:a16="http://schemas.microsoft.com/office/drawing/2014/main" id="{1CEE23B9-D775-45D5-895F-228D92B8A77E}"/>
                </a:ext>
              </a:extLst>
            </p:cNvPr>
            <p:cNvSpPr>
              <a:spLocks noChangeShapeType="1"/>
            </p:cNvSpPr>
            <p:nvPr/>
          </p:nvSpPr>
          <p:spPr bwMode="auto">
            <a:xfrm>
              <a:off x="1584" y="2666"/>
              <a:ext cx="9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0905" name="Line 9">
              <a:extLst>
                <a:ext uri="{FF2B5EF4-FFF2-40B4-BE49-F238E27FC236}">
                  <a16:creationId xmlns:a16="http://schemas.microsoft.com/office/drawing/2014/main" id="{4572B829-C9A7-4313-8803-988823B664EF}"/>
                </a:ext>
              </a:extLst>
            </p:cNvPr>
            <p:cNvSpPr>
              <a:spLocks noChangeShapeType="1"/>
            </p:cNvSpPr>
            <p:nvPr/>
          </p:nvSpPr>
          <p:spPr bwMode="auto">
            <a:xfrm>
              <a:off x="3358" y="2688"/>
              <a:ext cx="9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0906" name="Text Box 10">
              <a:extLst>
                <a:ext uri="{FF2B5EF4-FFF2-40B4-BE49-F238E27FC236}">
                  <a16:creationId xmlns:a16="http://schemas.microsoft.com/office/drawing/2014/main" id="{B0231180-9E8C-4B7C-B2DB-E4DD0E7FA659}"/>
                </a:ext>
              </a:extLst>
            </p:cNvPr>
            <p:cNvSpPr txBox="1">
              <a:spLocks noChangeArrowheads="1"/>
            </p:cNvSpPr>
            <p:nvPr/>
          </p:nvSpPr>
          <p:spPr bwMode="auto">
            <a:xfrm>
              <a:off x="3504" y="2440"/>
              <a:ext cx="4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t>发票</a:t>
              </a:r>
            </a:p>
          </p:txBody>
        </p:sp>
        <p:sp>
          <p:nvSpPr>
            <p:cNvPr id="80907" name="Text Box 11">
              <a:extLst>
                <a:ext uri="{FF2B5EF4-FFF2-40B4-BE49-F238E27FC236}">
                  <a16:creationId xmlns:a16="http://schemas.microsoft.com/office/drawing/2014/main" id="{8BBFFCEA-A6AE-4E30-92A8-EC15B9CCDAED}"/>
                </a:ext>
              </a:extLst>
            </p:cNvPr>
            <p:cNvSpPr txBox="1">
              <a:spLocks noChangeArrowheads="1"/>
            </p:cNvSpPr>
            <p:nvPr/>
          </p:nvSpPr>
          <p:spPr bwMode="auto">
            <a:xfrm>
              <a:off x="1714" y="2430"/>
              <a:ext cx="7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t>订货单</a:t>
              </a:r>
            </a:p>
          </p:txBody>
        </p:sp>
        <p:sp>
          <p:nvSpPr>
            <p:cNvPr id="80908" name="Freeform 12">
              <a:extLst>
                <a:ext uri="{FF2B5EF4-FFF2-40B4-BE49-F238E27FC236}">
                  <a16:creationId xmlns:a16="http://schemas.microsoft.com/office/drawing/2014/main" id="{68DA60C8-80EB-4617-9ECD-4BD2D22621C3}"/>
                </a:ext>
              </a:extLst>
            </p:cNvPr>
            <p:cNvSpPr>
              <a:spLocks/>
            </p:cNvSpPr>
            <p:nvPr/>
          </p:nvSpPr>
          <p:spPr bwMode="auto">
            <a:xfrm>
              <a:off x="3196" y="2870"/>
              <a:ext cx="336" cy="336"/>
            </a:xfrm>
            <a:custGeom>
              <a:avLst/>
              <a:gdLst>
                <a:gd name="T0" fmla="*/ 288 w 336"/>
                <a:gd name="T1" fmla="*/ 336 h 336"/>
                <a:gd name="T2" fmla="*/ 288 w 336"/>
                <a:gd name="T3" fmla="*/ 240 h 336"/>
                <a:gd name="T4" fmla="*/ 0 w 336"/>
                <a:gd name="T5" fmla="*/ 0 h 336"/>
              </a:gdLst>
              <a:ahLst/>
              <a:cxnLst>
                <a:cxn ang="0">
                  <a:pos x="T0" y="T1"/>
                </a:cxn>
                <a:cxn ang="0">
                  <a:pos x="T2" y="T3"/>
                </a:cxn>
                <a:cxn ang="0">
                  <a:pos x="T4" y="T5"/>
                </a:cxn>
              </a:cxnLst>
              <a:rect l="0" t="0" r="r" b="b"/>
              <a:pathLst>
                <a:path w="336" h="336">
                  <a:moveTo>
                    <a:pt x="288" y="336"/>
                  </a:moveTo>
                  <a:cubicBezTo>
                    <a:pt x="312" y="316"/>
                    <a:pt x="336" y="296"/>
                    <a:pt x="288" y="240"/>
                  </a:cubicBezTo>
                  <a:cubicBezTo>
                    <a:pt x="240" y="184"/>
                    <a:pt x="48" y="40"/>
                    <a:pt x="0" y="0"/>
                  </a:cubicBezTo>
                </a:path>
              </a:pathLst>
            </a:custGeom>
            <a:noFill/>
            <a:ln w="9525">
              <a:solidFill>
                <a:schemeClr val="tx1"/>
              </a:solidFill>
              <a:round/>
              <a:headEnd type="none" w="lg" len="med"/>
              <a:tailEnd type="triangl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80909" name="Line 13">
            <a:extLst>
              <a:ext uri="{FF2B5EF4-FFF2-40B4-BE49-F238E27FC236}">
                <a16:creationId xmlns:a16="http://schemas.microsoft.com/office/drawing/2014/main" id="{27A86DD4-1DCE-403A-8384-0C2248884196}"/>
              </a:ext>
            </a:extLst>
          </p:cNvPr>
          <p:cNvSpPr>
            <a:spLocks noChangeShapeType="1"/>
          </p:cNvSpPr>
          <p:nvPr/>
        </p:nvSpPr>
        <p:spPr bwMode="auto">
          <a:xfrm>
            <a:off x="5638800" y="5029200"/>
            <a:ext cx="83820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89D110E4-95C4-4D9E-A94A-9DFB838BB937}"/>
              </a:ext>
            </a:extLst>
          </p:cNvPr>
          <p:cNvSpPr>
            <a:spLocks noGrp="1" noChangeArrowheads="1"/>
          </p:cNvSpPr>
          <p:nvPr>
            <p:ph type="title"/>
          </p:nvPr>
        </p:nvSpPr>
        <p:spPr>
          <a:xfrm>
            <a:off x="1208088" y="609600"/>
            <a:ext cx="7227887" cy="1143000"/>
          </a:xfrm>
        </p:spPr>
        <p:txBody>
          <a:bodyPr/>
          <a:lstStyle/>
          <a:p>
            <a:r>
              <a:rPr lang="zh-CN" altLang="en-US" sz="4000" u="sng">
                <a:latin typeface="宋体" panose="02010600030101010101" pitchFamily="2" charset="-122"/>
              </a:rPr>
              <a:t>数据存储的使用</a:t>
            </a:r>
          </a:p>
        </p:txBody>
      </p:sp>
      <p:sp>
        <p:nvSpPr>
          <p:cNvPr id="81923" name="Rectangle 3">
            <a:extLst>
              <a:ext uri="{FF2B5EF4-FFF2-40B4-BE49-F238E27FC236}">
                <a16:creationId xmlns:a16="http://schemas.microsoft.com/office/drawing/2014/main" id="{526AE0CE-7DFA-4CA6-86F6-7901E6F9DE21}"/>
              </a:ext>
            </a:extLst>
          </p:cNvPr>
          <p:cNvSpPr>
            <a:spLocks noGrp="1" noChangeArrowheads="1"/>
          </p:cNvSpPr>
          <p:nvPr>
            <p:ph idx="1"/>
          </p:nvPr>
        </p:nvSpPr>
        <p:spPr>
          <a:xfrm>
            <a:off x="914400" y="1828800"/>
            <a:ext cx="7848600" cy="1219200"/>
          </a:xfrm>
        </p:spPr>
        <p:txBody>
          <a:bodyPr/>
          <a:lstStyle/>
          <a:p>
            <a:pPr algn="just">
              <a:buFontTx/>
              <a:buNone/>
            </a:pPr>
            <a:r>
              <a:rPr lang="en-US" altLang="zh-CN" sz="3600">
                <a:latin typeface="宋体" panose="02010600030101010101" pitchFamily="2" charset="-122"/>
              </a:rPr>
              <a:t>  </a:t>
            </a:r>
            <a:r>
              <a:rPr lang="zh-CN" altLang="en-US" sz="2800">
                <a:latin typeface="宋体" panose="02010600030101010101" pitchFamily="2" charset="-122"/>
              </a:rPr>
              <a:t>判断：是否存在</a:t>
            </a:r>
            <a:r>
              <a:rPr lang="zh-CN" altLang="en-US" sz="2800" b="1"/>
              <a:t>“</a:t>
            </a:r>
            <a:r>
              <a:rPr lang="zh-CN" altLang="en-US" sz="2800" b="1">
                <a:latin typeface="宋体" panose="02010600030101010101" pitchFamily="2" charset="-122"/>
              </a:rPr>
              <a:t>只读不写</a:t>
            </a:r>
            <a:r>
              <a:rPr lang="zh-CN" altLang="en-US" sz="2800" b="1"/>
              <a:t>”</a:t>
            </a:r>
            <a:r>
              <a:rPr lang="zh-CN" altLang="en-US" sz="2800">
                <a:latin typeface="宋体" panose="02010600030101010101" pitchFamily="2" charset="-122"/>
              </a:rPr>
              <a:t>或</a:t>
            </a:r>
            <a:r>
              <a:rPr lang="zh-CN" altLang="en-US" sz="2800" b="1"/>
              <a:t>“</a:t>
            </a:r>
            <a:r>
              <a:rPr lang="zh-CN" altLang="en-US" sz="2800" b="1">
                <a:latin typeface="宋体" panose="02010600030101010101" pitchFamily="2" charset="-122"/>
              </a:rPr>
              <a:t>只写不读</a:t>
            </a:r>
            <a:r>
              <a:rPr lang="zh-CN" altLang="en-US" sz="2800" b="1"/>
              <a:t>”</a:t>
            </a:r>
            <a:r>
              <a:rPr lang="zh-CN" altLang="en-US" sz="2800">
                <a:latin typeface="宋体" panose="02010600030101010101" pitchFamily="2" charset="-122"/>
              </a:rPr>
              <a:t>的数据存储  （</a:t>
            </a:r>
            <a:r>
              <a:rPr lang="zh-CN" altLang="en-US" sz="2800">
                <a:latin typeface="楷体_GB2312"/>
                <a:ea typeface="楷体_GB2312"/>
                <a:cs typeface="楷体_GB2312"/>
              </a:rPr>
              <a:t>注意在</a:t>
            </a:r>
            <a:r>
              <a:rPr lang="zh-CN" altLang="en-US" sz="2800" u="sng">
                <a:latin typeface="楷体_GB2312"/>
                <a:ea typeface="楷体_GB2312"/>
                <a:cs typeface="楷体_GB2312"/>
              </a:rPr>
              <a:t>所有的</a:t>
            </a:r>
            <a:r>
              <a:rPr lang="en-US" altLang="zh-CN" sz="2800">
                <a:latin typeface="楷体_GB2312"/>
                <a:ea typeface="楷体_GB2312"/>
                <a:cs typeface="楷体_GB2312"/>
              </a:rPr>
              <a:t>DFD</a:t>
            </a:r>
            <a:r>
              <a:rPr lang="zh-CN" altLang="en-US" sz="2800">
                <a:latin typeface="楷体_GB2312"/>
                <a:ea typeface="楷体_GB2312"/>
                <a:cs typeface="楷体_GB2312"/>
              </a:rPr>
              <a:t>中检查</a:t>
            </a:r>
            <a:r>
              <a:rPr lang="zh-CN" altLang="en-US" sz="2800">
                <a:latin typeface="宋体" panose="02010600030101010101" pitchFamily="2" charset="-122"/>
              </a:rPr>
              <a:t>）</a:t>
            </a:r>
          </a:p>
        </p:txBody>
      </p:sp>
      <p:grpSp>
        <p:nvGrpSpPr>
          <p:cNvPr id="81924" name="Group 4">
            <a:extLst>
              <a:ext uri="{FF2B5EF4-FFF2-40B4-BE49-F238E27FC236}">
                <a16:creationId xmlns:a16="http://schemas.microsoft.com/office/drawing/2014/main" id="{D50A0F15-17EB-463C-A4BA-89A170D2B0AD}"/>
              </a:ext>
            </a:extLst>
          </p:cNvPr>
          <p:cNvGrpSpPr>
            <a:grpSpLocks/>
          </p:cNvGrpSpPr>
          <p:nvPr/>
        </p:nvGrpSpPr>
        <p:grpSpPr bwMode="auto">
          <a:xfrm>
            <a:off x="838200" y="3035300"/>
            <a:ext cx="7467600" cy="3594100"/>
            <a:chOff x="528" y="1912"/>
            <a:chExt cx="4704" cy="2264"/>
          </a:xfrm>
        </p:grpSpPr>
        <p:sp>
          <p:nvSpPr>
            <p:cNvPr id="81925" name="Line 5">
              <a:extLst>
                <a:ext uri="{FF2B5EF4-FFF2-40B4-BE49-F238E27FC236}">
                  <a16:creationId xmlns:a16="http://schemas.microsoft.com/office/drawing/2014/main" id="{FCDC5D22-F11C-4D70-B6B4-1CF992813B25}"/>
                </a:ext>
              </a:extLst>
            </p:cNvPr>
            <p:cNvSpPr>
              <a:spLocks noChangeShapeType="1"/>
            </p:cNvSpPr>
            <p:nvPr/>
          </p:nvSpPr>
          <p:spPr bwMode="auto">
            <a:xfrm>
              <a:off x="2784" y="1920"/>
              <a:ext cx="0" cy="22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26" name="Line 6">
              <a:extLst>
                <a:ext uri="{FF2B5EF4-FFF2-40B4-BE49-F238E27FC236}">
                  <a16:creationId xmlns:a16="http://schemas.microsoft.com/office/drawing/2014/main" id="{7C8D95C4-877F-4912-B83C-9BE7E71835E9}"/>
                </a:ext>
              </a:extLst>
            </p:cNvPr>
            <p:cNvSpPr>
              <a:spLocks noChangeShapeType="1"/>
            </p:cNvSpPr>
            <p:nvPr/>
          </p:nvSpPr>
          <p:spPr bwMode="auto">
            <a:xfrm>
              <a:off x="2756" y="1912"/>
              <a:ext cx="0" cy="2208"/>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27" name="AutoShape 7">
              <a:extLst>
                <a:ext uri="{FF2B5EF4-FFF2-40B4-BE49-F238E27FC236}">
                  <a16:creationId xmlns:a16="http://schemas.microsoft.com/office/drawing/2014/main" id="{792E805D-6B46-4304-B26E-867462BB706E}"/>
                </a:ext>
              </a:extLst>
            </p:cNvPr>
            <p:cNvSpPr>
              <a:spLocks noChangeArrowheads="1"/>
            </p:cNvSpPr>
            <p:nvPr/>
          </p:nvSpPr>
          <p:spPr bwMode="auto">
            <a:xfrm>
              <a:off x="834" y="2712"/>
              <a:ext cx="336" cy="384"/>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1</a:t>
              </a:r>
            </a:p>
          </p:txBody>
        </p:sp>
        <p:sp>
          <p:nvSpPr>
            <p:cNvPr id="81928" name="AutoShape 8">
              <a:extLst>
                <a:ext uri="{FF2B5EF4-FFF2-40B4-BE49-F238E27FC236}">
                  <a16:creationId xmlns:a16="http://schemas.microsoft.com/office/drawing/2014/main" id="{4134B3E5-9CF3-417B-BE33-97B6291C3254}"/>
                </a:ext>
              </a:extLst>
            </p:cNvPr>
            <p:cNvSpPr>
              <a:spLocks noChangeArrowheads="1"/>
            </p:cNvSpPr>
            <p:nvPr/>
          </p:nvSpPr>
          <p:spPr bwMode="auto">
            <a:xfrm>
              <a:off x="1458" y="2424"/>
              <a:ext cx="336" cy="384"/>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4</a:t>
              </a:r>
            </a:p>
          </p:txBody>
        </p:sp>
        <p:sp>
          <p:nvSpPr>
            <p:cNvPr id="81929" name="AutoShape 9">
              <a:extLst>
                <a:ext uri="{FF2B5EF4-FFF2-40B4-BE49-F238E27FC236}">
                  <a16:creationId xmlns:a16="http://schemas.microsoft.com/office/drawing/2014/main" id="{71B44176-45A0-4564-BA3B-68517B886E5A}"/>
                </a:ext>
              </a:extLst>
            </p:cNvPr>
            <p:cNvSpPr>
              <a:spLocks noChangeArrowheads="1"/>
            </p:cNvSpPr>
            <p:nvPr/>
          </p:nvSpPr>
          <p:spPr bwMode="auto">
            <a:xfrm>
              <a:off x="1410" y="3192"/>
              <a:ext cx="336" cy="384"/>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2</a:t>
              </a:r>
            </a:p>
          </p:txBody>
        </p:sp>
        <p:sp>
          <p:nvSpPr>
            <p:cNvPr id="81930" name="AutoShape 10">
              <a:extLst>
                <a:ext uri="{FF2B5EF4-FFF2-40B4-BE49-F238E27FC236}">
                  <a16:creationId xmlns:a16="http://schemas.microsoft.com/office/drawing/2014/main" id="{315F5007-C479-4379-A7FF-EBB7DE93A2DB}"/>
                </a:ext>
              </a:extLst>
            </p:cNvPr>
            <p:cNvSpPr>
              <a:spLocks noChangeArrowheads="1"/>
            </p:cNvSpPr>
            <p:nvPr/>
          </p:nvSpPr>
          <p:spPr bwMode="auto">
            <a:xfrm>
              <a:off x="2034" y="2952"/>
              <a:ext cx="336" cy="384"/>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3</a:t>
              </a:r>
            </a:p>
          </p:txBody>
        </p:sp>
        <p:sp>
          <p:nvSpPr>
            <p:cNvPr id="81931" name="Line 11">
              <a:extLst>
                <a:ext uri="{FF2B5EF4-FFF2-40B4-BE49-F238E27FC236}">
                  <a16:creationId xmlns:a16="http://schemas.microsoft.com/office/drawing/2014/main" id="{5F6ED596-2AA8-46BC-A10A-722C2C96BF5D}"/>
                </a:ext>
              </a:extLst>
            </p:cNvPr>
            <p:cNvSpPr>
              <a:spLocks noChangeShapeType="1"/>
            </p:cNvSpPr>
            <p:nvPr/>
          </p:nvSpPr>
          <p:spPr bwMode="auto">
            <a:xfrm>
              <a:off x="528" y="2928"/>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32" name="Line 12">
              <a:extLst>
                <a:ext uri="{FF2B5EF4-FFF2-40B4-BE49-F238E27FC236}">
                  <a16:creationId xmlns:a16="http://schemas.microsoft.com/office/drawing/2014/main" id="{843789FA-87A6-473D-8F18-22013F627F0D}"/>
                </a:ext>
              </a:extLst>
            </p:cNvPr>
            <p:cNvSpPr>
              <a:spLocks noChangeShapeType="1"/>
            </p:cNvSpPr>
            <p:nvPr/>
          </p:nvSpPr>
          <p:spPr bwMode="auto">
            <a:xfrm flipV="1">
              <a:off x="1118" y="3504"/>
              <a:ext cx="336"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33" name="Line 13">
              <a:extLst>
                <a:ext uri="{FF2B5EF4-FFF2-40B4-BE49-F238E27FC236}">
                  <a16:creationId xmlns:a16="http://schemas.microsoft.com/office/drawing/2014/main" id="{1DE2058A-F8F9-40DB-92C0-A85F6F954701}"/>
                </a:ext>
              </a:extLst>
            </p:cNvPr>
            <p:cNvSpPr>
              <a:spLocks noChangeShapeType="1"/>
            </p:cNvSpPr>
            <p:nvPr/>
          </p:nvSpPr>
          <p:spPr bwMode="auto">
            <a:xfrm flipV="1">
              <a:off x="1738" y="3216"/>
              <a:ext cx="336"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34" name="Line 14">
              <a:extLst>
                <a:ext uri="{FF2B5EF4-FFF2-40B4-BE49-F238E27FC236}">
                  <a16:creationId xmlns:a16="http://schemas.microsoft.com/office/drawing/2014/main" id="{B8DA12F8-616C-4D86-9D1C-7613BC9E270C}"/>
                </a:ext>
              </a:extLst>
            </p:cNvPr>
            <p:cNvSpPr>
              <a:spLocks noChangeShapeType="1"/>
            </p:cNvSpPr>
            <p:nvPr/>
          </p:nvSpPr>
          <p:spPr bwMode="auto">
            <a:xfrm flipV="1">
              <a:off x="2352" y="2832"/>
              <a:ext cx="24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35" name="Line 15">
              <a:extLst>
                <a:ext uri="{FF2B5EF4-FFF2-40B4-BE49-F238E27FC236}">
                  <a16:creationId xmlns:a16="http://schemas.microsoft.com/office/drawing/2014/main" id="{1D4175F0-4984-4652-88EF-94BD19325FE8}"/>
                </a:ext>
              </a:extLst>
            </p:cNvPr>
            <p:cNvSpPr>
              <a:spLocks noChangeShapeType="1"/>
            </p:cNvSpPr>
            <p:nvPr/>
          </p:nvSpPr>
          <p:spPr bwMode="auto">
            <a:xfrm>
              <a:off x="2352" y="3168"/>
              <a:ext cx="288"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36" name="Line 16">
              <a:extLst>
                <a:ext uri="{FF2B5EF4-FFF2-40B4-BE49-F238E27FC236}">
                  <a16:creationId xmlns:a16="http://schemas.microsoft.com/office/drawing/2014/main" id="{32F0F26E-2284-4ED9-93D7-56BAACFF19F0}"/>
                </a:ext>
              </a:extLst>
            </p:cNvPr>
            <p:cNvSpPr>
              <a:spLocks noChangeShapeType="1"/>
            </p:cNvSpPr>
            <p:nvPr/>
          </p:nvSpPr>
          <p:spPr bwMode="auto">
            <a:xfrm flipV="1">
              <a:off x="1776" y="2400"/>
              <a:ext cx="432"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37" name="Line 17">
              <a:extLst>
                <a:ext uri="{FF2B5EF4-FFF2-40B4-BE49-F238E27FC236}">
                  <a16:creationId xmlns:a16="http://schemas.microsoft.com/office/drawing/2014/main" id="{AF9C1C65-A761-4931-9B04-FF613202778F}"/>
                </a:ext>
              </a:extLst>
            </p:cNvPr>
            <p:cNvSpPr>
              <a:spLocks noChangeShapeType="1"/>
            </p:cNvSpPr>
            <p:nvPr/>
          </p:nvSpPr>
          <p:spPr bwMode="auto">
            <a:xfrm flipV="1">
              <a:off x="1152" y="2688"/>
              <a:ext cx="288"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38" name="Line 18">
              <a:extLst>
                <a:ext uri="{FF2B5EF4-FFF2-40B4-BE49-F238E27FC236}">
                  <a16:creationId xmlns:a16="http://schemas.microsoft.com/office/drawing/2014/main" id="{5EDF4379-463E-41B4-B94D-592116AFC548}"/>
                </a:ext>
              </a:extLst>
            </p:cNvPr>
            <p:cNvSpPr>
              <a:spLocks noChangeShapeType="1"/>
            </p:cNvSpPr>
            <p:nvPr/>
          </p:nvSpPr>
          <p:spPr bwMode="auto">
            <a:xfrm>
              <a:off x="1152" y="3024"/>
              <a:ext cx="288"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39" name="Freeform 19">
              <a:extLst>
                <a:ext uri="{FF2B5EF4-FFF2-40B4-BE49-F238E27FC236}">
                  <a16:creationId xmlns:a16="http://schemas.microsoft.com/office/drawing/2014/main" id="{4B772C27-34BD-4424-B2C0-914312A92B73}"/>
                </a:ext>
              </a:extLst>
            </p:cNvPr>
            <p:cNvSpPr>
              <a:spLocks/>
            </p:cNvSpPr>
            <p:nvPr/>
          </p:nvSpPr>
          <p:spPr bwMode="auto">
            <a:xfrm>
              <a:off x="1728" y="2712"/>
              <a:ext cx="384" cy="264"/>
            </a:xfrm>
            <a:custGeom>
              <a:avLst/>
              <a:gdLst>
                <a:gd name="T0" fmla="*/ 0 w 384"/>
                <a:gd name="T1" fmla="*/ 24 h 264"/>
                <a:gd name="T2" fmla="*/ 96 w 384"/>
                <a:gd name="T3" fmla="*/ 24 h 264"/>
                <a:gd name="T4" fmla="*/ 336 w 384"/>
                <a:gd name="T5" fmla="*/ 168 h 264"/>
                <a:gd name="T6" fmla="*/ 384 w 384"/>
                <a:gd name="T7" fmla="*/ 264 h 264"/>
              </a:gdLst>
              <a:ahLst/>
              <a:cxnLst>
                <a:cxn ang="0">
                  <a:pos x="T0" y="T1"/>
                </a:cxn>
                <a:cxn ang="0">
                  <a:pos x="T2" y="T3"/>
                </a:cxn>
                <a:cxn ang="0">
                  <a:pos x="T4" y="T5"/>
                </a:cxn>
                <a:cxn ang="0">
                  <a:pos x="T6" y="T7"/>
                </a:cxn>
              </a:cxnLst>
              <a:rect l="0" t="0" r="r" b="b"/>
              <a:pathLst>
                <a:path w="384" h="264">
                  <a:moveTo>
                    <a:pt x="0" y="24"/>
                  </a:moveTo>
                  <a:cubicBezTo>
                    <a:pt x="20" y="12"/>
                    <a:pt x="40" y="0"/>
                    <a:pt x="96" y="24"/>
                  </a:cubicBezTo>
                  <a:cubicBezTo>
                    <a:pt x="152" y="48"/>
                    <a:pt x="288" y="128"/>
                    <a:pt x="336" y="168"/>
                  </a:cubicBezTo>
                  <a:cubicBezTo>
                    <a:pt x="384" y="208"/>
                    <a:pt x="376" y="248"/>
                    <a:pt x="384" y="264"/>
                  </a:cubicBezTo>
                </a:path>
              </a:pathLst>
            </a:custGeom>
            <a:noFill/>
            <a:ln w="9525">
              <a:solidFill>
                <a:schemeClr val="tx1"/>
              </a:solidFill>
              <a:round/>
              <a:headEnd/>
              <a:tailEnd type="triangl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40" name="Freeform 20">
              <a:extLst>
                <a:ext uri="{FF2B5EF4-FFF2-40B4-BE49-F238E27FC236}">
                  <a16:creationId xmlns:a16="http://schemas.microsoft.com/office/drawing/2014/main" id="{C8E0AB35-8628-4B16-8888-C4D1E91CC38E}"/>
                </a:ext>
              </a:extLst>
            </p:cNvPr>
            <p:cNvSpPr>
              <a:spLocks/>
            </p:cNvSpPr>
            <p:nvPr/>
          </p:nvSpPr>
          <p:spPr bwMode="auto">
            <a:xfrm>
              <a:off x="1612" y="2764"/>
              <a:ext cx="200" cy="432"/>
            </a:xfrm>
            <a:custGeom>
              <a:avLst/>
              <a:gdLst>
                <a:gd name="T0" fmla="*/ 0 w 200"/>
                <a:gd name="T1" fmla="*/ 432 h 432"/>
                <a:gd name="T2" fmla="*/ 144 w 200"/>
                <a:gd name="T3" fmla="*/ 384 h 432"/>
                <a:gd name="T4" fmla="*/ 192 w 200"/>
                <a:gd name="T5" fmla="*/ 240 h 432"/>
                <a:gd name="T6" fmla="*/ 96 w 200"/>
                <a:gd name="T7" fmla="*/ 0 h 432"/>
              </a:gdLst>
              <a:ahLst/>
              <a:cxnLst>
                <a:cxn ang="0">
                  <a:pos x="T0" y="T1"/>
                </a:cxn>
                <a:cxn ang="0">
                  <a:pos x="T2" y="T3"/>
                </a:cxn>
                <a:cxn ang="0">
                  <a:pos x="T4" y="T5"/>
                </a:cxn>
                <a:cxn ang="0">
                  <a:pos x="T6" y="T7"/>
                </a:cxn>
              </a:cxnLst>
              <a:rect l="0" t="0" r="r" b="b"/>
              <a:pathLst>
                <a:path w="200" h="432">
                  <a:moveTo>
                    <a:pt x="0" y="432"/>
                  </a:moveTo>
                  <a:cubicBezTo>
                    <a:pt x="56" y="424"/>
                    <a:pt x="112" y="416"/>
                    <a:pt x="144" y="384"/>
                  </a:cubicBezTo>
                  <a:cubicBezTo>
                    <a:pt x="176" y="352"/>
                    <a:pt x="200" y="304"/>
                    <a:pt x="192" y="240"/>
                  </a:cubicBezTo>
                  <a:cubicBezTo>
                    <a:pt x="184" y="176"/>
                    <a:pt x="120" y="40"/>
                    <a:pt x="96" y="0"/>
                  </a:cubicBezTo>
                </a:path>
              </a:pathLst>
            </a:custGeom>
            <a:noFill/>
            <a:ln w="9525">
              <a:solidFill>
                <a:schemeClr val="tx1"/>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41" name="Text Box 21">
              <a:extLst>
                <a:ext uri="{FF2B5EF4-FFF2-40B4-BE49-F238E27FC236}">
                  <a16:creationId xmlns:a16="http://schemas.microsoft.com/office/drawing/2014/main" id="{543E5D36-79E1-461E-8BEE-AD8B1BA9E5CB}"/>
                </a:ext>
              </a:extLst>
            </p:cNvPr>
            <p:cNvSpPr txBox="1">
              <a:spLocks noChangeArrowheads="1"/>
            </p:cNvSpPr>
            <p:nvPr/>
          </p:nvSpPr>
          <p:spPr bwMode="auto">
            <a:xfrm>
              <a:off x="624" y="1968"/>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t>父图：</a:t>
              </a:r>
            </a:p>
          </p:txBody>
        </p:sp>
        <p:sp>
          <p:nvSpPr>
            <p:cNvPr id="81942" name="Text Box 22">
              <a:extLst>
                <a:ext uri="{FF2B5EF4-FFF2-40B4-BE49-F238E27FC236}">
                  <a16:creationId xmlns:a16="http://schemas.microsoft.com/office/drawing/2014/main" id="{AE814FCB-46A5-4883-AA4B-BB4C492AF682}"/>
                </a:ext>
              </a:extLst>
            </p:cNvPr>
            <p:cNvSpPr txBox="1">
              <a:spLocks noChangeArrowheads="1"/>
            </p:cNvSpPr>
            <p:nvPr/>
          </p:nvSpPr>
          <p:spPr bwMode="auto">
            <a:xfrm>
              <a:off x="2916" y="2016"/>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t>子图：</a:t>
              </a:r>
            </a:p>
          </p:txBody>
        </p:sp>
        <p:sp>
          <p:nvSpPr>
            <p:cNvPr id="81943" name="AutoShape 23">
              <a:extLst>
                <a:ext uri="{FF2B5EF4-FFF2-40B4-BE49-F238E27FC236}">
                  <a16:creationId xmlns:a16="http://schemas.microsoft.com/office/drawing/2014/main" id="{52EB5926-C30B-4652-BA99-CDE3D9FEE097}"/>
                </a:ext>
              </a:extLst>
            </p:cNvPr>
            <p:cNvSpPr>
              <a:spLocks noChangeArrowheads="1"/>
            </p:cNvSpPr>
            <p:nvPr/>
          </p:nvSpPr>
          <p:spPr bwMode="auto">
            <a:xfrm>
              <a:off x="3552" y="2400"/>
              <a:ext cx="432" cy="43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4.1</a:t>
              </a:r>
            </a:p>
          </p:txBody>
        </p:sp>
        <p:sp>
          <p:nvSpPr>
            <p:cNvPr id="81944" name="AutoShape 24">
              <a:extLst>
                <a:ext uri="{FF2B5EF4-FFF2-40B4-BE49-F238E27FC236}">
                  <a16:creationId xmlns:a16="http://schemas.microsoft.com/office/drawing/2014/main" id="{76635A5A-406A-4430-BE48-88E699BD585A}"/>
                </a:ext>
              </a:extLst>
            </p:cNvPr>
            <p:cNvSpPr>
              <a:spLocks noChangeArrowheads="1"/>
            </p:cNvSpPr>
            <p:nvPr/>
          </p:nvSpPr>
          <p:spPr bwMode="auto">
            <a:xfrm>
              <a:off x="4464" y="2064"/>
              <a:ext cx="432" cy="43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4.3</a:t>
              </a:r>
            </a:p>
          </p:txBody>
        </p:sp>
        <p:sp>
          <p:nvSpPr>
            <p:cNvPr id="81945" name="AutoShape 25">
              <a:extLst>
                <a:ext uri="{FF2B5EF4-FFF2-40B4-BE49-F238E27FC236}">
                  <a16:creationId xmlns:a16="http://schemas.microsoft.com/office/drawing/2014/main" id="{B2061798-0896-446F-A7BA-80E5341AAB8C}"/>
                </a:ext>
              </a:extLst>
            </p:cNvPr>
            <p:cNvSpPr>
              <a:spLocks noChangeArrowheads="1"/>
            </p:cNvSpPr>
            <p:nvPr/>
          </p:nvSpPr>
          <p:spPr bwMode="auto">
            <a:xfrm>
              <a:off x="4128" y="3264"/>
              <a:ext cx="432" cy="43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4.2</a:t>
              </a:r>
            </a:p>
          </p:txBody>
        </p:sp>
        <p:sp>
          <p:nvSpPr>
            <p:cNvPr id="81946" name="Line 26">
              <a:extLst>
                <a:ext uri="{FF2B5EF4-FFF2-40B4-BE49-F238E27FC236}">
                  <a16:creationId xmlns:a16="http://schemas.microsoft.com/office/drawing/2014/main" id="{5EB1658F-EED0-456E-9303-327087F07BD9}"/>
                </a:ext>
              </a:extLst>
            </p:cNvPr>
            <p:cNvSpPr>
              <a:spLocks noChangeShapeType="1"/>
            </p:cNvSpPr>
            <p:nvPr/>
          </p:nvSpPr>
          <p:spPr bwMode="auto">
            <a:xfrm>
              <a:off x="3360" y="3190"/>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47" name="Line 27">
              <a:extLst>
                <a:ext uri="{FF2B5EF4-FFF2-40B4-BE49-F238E27FC236}">
                  <a16:creationId xmlns:a16="http://schemas.microsoft.com/office/drawing/2014/main" id="{ACF378CC-D9EC-44FE-8FFE-AB547709A0F3}"/>
                </a:ext>
              </a:extLst>
            </p:cNvPr>
            <p:cNvSpPr>
              <a:spLocks noChangeShapeType="1"/>
            </p:cNvSpPr>
            <p:nvPr/>
          </p:nvSpPr>
          <p:spPr bwMode="auto">
            <a:xfrm>
              <a:off x="3360" y="3396"/>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48" name="Text Box 28">
              <a:extLst>
                <a:ext uri="{FF2B5EF4-FFF2-40B4-BE49-F238E27FC236}">
                  <a16:creationId xmlns:a16="http://schemas.microsoft.com/office/drawing/2014/main" id="{49164C67-DA8D-4545-9592-ED03931D7A62}"/>
                </a:ext>
              </a:extLst>
            </p:cNvPr>
            <p:cNvSpPr txBox="1">
              <a:spLocks noChangeArrowheads="1"/>
            </p:cNvSpPr>
            <p:nvPr/>
          </p:nvSpPr>
          <p:spPr bwMode="auto">
            <a:xfrm>
              <a:off x="3408" y="3188"/>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XX</a:t>
              </a:r>
            </a:p>
          </p:txBody>
        </p:sp>
        <p:sp>
          <p:nvSpPr>
            <p:cNvPr id="81949" name="Line 29">
              <a:extLst>
                <a:ext uri="{FF2B5EF4-FFF2-40B4-BE49-F238E27FC236}">
                  <a16:creationId xmlns:a16="http://schemas.microsoft.com/office/drawing/2014/main" id="{10FAD2E9-E604-4153-905E-E4931C59695A}"/>
                </a:ext>
              </a:extLst>
            </p:cNvPr>
            <p:cNvSpPr>
              <a:spLocks noChangeShapeType="1"/>
            </p:cNvSpPr>
            <p:nvPr/>
          </p:nvSpPr>
          <p:spPr bwMode="auto">
            <a:xfrm>
              <a:off x="4464" y="2786"/>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50" name="Line 30">
              <a:extLst>
                <a:ext uri="{FF2B5EF4-FFF2-40B4-BE49-F238E27FC236}">
                  <a16:creationId xmlns:a16="http://schemas.microsoft.com/office/drawing/2014/main" id="{A940BF21-B3EE-4645-B8D4-64C6CC934D76}"/>
                </a:ext>
              </a:extLst>
            </p:cNvPr>
            <p:cNvSpPr>
              <a:spLocks noChangeShapeType="1"/>
            </p:cNvSpPr>
            <p:nvPr/>
          </p:nvSpPr>
          <p:spPr bwMode="auto">
            <a:xfrm>
              <a:off x="4464" y="2992"/>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51" name="Text Box 31">
              <a:extLst>
                <a:ext uri="{FF2B5EF4-FFF2-40B4-BE49-F238E27FC236}">
                  <a16:creationId xmlns:a16="http://schemas.microsoft.com/office/drawing/2014/main" id="{D63EF2DA-2B9D-4F8B-B745-8B46D4E6F37C}"/>
                </a:ext>
              </a:extLst>
            </p:cNvPr>
            <p:cNvSpPr txBox="1">
              <a:spLocks noChangeArrowheads="1"/>
            </p:cNvSpPr>
            <p:nvPr/>
          </p:nvSpPr>
          <p:spPr bwMode="auto">
            <a:xfrm>
              <a:off x="4512" y="2784"/>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YY</a:t>
              </a:r>
            </a:p>
          </p:txBody>
        </p:sp>
        <p:sp>
          <p:nvSpPr>
            <p:cNvPr id="81952" name="Line 32">
              <a:extLst>
                <a:ext uri="{FF2B5EF4-FFF2-40B4-BE49-F238E27FC236}">
                  <a16:creationId xmlns:a16="http://schemas.microsoft.com/office/drawing/2014/main" id="{5143015B-A8AB-4A6B-9385-197F8AD64AF3}"/>
                </a:ext>
              </a:extLst>
            </p:cNvPr>
            <p:cNvSpPr>
              <a:spLocks noChangeShapeType="1"/>
            </p:cNvSpPr>
            <p:nvPr/>
          </p:nvSpPr>
          <p:spPr bwMode="auto">
            <a:xfrm>
              <a:off x="3284" y="2352"/>
              <a:ext cx="288"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53" name="Line 33">
              <a:extLst>
                <a:ext uri="{FF2B5EF4-FFF2-40B4-BE49-F238E27FC236}">
                  <a16:creationId xmlns:a16="http://schemas.microsoft.com/office/drawing/2014/main" id="{B8FDB7DD-A455-45DB-92F4-6CDAB26170D2}"/>
                </a:ext>
              </a:extLst>
            </p:cNvPr>
            <p:cNvSpPr>
              <a:spLocks noChangeShapeType="1"/>
            </p:cNvSpPr>
            <p:nvPr/>
          </p:nvSpPr>
          <p:spPr bwMode="auto">
            <a:xfrm flipV="1">
              <a:off x="4896" y="2160"/>
              <a:ext cx="336"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54" name="Line 34">
              <a:extLst>
                <a:ext uri="{FF2B5EF4-FFF2-40B4-BE49-F238E27FC236}">
                  <a16:creationId xmlns:a16="http://schemas.microsoft.com/office/drawing/2014/main" id="{18C35CF2-7B28-4161-96A5-B15FAAE57D9B}"/>
                </a:ext>
              </a:extLst>
            </p:cNvPr>
            <p:cNvSpPr>
              <a:spLocks noChangeShapeType="1"/>
            </p:cNvSpPr>
            <p:nvPr/>
          </p:nvSpPr>
          <p:spPr bwMode="auto">
            <a:xfrm flipV="1">
              <a:off x="3928" y="3634"/>
              <a:ext cx="288"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55" name="Line 35">
              <a:extLst>
                <a:ext uri="{FF2B5EF4-FFF2-40B4-BE49-F238E27FC236}">
                  <a16:creationId xmlns:a16="http://schemas.microsoft.com/office/drawing/2014/main" id="{17F2D3F0-38D8-4648-950E-699860C0652C}"/>
                </a:ext>
              </a:extLst>
            </p:cNvPr>
            <p:cNvSpPr>
              <a:spLocks noChangeShapeType="1"/>
            </p:cNvSpPr>
            <p:nvPr/>
          </p:nvSpPr>
          <p:spPr bwMode="auto">
            <a:xfrm>
              <a:off x="4560" y="3580"/>
              <a:ext cx="336"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56" name="Freeform 36">
              <a:extLst>
                <a:ext uri="{FF2B5EF4-FFF2-40B4-BE49-F238E27FC236}">
                  <a16:creationId xmlns:a16="http://schemas.microsoft.com/office/drawing/2014/main" id="{DAEF96F0-72CA-43B7-BB9C-85DD3A97EF90}"/>
                </a:ext>
              </a:extLst>
            </p:cNvPr>
            <p:cNvSpPr>
              <a:spLocks/>
            </p:cNvSpPr>
            <p:nvPr/>
          </p:nvSpPr>
          <p:spPr bwMode="auto">
            <a:xfrm>
              <a:off x="4512" y="3004"/>
              <a:ext cx="192" cy="336"/>
            </a:xfrm>
            <a:custGeom>
              <a:avLst/>
              <a:gdLst>
                <a:gd name="T0" fmla="*/ 0 w 192"/>
                <a:gd name="T1" fmla="*/ 336 h 336"/>
                <a:gd name="T2" fmla="*/ 144 w 192"/>
                <a:gd name="T3" fmla="*/ 192 h 336"/>
                <a:gd name="T4" fmla="*/ 192 w 192"/>
                <a:gd name="T5" fmla="*/ 0 h 336"/>
              </a:gdLst>
              <a:ahLst/>
              <a:cxnLst>
                <a:cxn ang="0">
                  <a:pos x="T0" y="T1"/>
                </a:cxn>
                <a:cxn ang="0">
                  <a:pos x="T2" y="T3"/>
                </a:cxn>
                <a:cxn ang="0">
                  <a:pos x="T4" y="T5"/>
                </a:cxn>
              </a:cxnLst>
              <a:rect l="0" t="0" r="r" b="b"/>
              <a:pathLst>
                <a:path w="192" h="336">
                  <a:moveTo>
                    <a:pt x="0" y="336"/>
                  </a:moveTo>
                  <a:cubicBezTo>
                    <a:pt x="56" y="292"/>
                    <a:pt x="112" y="248"/>
                    <a:pt x="144" y="192"/>
                  </a:cubicBezTo>
                  <a:cubicBezTo>
                    <a:pt x="176" y="136"/>
                    <a:pt x="184" y="32"/>
                    <a:pt x="192" y="0"/>
                  </a:cubicBezTo>
                </a:path>
              </a:pathLst>
            </a:custGeom>
            <a:noFill/>
            <a:ln w="9525">
              <a:solidFill>
                <a:schemeClr val="tx1"/>
              </a:solidFill>
              <a:round/>
              <a:headEnd/>
              <a:tailEnd type="triangl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57" name="Freeform 37">
              <a:extLst>
                <a:ext uri="{FF2B5EF4-FFF2-40B4-BE49-F238E27FC236}">
                  <a16:creationId xmlns:a16="http://schemas.microsoft.com/office/drawing/2014/main" id="{434D305D-1DF3-4DD8-9FD0-5C66081F847B}"/>
                </a:ext>
              </a:extLst>
            </p:cNvPr>
            <p:cNvSpPr>
              <a:spLocks/>
            </p:cNvSpPr>
            <p:nvPr/>
          </p:nvSpPr>
          <p:spPr bwMode="auto">
            <a:xfrm>
              <a:off x="4752" y="2496"/>
              <a:ext cx="56" cy="288"/>
            </a:xfrm>
            <a:custGeom>
              <a:avLst/>
              <a:gdLst>
                <a:gd name="T0" fmla="*/ 0 w 56"/>
                <a:gd name="T1" fmla="*/ 0 h 288"/>
                <a:gd name="T2" fmla="*/ 48 w 56"/>
                <a:gd name="T3" fmla="*/ 48 h 288"/>
                <a:gd name="T4" fmla="*/ 48 w 56"/>
                <a:gd name="T5" fmla="*/ 288 h 288"/>
              </a:gdLst>
              <a:ahLst/>
              <a:cxnLst>
                <a:cxn ang="0">
                  <a:pos x="T0" y="T1"/>
                </a:cxn>
                <a:cxn ang="0">
                  <a:pos x="T2" y="T3"/>
                </a:cxn>
                <a:cxn ang="0">
                  <a:pos x="T4" y="T5"/>
                </a:cxn>
              </a:cxnLst>
              <a:rect l="0" t="0" r="r" b="b"/>
              <a:pathLst>
                <a:path w="56" h="288">
                  <a:moveTo>
                    <a:pt x="0" y="0"/>
                  </a:moveTo>
                  <a:cubicBezTo>
                    <a:pt x="20" y="0"/>
                    <a:pt x="40" y="0"/>
                    <a:pt x="48" y="48"/>
                  </a:cubicBezTo>
                  <a:cubicBezTo>
                    <a:pt x="56" y="96"/>
                    <a:pt x="48" y="248"/>
                    <a:pt x="48" y="288"/>
                  </a:cubicBezTo>
                </a:path>
              </a:pathLst>
            </a:custGeom>
            <a:noFill/>
            <a:ln w="9525">
              <a:solidFill>
                <a:schemeClr val="tx1"/>
              </a:solidFill>
              <a:round/>
              <a:headEnd/>
              <a:tailEnd type="triangl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58" name="Freeform 38">
              <a:extLst>
                <a:ext uri="{FF2B5EF4-FFF2-40B4-BE49-F238E27FC236}">
                  <a16:creationId xmlns:a16="http://schemas.microsoft.com/office/drawing/2014/main" id="{87DA54B8-C1C8-4C39-A8CA-54A2506A222C}"/>
                </a:ext>
              </a:extLst>
            </p:cNvPr>
            <p:cNvSpPr>
              <a:spLocks/>
            </p:cNvSpPr>
            <p:nvPr/>
          </p:nvSpPr>
          <p:spPr bwMode="auto">
            <a:xfrm>
              <a:off x="3572" y="3398"/>
              <a:ext cx="536" cy="208"/>
            </a:xfrm>
            <a:custGeom>
              <a:avLst/>
              <a:gdLst>
                <a:gd name="T0" fmla="*/ 536 w 536"/>
                <a:gd name="T1" fmla="*/ 144 h 208"/>
                <a:gd name="T2" fmla="*/ 344 w 536"/>
                <a:gd name="T3" fmla="*/ 192 h 208"/>
                <a:gd name="T4" fmla="*/ 56 w 536"/>
                <a:gd name="T5" fmla="*/ 48 h 208"/>
                <a:gd name="T6" fmla="*/ 8 w 536"/>
                <a:gd name="T7" fmla="*/ 0 h 208"/>
              </a:gdLst>
              <a:ahLst/>
              <a:cxnLst>
                <a:cxn ang="0">
                  <a:pos x="T0" y="T1"/>
                </a:cxn>
                <a:cxn ang="0">
                  <a:pos x="T2" y="T3"/>
                </a:cxn>
                <a:cxn ang="0">
                  <a:pos x="T4" y="T5"/>
                </a:cxn>
                <a:cxn ang="0">
                  <a:pos x="T6" y="T7"/>
                </a:cxn>
              </a:cxnLst>
              <a:rect l="0" t="0" r="r" b="b"/>
              <a:pathLst>
                <a:path w="536" h="208">
                  <a:moveTo>
                    <a:pt x="536" y="144"/>
                  </a:moveTo>
                  <a:cubicBezTo>
                    <a:pt x="480" y="176"/>
                    <a:pt x="424" y="208"/>
                    <a:pt x="344" y="192"/>
                  </a:cubicBezTo>
                  <a:cubicBezTo>
                    <a:pt x="264" y="176"/>
                    <a:pt x="112" y="80"/>
                    <a:pt x="56" y="48"/>
                  </a:cubicBezTo>
                  <a:cubicBezTo>
                    <a:pt x="0" y="16"/>
                    <a:pt x="16" y="8"/>
                    <a:pt x="8" y="0"/>
                  </a:cubicBezTo>
                </a:path>
              </a:pathLst>
            </a:custGeom>
            <a:noFill/>
            <a:ln w="9525">
              <a:solidFill>
                <a:schemeClr val="tx1"/>
              </a:solidFill>
              <a:round/>
              <a:headEnd/>
              <a:tailEnd type="triangl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59" name="Line 39">
              <a:extLst>
                <a:ext uri="{FF2B5EF4-FFF2-40B4-BE49-F238E27FC236}">
                  <a16:creationId xmlns:a16="http://schemas.microsoft.com/office/drawing/2014/main" id="{1CD56AD4-0DEB-451F-81D8-C77217090D75}"/>
                </a:ext>
              </a:extLst>
            </p:cNvPr>
            <p:cNvSpPr>
              <a:spLocks noChangeShapeType="1"/>
            </p:cNvSpPr>
            <p:nvPr/>
          </p:nvSpPr>
          <p:spPr bwMode="auto">
            <a:xfrm flipV="1">
              <a:off x="3552" y="2832"/>
              <a:ext cx="192"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60" name="Line 40">
              <a:extLst>
                <a:ext uri="{FF2B5EF4-FFF2-40B4-BE49-F238E27FC236}">
                  <a16:creationId xmlns:a16="http://schemas.microsoft.com/office/drawing/2014/main" id="{6A18DF95-DD5E-4C2D-A241-05A6D04DE86A}"/>
                </a:ext>
              </a:extLst>
            </p:cNvPr>
            <p:cNvSpPr>
              <a:spLocks noChangeShapeType="1"/>
            </p:cNvSpPr>
            <p:nvPr/>
          </p:nvSpPr>
          <p:spPr bwMode="auto">
            <a:xfrm flipV="1">
              <a:off x="3984" y="2352"/>
              <a:ext cx="48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81961" name="Oval 41">
            <a:extLst>
              <a:ext uri="{FF2B5EF4-FFF2-40B4-BE49-F238E27FC236}">
                <a16:creationId xmlns:a16="http://schemas.microsoft.com/office/drawing/2014/main" id="{46C4B4DE-D94F-4F38-863A-79E250273BB2}"/>
              </a:ext>
            </a:extLst>
          </p:cNvPr>
          <p:cNvSpPr>
            <a:spLocks noChangeArrowheads="1"/>
          </p:cNvSpPr>
          <p:nvPr/>
        </p:nvSpPr>
        <p:spPr bwMode="auto">
          <a:xfrm>
            <a:off x="6978650" y="4210050"/>
            <a:ext cx="990600" cy="762000"/>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819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366791AE-E5C9-47D6-915D-8AE7D3FAF47B}"/>
              </a:ext>
            </a:extLst>
          </p:cNvPr>
          <p:cNvSpPr>
            <a:spLocks noGrp="1" noChangeArrowheads="1"/>
          </p:cNvSpPr>
          <p:nvPr>
            <p:ph type="title"/>
          </p:nvPr>
        </p:nvSpPr>
        <p:spPr>
          <a:xfrm>
            <a:off x="1208088" y="609600"/>
            <a:ext cx="7227887" cy="1143000"/>
          </a:xfrm>
        </p:spPr>
        <p:txBody>
          <a:bodyPr/>
          <a:lstStyle/>
          <a:p>
            <a:r>
              <a:rPr lang="en-US" altLang="zh-CN" sz="4000"/>
              <a:t>2</a:t>
            </a:r>
            <a:r>
              <a:rPr lang="zh-CN" altLang="en-US" sz="4000"/>
              <a:t>）提高易理解</a:t>
            </a:r>
            <a:r>
              <a:rPr lang="zh-CN" altLang="en-US" sz="4000">
                <a:latin typeface="宋体" panose="02010600030101010101" pitchFamily="2" charset="-122"/>
              </a:rPr>
              <a:t>性</a:t>
            </a:r>
          </a:p>
        </p:txBody>
      </p:sp>
      <p:sp>
        <p:nvSpPr>
          <p:cNvPr id="82947" name="Rectangle 3">
            <a:extLst>
              <a:ext uri="{FF2B5EF4-FFF2-40B4-BE49-F238E27FC236}">
                <a16:creationId xmlns:a16="http://schemas.microsoft.com/office/drawing/2014/main" id="{00340D44-E115-438A-A9A8-6B27046CB87D}"/>
              </a:ext>
            </a:extLst>
          </p:cNvPr>
          <p:cNvSpPr>
            <a:spLocks noGrp="1" noChangeArrowheads="1"/>
          </p:cNvSpPr>
          <p:nvPr>
            <p:ph idx="1"/>
          </p:nvPr>
        </p:nvSpPr>
        <p:spPr>
          <a:xfrm>
            <a:off x="990600" y="2057400"/>
            <a:ext cx="7848600" cy="2743200"/>
          </a:xfrm>
        </p:spPr>
        <p:txBody>
          <a:bodyPr/>
          <a:lstStyle/>
          <a:p>
            <a:pPr algn="just"/>
            <a:r>
              <a:rPr lang="en-US" altLang="zh-CN" sz="3600">
                <a:latin typeface="宋体" panose="02010600030101010101" pitchFamily="2" charset="-122"/>
              </a:rPr>
              <a:t> </a:t>
            </a:r>
            <a:r>
              <a:rPr lang="zh-CN" altLang="en-US" sz="3600">
                <a:latin typeface="宋体" panose="02010600030101010101" pitchFamily="2" charset="-122"/>
              </a:rPr>
              <a:t>简化加工之间的联系</a:t>
            </a:r>
          </a:p>
          <a:p>
            <a:pPr algn="just"/>
            <a:r>
              <a:rPr lang="zh-CN" altLang="en-US" sz="3600">
                <a:latin typeface="宋体" panose="02010600030101010101" pitchFamily="2" charset="-122"/>
              </a:rPr>
              <a:t> 注意分解的均匀</a:t>
            </a:r>
          </a:p>
          <a:p>
            <a:pPr algn="just"/>
            <a:r>
              <a:rPr lang="zh-CN" altLang="en-US" sz="3600">
                <a:latin typeface="宋体" panose="02010600030101010101" pitchFamily="2" charset="-122"/>
              </a:rPr>
              <a:t> 适当地命名</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DDC59214-4642-4A3A-85D5-3B1A2CF4A4F7}"/>
              </a:ext>
            </a:extLst>
          </p:cNvPr>
          <p:cNvSpPr>
            <a:spLocks noGrp="1" noChangeArrowheads="1"/>
          </p:cNvSpPr>
          <p:nvPr>
            <p:ph type="title"/>
          </p:nvPr>
        </p:nvSpPr>
        <p:spPr>
          <a:xfrm>
            <a:off x="1208088" y="609600"/>
            <a:ext cx="7227887" cy="1143000"/>
          </a:xfrm>
        </p:spPr>
        <p:txBody>
          <a:bodyPr/>
          <a:lstStyle/>
          <a:p>
            <a:r>
              <a:rPr lang="zh-CN" altLang="en-US" sz="4000" u="sng">
                <a:latin typeface="宋体" panose="02010600030101010101" pitchFamily="2" charset="-122"/>
              </a:rPr>
              <a:t>简化加工之间的联系</a:t>
            </a:r>
          </a:p>
        </p:txBody>
      </p:sp>
      <p:sp>
        <p:nvSpPr>
          <p:cNvPr id="83971" name="Rectangle 3">
            <a:extLst>
              <a:ext uri="{FF2B5EF4-FFF2-40B4-BE49-F238E27FC236}">
                <a16:creationId xmlns:a16="http://schemas.microsoft.com/office/drawing/2014/main" id="{FDA47F03-20AC-458F-9A5C-28084992214B}"/>
              </a:ext>
            </a:extLst>
          </p:cNvPr>
          <p:cNvSpPr>
            <a:spLocks noGrp="1" noChangeArrowheads="1"/>
          </p:cNvSpPr>
          <p:nvPr>
            <p:ph idx="1"/>
          </p:nvPr>
        </p:nvSpPr>
        <p:spPr>
          <a:xfrm>
            <a:off x="622300" y="1736725"/>
            <a:ext cx="8458200" cy="1997075"/>
          </a:xfrm>
        </p:spPr>
        <p:txBody>
          <a:bodyPr/>
          <a:lstStyle/>
          <a:p>
            <a:pPr algn="just">
              <a:lnSpc>
                <a:spcPct val="90000"/>
              </a:lnSpc>
              <a:buFontTx/>
              <a:buNone/>
            </a:pPr>
            <a:r>
              <a:rPr lang="en-US" altLang="zh-CN" sz="3600">
                <a:latin typeface="宋体" panose="02010600030101010101" pitchFamily="2" charset="-122"/>
              </a:rPr>
              <a:t>   </a:t>
            </a:r>
            <a:r>
              <a:rPr lang="zh-CN" altLang="en-US" sz="2800">
                <a:latin typeface="宋体" panose="02010600030101010101" pitchFamily="2" charset="-122"/>
              </a:rPr>
              <a:t>应尽量减少加工之间输入输出数据流的数目。因为加工之间的数据流越少</a:t>
            </a:r>
            <a:r>
              <a:rPr lang="en-US" altLang="zh-CN" sz="2800">
                <a:latin typeface="宋体" panose="02010600030101010101" pitchFamily="2" charset="-122"/>
              </a:rPr>
              <a:t>,</a:t>
            </a:r>
            <a:r>
              <a:rPr lang="zh-CN" altLang="en-US" sz="2800">
                <a:latin typeface="宋体" panose="02010600030101010101" pitchFamily="2" charset="-122"/>
              </a:rPr>
              <a:t>各个加工的功能就越相对独立。</a:t>
            </a:r>
          </a:p>
          <a:p>
            <a:pPr algn="just">
              <a:lnSpc>
                <a:spcPct val="90000"/>
              </a:lnSpc>
              <a:buFontTx/>
              <a:buNone/>
            </a:pPr>
            <a:r>
              <a:rPr lang="zh-CN" altLang="en-US" sz="2800">
                <a:latin typeface="宋体" panose="02010600030101010101" pitchFamily="2" charset="-122"/>
              </a:rPr>
              <a:t>   例：</a:t>
            </a:r>
            <a:r>
              <a:rPr lang="zh-CN" altLang="en-US" sz="3600">
                <a:latin typeface="宋体" panose="02010600030101010101" pitchFamily="2" charset="-122"/>
              </a:rPr>
              <a:t> </a:t>
            </a:r>
          </a:p>
        </p:txBody>
      </p:sp>
      <p:sp>
        <p:nvSpPr>
          <p:cNvPr id="83972" name="Text Box 4">
            <a:extLst>
              <a:ext uri="{FF2B5EF4-FFF2-40B4-BE49-F238E27FC236}">
                <a16:creationId xmlns:a16="http://schemas.microsoft.com/office/drawing/2014/main" id="{C664FECC-ABFE-4A02-8C30-6E766180540E}"/>
              </a:ext>
            </a:extLst>
          </p:cNvPr>
          <p:cNvSpPr txBox="1">
            <a:spLocks noChangeArrowheads="1"/>
          </p:cNvSpPr>
          <p:nvPr/>
        </p:nvSpPr>
        <p:spPr bwMode="auto">
          <a:xfrm>
            <a:off x="6524625" y="31242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G</a:t>
            </a:r>
          </a:p>
        </p:txBody>
      </p:sp>
      <p:grpSp>
        <p:nvGrpSpPr>
          <p:cNvPr id="83973" name="Group 5">
            <a:extLst>
              <a:ext uri="{FF2B5EF4-FFF2-40B4-BE49-F238E27FC236}">
                <a16:creationId xmlns:a16="http://schemas.microsoft.com/office/drawing/2014/main" id="{FE4E9CA0-CB1A-4CAF-B1CD-5A34EC4F2ED3}"/>
              </a:ext>
            </a:extLst>
          </p:cNvPr>
          <p:cNvGrpSpPr>
            <a:grpSpLocks/>
          </p:cNvGrpSpPr>
          <p:nvPr/>
        </p:nvGrpSpPr>
        <p:grpSpPr bwMode="auto">
          <a:xfrm>
            <a:off x="2273300" y="3406775"/>
            <a:ext cx="5575300" cy="2749550"/>
            <a:chOff x="1432" y="2146"/>
            <a:chExt cx="3512" cy="1732"/>
          </a:xfrm>
        </p:grpSpPr>
        <p:sp>
          <p:nvSpPr>
            <p:cNvPr id="83974" name="AutoShape 6">
              <a:extLst>
                <a:ext uri="{FF2B5EF4-FFF2-40B4-BE49-F238E27FC236}">
                  <a16:creationId xmlns:a16="http://schemas.microsoft.com/office/drawing/2014/main" id="{F92F6552-2F40-4A94-89D0-0CAAA77D29A1}"/>
                </a:ext>
              </a:extLst>
            </p:cNvPr>
            <p:cNvSpPr>
              <a:spLocks noChangeArrowheads="1"/>
            </p:cNvSpPr>
            <p:nvPr/>
          </p:nvSpPr>
          <p:spPr bwMode="auto">
            <a:xfrm>
              <a:off x="1862" y="2386"/>
              <a:ext cx="384" cy="384"/>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1</a:t>
              </a:r>
            </a:p>
          </p:txBody>
        </p:sp>
        <p:sp>
          <p:nvSpPr>
            <p:cNvPr id="83975" name="AutoShape 7">
              <a:extLst>
                <a:ext uri="{FF2B5EF4-FFF2-40B4-BE49-F238E27FC236}">
                  <a16:creationId xmlns:a16="http://schemas.microsoft.com/office/drawing/2014/main" id="{B4CC358A-5CBC-40DC-A07B-461506D796A1}"/>
                </a:ext>
              </a:extLst>
            </p:cNvPr>
            <p:cNvSpPr>
              <a:spLocks noChangeArrowheads="1"/>
            </p:cNvSpPr>
            <p:nvPr/>
          </p:nvSpPr>
          <p:spPr bwMode="auto">
            <a:xfrm>
              <a:off x="2966" y="2818"/>
              <a:ext cx="384" cy="384"/>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2</a:t>
              </a:r>
            </a:p>
          </p:txBody>
        </p:sp>
        <p:sp>
          <p:nvSpPr>
            <p:cNvPr id="83976" name="AutoShape 8">
              <a:extLst>
                <a:ext uri="{FF2B5EF4-FFF2-40B4-BE49-F238E27FC236}">
                  <a16:creationId xmlns:a16="http://schemas.microsoft.com/office/drawing/2014/main" id="{76639D8B-3045-4C40-A7C2-385E5ACE1B24}"/>
                </a:ext>
              </a:extLst>
            </p:cNvPr>
            <p:cNvSpPr>
              <a:spLocks noChangeArrowheads="1"/>
            </p:cNvSpPr>
            <p:nvPr/>
          </p:nvSpPr>
          <p:spPr bwMode="auto">
            <a:xfrm>
              <a:off x="2294" y="3394"/>
              <a:ext cx="384" cy="384"/>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3</a:t>
              </a:r>
            </a:p>
          </p:txBody>
        </p:sp>
        <p:sp>
          <p:nvSpPr>
            <p:cNvPr id="83977" name="AutoShape 9">
              <a:extLst>
                <a:ext uri="{FF2B5EF4-FFF2-40B4-BE49-F238E27FC236}">
                  <a16:creationId xmlns:a16="http://schemas.microsoft.com/office/drawing/2014/main" id="{EE4C66F0-766D-4173-B1D5-6A79B3C7A50B}"/>
                </a:ext>
              </a:extLst>
            </p:cNvPr>
            <p:cNvSpPr>
              <a:spLocks noChangeArrowheads="1"/>
            </p:cNvSpPr>
            <p:nvPr/>
          </p:nvSpPr>
          <p:spPr bwMode="auto">
            <a:xfrm>
              <a:off x="4070" y="2962"/>
              <a:ext cx="384" cy="384"/>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5</a:t>
              </a:r>
            </a:p>
          </p:txBody>
        </p:sp>
        <p:sp>
          <p:nvSpPr>
            <p:cNvPr id="83978" name="AutoShape 10">
              <a:extLst>
                <a:ext uri="{FF2B5EF4-FFF2-40B4-BE49-F238E27FC236}">
                  <a16:creationId xmlns:a16="http://schemas.microsoft.com/office/drawing/2014/main" id="{32B04D84-DF99-4284-8D0B-F7ABF99C3EF0}"/>
                </a:ext>
              </a:extLst>
            </p:cNvPr>
            <p:cNvSpPr>
              <a:spLocks noChangeArrowheads="1"/>
            </p:cNvSpPr>
            <p:nvPr/>
          </p:nvSpPr>
          <p:spPr bwMode="auto">
            <a:xfrm>
              <a:off x="3782" y="2146"/>
              <a:ext cx="384" cy="384"/>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4</a:t>
              </a:r>
            </a:p>
          </p:txBody>
        </p:sp>
        <p:sp>
          <p:nvSpPr>
            <p:cNvPr id="83979" name="Line 11">
              <a:extLst>
                <a:ext uri="{FF2B5EF4-FFF2-40B4-BE49-F238E27FC236}">
                  <a16:creationId xmlns:a16="http://schemas.microsoft.com/office/drawing/2014/main" id="{0910773E-2262-4F07-A77C-4DDF6532EB19}"/>
                </a:ext>
              </a:extLst>
            </p:cNvPr>
            <p:cNvSpPr>
              <a:spLocks noChangeShapeType="1"/>
            </p:cNvSpPr>
            <p:nvPr/>
          </p:nvSpPr>
          <p:spPr bwMode="auto">
            <a:xfrm>
              <a:off x="1526" y="2530"/>
              <a:ext cx="336"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3980" name="Line 12">
              <a:extLst>
                <a:ext uri="{FF2B5EF4-FFF2-40B4-BE49-F238E27FC236}">
                  <a16:creationId xmlns:a16="http://schemas.microsoft.com/office/drawing/2014/main" id="{F62D0371-C09A-4FD1-9B42-59EF3BB4B049}"/>
                </a:ext>
              </a:extLst>
            </p:cNvPr>
            <p:cNvSpPr>
              <a:spLocks noChangeShapeType="1"/>
            </p:cNvSpPr>
            <p:nvPr/>
          </p:nvSpPr>
          <p:spPr bwMode="auto">
            <a:xfrm flipV="1">
              <a:off x="1526" y="2674"/>
              <a:ext cx="336"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3981" name="Line 13">
              <a:extLst>
                <a:ext uri="{FF2B5EF4-FFF2-40B4-BE49-F238E27FC236}">
                  <a16:creationId xmlns:a16="http://schemas.microsoft.com/office/drawing/2014/main" id="{63D705C6-49E3-43F6-AC94-C0F80AC5CEC1}"/>
                </a:ext>
              </a:extLst>
            </p:cNvPr>
            <p:cNvSpPr>
              <a:spLocks noChangeShapeType="1"/>
            </p:cNvSpPr>
            <p:nvPr/>
          </p:nvSpPr>
          <p:spPr bwMode="auto">
            <a:xfrm flipV="1">
              <a:off x="1944" y="3734"/>
              <a:ext cx="432"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3982" name="Line 14">
              <a:extLst>
                <a:ext uri="{FF2B5EF4-FFF2-40B4-BE49-F238E27FC236}">
                  <a16:creationId xmlns:a16="http://schemas.microsoft.com/office/drawing/2014/main" id="{C9DE76CE-D2EE-461B-BD12-345D1EF07A6C}"/>
                </a:ext>
              </a:extLst>
            </p:cNvPr>
            <p:cNvSpPr>
              <a:spLocks noChangeShapeType="1"/>
            </p:cNvSpPr>
            <p:nvPr/>
          </p:nvSpPr>
          <p:spPr bwMode="auto">
            <a:xfrm flipV="1">
              <a:off x="2294" y="3058"/>
              <a:ext cx="672"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3983" name="Line 15">
              <a:extLst>
                <a:ext uri="{FF2B5EF4-FFF2-40B4-BE49-F238E27FC236}">
                  <a16:creationId xmlns:a16="http://schemas.microsoft.com/office/drawing/2014/main" id="{2C1ADA56-1466-46F4-87AC-375BDA2865B8}"/>
                </a:ext>
              </a:extLst>
            </p:cNvPr>
            <p:cNvSpPr>
              <a:spLocks noChangeShapeType="1"/>
            </p:cNvSpPr>
            <p:nvPr/>
          </p:nvSpPr>
          <p:spPr bwMode="auto">
            <a:xfrm flipV="1">
              <a:off x="2630" y="3154"/>
              <a:ext cx="384"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3984" name="Freeform 16">
              <a:extLst>
                <a:ext uri="{FF2B5EF4-FFF2-40B4-BE49-F238E27FC236}">
                  <a16:creationId xmlns:a16="http://schemas.microsoft.com/office/drawing/2014/main" id="{28617241-08C0-4E6D-81D0-677C8A48941C}"/>
                </a:ext>
              </a:extLst>
            </p:cNvPr>
            <p:cNvSpPr>
              <a:spLocks/>
            </p:cNvSpPr>
            <p:nvPr/>
          </p:nvSpPr>
          <p:spPr bwMode="auto">
            <a:xfrm>
              <a:off x="2246" y="2554"/>
              <a:ext cx="816" cy="264"/>
            </a:xfrm>
            <a:custGeom>
              <a:avLst/>
              <a:gdLst>
                <a:gd name="T0" fmla="*/ 816 w 816"/>
                <a:gd name="T1" fmla="*/ 264 h 264"/>
                <a:gd name="T2" fmla="*/ 720 w 816"/>
                <a:gd name="T3" fmla="*/ 168 h 264"/>
                <a:gd name="T4" fmla="*/ 480 w 816"/>
                <a:gd name="T5" fmla="*/ 24 h 264"/>
                <a:gd name="T6" fmla="*/ 96 w 816"/>
                <a:gd name="T7" fmla="*/ 24 h 264"/>
                <a:gd name="T8" fmla="*/ 0 w 816"/>
                <a:gd name="T9" fmla="*/ 24 h 264"/>
              </a:gdLst>
              <a:ahLst/>
              <a:cxnLst>
                <a:cxn ang="0">
                  <a:pos x="T0" y="T1"/>
                </a:cxn>
                <a:cxn ang="0">
                  <a:pos x="T2" y="T3"/>
                </a:cxn>
                <a:cxn ang="0">
                  <a:pos x="T4" y="T5"/>
                </a:cxn>
                <a:cxn ang="0">
                  <a:pos x="T6" y="T7"/>
                </a:cxn>
                <a:cxn ang="0">
                  <a:pos x="T8" y="T9"/>
                </a:cxn>
              </a:cxnLst>
              <a:rect l="0" t="0" r="r" b="b"/>
              <a:pathLst>
                <a:path w="816" h="264">
                  <a:moveTo>
                    <a:pt x="816" y="264"/>
                  </a:moveTo>
                  <a:cubicBezTo>
                    <a:pt x="796" y="236"/>
                    <a:pt x="776" y="208"/>
                    <a:pt x="720" y="168"/>
                  </a:cubicBezTo>
                  <a:cubicBezTo>
                    <a:pt x="664" y="128"/>
                    <a:pt x="584" y="48"/>
                    <a:pt x="480" y="24"/>
                  </a:cubicBezTo>
                  <a:cubicBezTo>
                    <a:pt x="376" y="0"/>
                    <a:pt x="176" y="24"/>
                    <a:pt x="96" y="24"/>
                  </a:cubicBezTo>
                  <a:cubicBezTo>
                    <a:pt x="16" y="24"/>
                    <a:pt x="16" y="24"/>
                    <a:pt x="0" y="24"/>
                  </a:cubicBezTo>
                </a:path>
              </a:pathLst>
            </a:custGeom>
            <a:noFill/>
            <a:ln w="9525">
              <a:solidFill>
                <a:schemeClr val="tx1"/>
              </a:solidFill>
              <a:round/>
              <a:headEnd/>
              <a:tailEnd type="triangl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3985" name="Freeform 17">
              <a:extLst>
                <a:ext uri="{FF2B5EF4-FFF2-40B4-BE49-F238E27FC236}">
                  <a16:creationId xmlns:a16="http://schemas.microsoft.com/office/drawing/2014/main" id="{E6EF63C9-7F29-464E-9213-0736D4407BDB}"/>
                </a:ext>
              </a:extLst>
            </p:cNvPr>
            <p:cNvSpPr>
              <a:spLocks/>
            </p:cNvSpPr>
            <p:nvPr/>
          </p:nvSpPr>
          <p:spPr bwMode="auto">
            <a:xfrm>
              <a:off x="2198" y="2722"/>
              <a:ext cx="768" cy="288"/>
            </a:xfrm>
            <a:custGeom>
              <a:avLst/>
              <a:gdLst>
                <a:gd name="T0" fmla="*/ 0 w 768"/>
                <a:gd name="T1" fmla="*/ 0 h 288"/>
                <a:gd name="T2" fmla="*/ 144 w 768"/>
                <a:gd name="T3" fmla="*/ 96 h 288"/>
                <a:gd name="T4" fmla="*/ 384 w 768"/>
                <a:gd name="T5" fmla="*/ 192 h 288"/>
                <a:gd name="T6" fmla="*/ 768 w 768"/>
                <a:gd name="T7" fmla="*/ 288 h 288"/>
              </a:gdLst>
              <a:ahLst/>
              <a:cxnLst>
                <a:cxn ang="0">
                  <a:pos x="T0" y="T1"/>
                </a:cxn>
                <a:cxn ang="0">
                  <a:pos x="T2" y="T3"/>
                </a:cxn>
                <a:cxn ang="0">
                  <a:pos x="T4" y="T5"/>
                </a:cxn>
                <a:cxn ang="0">
                  <a:pos x="T6" y="T7"/>
                </a:cxn>
              </a:cxnLst>
              <a:rect l="0" t="0" r="r" b="b"/>
              <a:pathLst>
                <a:path w="768" h="288">
                  <a:moveTo>
                    <a:pt x="0" y="0"/>
                  </a:moveTo>
                  <a:cubicBezTo>
                    <a:pt x="40" y="32"/>
                    <a:pt x="80" y="64"/>
                    <a:pt x="144" y="96"/>
                  </a:cubicBezTo>
                  <a:cubicBezTo>
                    <a:pt x="208" y="128"/>
                    <a:pt x="280" y="160"/>
                    <a:pt x="384" y="192"/>
                  </a:cubicBezTo>
                  <a:cubicBezTo>
                    <a:pt x="488" y="224"/>
                    <a:pt x="704" y="272"/>
                    <a:pt x="768" y="288"/>
                  </a:cubicBezTo>
                </a:path>
              </a:pathLst>
            </a:custGeom>
            <a:noFill/>
            <a:ln w="9525">
              <a:solidFill>
                <a:schemeClr val="tx1"/>
              </a:solidFill>
              <a:round/>
              <a:headEnd/>
              <a:tailEnd type="triangl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3986" name="Line 18">
              <a:extLst>
                <a:ext uri="{FF2B5EF4-FFF2-40B4-BE49-F238E27FC236}">
                  <a16:creationId xmlns:a16="http://schemas.microsoft.com/office/drawing/2014/main" id="{8AF50FAD-55C4-46EB-953F-E5F256FDCB7B}"/>
                </a:ext>
              </a:extLst>
            </p:cNvPr>
            <p:cNvSpPr>
              <a:spLocks noChangeShapeType="1"/>
            </p:cNvSpPr>
            <p:nvPr/>
          </p:nvSpPr>
          <p:spPr bwMode="auto">
            <a:xfrm>
              <a:off x="2266" y="2674"/>
              <a:ext cx="72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3987" name="Freeform 19">
              <a:extLst>
                <a:ext uri="{FF2B5EF4-FFF2-40B4-BE49-F238E27FC236}">
                  <a16:creationId xmlns:a16="http://schemas.microsoft.com/office/drawing/2014/main" id="{39E17AD4-7BBB-4425-9FC5-BEAB7A7F7133}"/>
                </a:ext>
              </a:extLst>
            </p:cNvPr>
            <p:cNvSpPr>
              <a:spLocks/>
            </p:cNvSpPr>
            <p:nvPr/>
          </p:nvSpPr>
          <p:spPr bwMode="auto">
            <a:xfrm>
              <a:off x="2678" y="3202"/>
              <a:ext cx="432" cy="384"/>
            </a:xfrm>
            <a:custGeom>
              <a:avLst/>
              <a:gdLst>
                <a:gd name="T0" fmla="*/ 0 w 432"/>
                <a:gd name="T1" fmla="*/ 384 h 384"/>
                <a:gd name="T2" fmla="*/ 240 w 432"/>
                <a:gd name="T3" fmla="*/ 288 h 384"/>
                <a:gd name="T4" fmla="*/ 432 w 432"/>
                <a:gd name="T5" fmla="*/ 0 h 384"/>
              </a:gdLst>
              <a:ahLst/>
              <a:cxnLst>
                <a:cxn ang="0">
                  <a:pos x="T0" y="T1"/>
                </a:cxn>
                <a:cxn ang="0">
                  <a:pos x="T2" y="T3"/>
                </a:cxn>
                <a:cxn ang="0">
                  <a:pos x="T4" y="T5"/>
                </a:cxn>
              </a:cxnLst>
              <a:rect l="0" t="0" r="r" b="b"/>
              <a:pathLst>
                <a:path w="432" h="384">
                  <a:moveTo>
                    <a:pt x="0" y="384"/>
                  </a:moveTo>
                  <a:cubicBezTo>
                    <a:pt x="84" y="368"/>
                    <a:pt x="168" y="352"/>
                    <a:pt x="240" y="288"/>
                  </a:cubicBezTo>
                  <a:cubicBezTo>
                    <a:pt x="312" y="224"/>
                    <a:pt x="400" y="48"/>
                    <a:pt x="432" y="0"/>
                  </a:cubicBezTo>
                </a:path>
              </a:pathLst>
            </a:custGeom>
            <a:noFill/>
            <a:ln w="9525">
              <a:solidFill>
                <a:schemeClr val="tx1"/>
              </a:solidFill>
              <a:round/>
              <a:headEnd/>
              <a:tailEnd type="triangl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3988" name="Line 20">
              <a:extLst>
                <a:ext uri="{FF2B5EF4-FFF2-40B4-BE49-F238E27FC236}">
                  <a16:creationId xmlns:a16="http://schemas.microsoft.com/office/drawing/2014/main" id="{49B34EC8-EF6B-48B7-B9C9-A40B5BF5A6BF}"/>
                </a:ext>
              </a:extLst>
            </p:cNvPr>
            <p:cNvSpPr>
              <a:spLocks noChangeShapeType="1"/>
            </p:cNvSpPr>
            <p:nvPr/>
          </p:nvSpPr>
          <p:spPr bwMode="auto">
            <a:xfrm flipV="1">
              <a:off x="3302" y="2482"/>
              <a:ext cx="528"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3989" name="Line 21">
              <a:extLst>
                <a:ext uri="{FF2B5EF4-FFF2-40B4-BE49-F238E27FC236}">
                  <a16:creationId xmlns:a16="http://schemas.microsoft.com/office/drawing/2014/main" id="{1B3094EA-BD28-46DB-B126-1E11E0298AB9}"/>
                </a:ext>
              </a:extLst>
            </p:cNvPr>
            <p:cNvSpPr>
              <a:spLocks noChangeShapeType="1"/>
            </p:cNvSpPr>
            <p:nvPr/>
          </p:nvSpPr>
          <p:spPr bwMode="auto">
            <a:xfrm>
              <a:off x="3350" y="3010"/>
              <a:ext cx="72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3990" name="Line 22">
              <a:extLst>
                <a:ext uri="{FF2B5EF4-FFF2-40B4-BE49-F238E27FC236}">
                  <a16:creationId xmlns:a16="http://schemas.microsoft.com/office/drawing/2014/main" id="{7A18FDD5-F087-4F62-9FD2-2F8ED86D70EB}"/>
                </a:ext>
              </a:extLst>
            </p:cNvPr>
            <p:cNvSpPr>
              <a:spLocks noChangeShapeType="1"/>
            </p:cNvSpPr>
            <p:nvPr/>
          </p:nvSpPr>
          <p:spPr bwMode="auto">
            <a:xfrm>
              <a:off x="3302" y="3154"/>
              <a:ext cx="48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3991" name="Line 23">
              <a:extLst>
                <a:ext uri="{FF2B5EF4-FFF2-40B4-BE49-F238E27FC236}">
                  <a16:creationId xmlns:a16="http://schemas.microsoft.com/office/drawing/2014/main" id="{4A9022C4-E542-452D-81E2-2CDA280C086D}"/>
                </a:ext>
              </a:extLst>
            </p:cNvPr>
            <p:cNvSpPr>
              <a:spLocks noChangeShapeType="1"/>
            </p:cNvSpPr>
            <p:nvPr/>
          </p:nvSpPr>
          <p:spPr bwMode="auto">
            <a:xfrm flipV="1">
              <a:off x="4454" y="3058"/>
              <a:ext cx="288"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3992" name="Line 24">
              <a:extLst>
                <a:ext uri="{FF2B5EF4-FFF2-40B4-BE49-F238E27FC236}">
                  <a16:creationId xmlns:a16="http://schemas.microsoft.com/office/drawing/2014/main" id="{1AE9C267-E52A-4212-A4BE-B3AE5CAD6E80}"/>
                </a:ext>
              </a:extLst>
            </p:cNvPr>
            <p:cNvSpPr>
              <a:spLocks noChangeShapeType="1"/>
            </p:cNvSpPr>
            <p:nvPr/>
          </p:nvSpPr>
          <p:spPr bwMode="auto">
            <a:xfrm flipV="1">
              <a:off x="4118" y="2146"/>
              <a:ext cx="288"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3993" name="Line 25">
              <a:extLst>
                <a:ext uri="{FF2B5EF4-FFF2-40B4-BE49-F238E27FC236}">
                  <a16:creationId xmlns:a16="http://schemas.microsoft.com/office/drawing/2014/main" id="{4AAFF9A2-B5ED-401D-A672-7B182AB96B38}"/>
                </a:ext>
              </a:extLst>
            </p:cNvPr>
            <p:cNvSpPr>
              <a:spLocks noChangeShapeType="1"/>
            </p:cNvSpPr>
            <p:nvPr/>
          </p:nvSpPr>
          <p:spPr bwMode="auto">
            <a:xfrm>
              <a:off x="4070" y="2530"/>
              <a:ext cx="192"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3994" name="Text Box 26">
              <a:extLst>
                <a:ext uri="{FF2B5EF4-FFF2-40B4-BE49-F238E27FC236}">
                  <a16:creationId xmlns:a16="http://schemas.microsoft.com/office/drawing/2014/main" id="{49A9B570-7D89-46B0-8A2A-0C11448B5F3E}"/>
                </a:ext>
              </a:extLst>
            </p:cNvPr>
            <p:cNvSpPr txBox="1">
              <a:spLocks noChangeArrowheads="1"/>
            </p:cNvSpPr>
            <p:nvPr/>
          </p:nvSpPr>
          <p:spPr bwMode="auto">
            <a:xfrm>
              <a:off x="1432" y="231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A</a:t>
              </a:r>
            </a:p>
          </p:txBody>
        </p:sp>
        <p:sp>
          <p:nvSpPr>
            <p:cNvPr id="83995" name="Text Box 27">
              <a:extLst>
                <a:ext uri="{FF2B5EF4-FFF2-40B4-BE49-F238E27FC236}">
                  <a16:creationId xmlns:a16="http://schemas.microsoft.com/office/drawing/2014/main" id="{19DE5C19-69EC-4458-9419-A162682A30D0}"/>
                </a:ext>
              </a:extLst>
            </p:cNvPr>
            <p:cNvSpPr txBox="1">
              <a:spLocks noChangeArrowheads="1"/>
            </p:cNvSpPr>
            <p:nvPr/>
          </p:nvSpPr>
          <p:spPr bwMode="auto">
            <a:xfrm>
              <a:off x="1440" y="2614"/>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B</a:t>
              </a:r>
            </a:p>
          </p:txBody>
        </p:sp>
        <p:sp>
          <p:nvSpPr>
            <p:cNvPr id="83996" name="Text Box 28">
              <a:extLst>
                <a:ext uri="{FF2B5EF4-FFF2-40B4-BE49-F238E27FC236}">
                  <a16:creationId xmlns:a16="http://schemas.microsoft.com/office/drawing/2014/main" id="{2660E281-6B65-4162-B105-C01C6B99CD95}"/>
                </a:ext>
              </a:extLst>
            </p:cNvPr>
            <p:cNvSpPr txBox="1">
              <a:spLocks noChangeArrowheads="1"/>
            </p:cNvSpPr>
            <p:nvPr/>
          </p:nvSpPr>
          <p:spPr bwMode="auto">
            <a:xfrm>
              <a:off x="2678" y="2374"/>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H</a:t>
              </a:r>
            </a:p>
          </p:txBody>
        </p:sp>
        <p:sp>
          <p:nvSpPr>
            <p:cNvPr id="83997" name="Text Box 29">
              <a:extLst>
                <a:ext uri="{FF2B5EF4-FFF2-40B4-BE49-F238E27FC236}">
                  <a16:creationId xmlns:a16="http://schemas.microsoft.com/office/drawing/2014/main" id="{89232F9A-9236-4014-ADAD-E6288DE284E6}"/>
                </a:ext>
              </a:extLst>
            </p:cNvPr>
            <p:cNvSpPr txBox="1">
              <a:spLocks noChangeArrowheads="1"/>
            </p:cNvSpPr>
            <p:nvPr/>
          </p:nvSpPr>
          <p:spPr bwMode="auto">
            <a:xfrm>
              <a:off x="2274" y="2806"/>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J</a:t>
              </a:r>
            </a:p>
          </p:txBody>
        </p:sp>
        <p:sp>
          <p:nvSpPr>
            <p:cNvPr id="83998" name="Text Box 30">
              <a:extLst>
                <a:ext uri="{FF2B5EF4-FFF2-40B4-BE49-F238E27FC236}">
                  <a16:creationId xmlns:a16="http://schemas.microsoft.com/office/drawing/2014/main" id="{FB45C625-FF7D-4036-BDB1-BACC0B5A3746}"/>
                </a:ext>
              </a:extLst>
            </p:cNvPr>
            <p:cNvSpPr txBox="1">
              <a:spLocks noChangeArrowheads="1"/>
            </p:cNvSpPr>
            <p:nvPr/>
          </p:nvSpPr>
          <p:spPr bwMode="auto">
            <a:xfrm>
              <a:off x="2496" y="2562"/>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I</a:t>
              </a:r>
            </a:p>
          </p:txBody>
        </p:sp>
        <p:sp>
          <p:nvSpPr>
            <p:cNvPr id="83999" name="Text Box 31">
              <a:extLst>
                <a:ext uri="{FF2B5EF4-FFF2-40B4-BE49-F238E27FC236}">
                  <a16:creationId xmlns:a16="http://schemas.microsoft.com/office/drawing/2014/main" id="{0E877BAF-8B8B-4DDF-9A5D-3FA662EB34DB}"/>
                </a:ext>
              </a:extLst>
            </p:cNvPr>
            <p:cNvSpPr txBox="1">
              <a:spLocks noChangeArrowheads="1"/>
            </p:cNvSpPr>
            <p:nvPr/>
          </p:nvSpPr>
          <p:spPr bwMode="auto">
            <a:xfrm>
              <a:off x="2352" y="295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C</a:t>
              </a:r>
            </a:p>
          </p:txBody>
        </p:sp>
        <p:sp>
          <p:nvSpPr>
            <p:cNvPr id="84000" name="Text Box 32">
              <a:extLst>
                <a:ext uri="{FF2B5EF4-FFF2-40B4-BE49-F238E27FC236}">
                  <a16:creationId xmlns:a16="http://schemas.microsoft.com/office/drawing/2014/main" id="{088076C7-AC42-4FF0-B24B-60322D703DBE}"/>
                </a:ext>
              </a:extLst>
            </p:cNvPr>
            <p:cNvSpPr txBox="1">
              <a:spLocks noChangeArrowheads="1"/>
            </p:cNvSpPr>
            <p:nvPr/>
          </p:nvSpPr>
          <p:spPr bwMode="auto">
            <a:xfrm>
              <a:off x="1930" y="3612"/>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D</a:t>
              </a:r>
            </a:p>
          </p:txBody>
        </p:sp>
        <p:sp>
          <p:nvSpPr>
            <p:cNvPr id="84001" name="Text Box 33">
              <a:extLst>
                <a:ext uri="{FF2B5EF4-FFF2-40B4-BE49-F238E27FC236}">
                  <a16:creationId xmlns:a16="http://schemas.microsoft.com/office/drawing/2014/main" id="{13D622FD-5AD3-4331-81AB-EBE8DE274918}"/>
                </a:ext>
              </a:extLst>
            </p:cNvPr>
            <p:cNvSpPr txBox="1">
              <a:spLocks noChangeArrowheads="1"/>
            </p:cNvSpPr>
            <p:nvPr/>
          </p:nvSpPr>
          <p:spPr bwMode="auto">
            <a:xfrm>
              <a:off x="2602" y="3140"/>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K</a:t>
              </a:r>
            </a:p>
          </p:txBody>
        </p:sp>
        <p:sp>
          <p:nvSpPr>
            <p:cNvPr id="84002" name="Text Box 34">
              <a:extLst>
                <a:ext uri="{FF2B5EF4-FFF2-40B4-BE49-F238E27FC236}">
                  <a16:creationId xmlns:a16="http://schemas.microsoft.com/office/drawing/2014/main" id="{01FEDA9C-3920-4C72-863C-0CF444946D45}"/>
                </a:ext>
              </a:extLst>
            </p:cNvPr>
            <p:cNvSpPr txBox="1">
              <a:spLocks noChangeArrowheads="1"/>
            </p:cNvSpPr>
            <p:nvPr/>
          </p:nvSpPr>
          <p:spPr bwMode="auto">
            <a:xfrm>
              <a:off x="2880" y="342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L</a:t>
              </a:r>
            </a:p>
          </p:txBody>
        </p:sp>
        <p:sp>
          <p:nvSpPr>
            <p:cNvPr id="84003" name="Text Box 35">
              <a:extLst>
                <a:ext uri="{FF2B5EF4-FFF2-40B4-BE49-F238E27FC236}">
                  <a16:creationId xmlns:a16="http://schemas.microsoft.com/office/drawing/2014/main" id="{1FD9C5ED-409E-41C6-8E42-5B7BAF49377F}"/>
                </a:ext>
              </a:extLst>
            </p:cNvPr>
            <p:cNvSpPr txBox="1">
              <a:spLocks noChangeArrowheads="1"/>
            </p:cNvSpPr>
            <p:nvPr/>
          </p:nvSpPr>
          <p:spPr bwMode="auto">
            <a:xfrm>
              <a:off x="3360" y="24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N</a:t>
              </a:r>
            </a:p>
          </p:txBody>
        </p:sp>
        <p:sp>
          <p:nvSpPr>
            <p:cNvPr id="84004" name="Text Box 36">
              <a:extLst>
                <a:ext uri="{FF2B5EF4-FFF2-40B4-BE49-F238E27FC236}">
                  <a16:creationId xmlns:a16="http://schemas.microsoft.com/office/drawing/2014/main" id="{F1728236-E737-4A2B-94F1-586F8860E0F7}"/>
                </a:ext>
              </a:extLst>
            </p:cNvPr>
            <p:cNvSpPr txBox="1">
              <a:spLocks noChangeArrowheads="1"/>
            </p:cNvSpPr>
            <p:nvPr/>
          </p:nvSpPr>
          <p:spPr bwMode="auto">
            <a:xfrm>
              <a:off x="3622" y="2864"/>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M</a:t>
              </a:r>
            </a:p>
          </p:txBody>
        </p:sp>
        <p:sp>
          <p:nvSpPr>
            <p:cNvPr id="84005" name="Text Box 37">
              <a:extLst>
                <a:ext uri="{FF2B5EF4-FFF2-40B4-BE49-F238E27FC236}">
                  <a16:creationId xmlns:a16="http://schemas.microsoft.com/office/drawing/2014/main" id="{B648EE00-9D24-4016-83F1-E8FCEBEF2063}"/>
                </a:ext>
              </a:extLst>
            </p:cNvPr>
            <p:cNvSpPr txBox="1">
              <a:spLocks noChangeArrowheads="1"/>
            </p:cNvSpPr>
            <p:nvPr/>
          </p:nvSpPr>
          <p:spPr bwMode="auto">
            <a:xfrm>
              <a:off x="4128" y="2544"/>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P</a:t>
              </a:r>
            </a:p>
          </p:txBody>
        </p:sp>
        <p:sp>
          <p:nvSpPr>
            <p:cNvPr id="84006" name="Text Box 38">
              <a:extLst>
                <a:ext uri="{FF2B5EF4-FFF2-40B4-BE49-F238E27FC236}">
                  <a16:creationId xmlns:a16="http://schemas.microsoft.com/office/drawing/2014/main" id="{A5A07F63-D965-4AB9-8CC9-6EFDC0AD8E17}"/>
                </a:ext>
              </a:extLst>
            </p:cNvPr>
            <p:cNvSpPr txBox="1">
              <a:spLocks noChangeArrowheads="1"/>
            </p:cNvSpPr>
            <p:nvPr/>
          </p:nvSpPr>
          <p:spPr bwMode="auto">
            <a:xfrm>
              <a:off x="3532" y="3362"/>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E</a:t>
              </a:r>
            </a:p>
          </p:txBody>
        </p:sp>
        <p:sp>
          <p:nvSpPr>
            <p:cNvPr id="84007" name="Text Box 39">
              <a:extLst>
                <a:ext uri="{FF2B5EF4-FFF2-40B4-BE49-F238E27FC236}">
                  <a16:creationId xmlns:a16="http://schemas.microsoft.com/office/drawing/2014/main" id="{C2751BC9-F88F-4823-BECE-F814D79DAD49}"/>
                </a:ext>
              </a:extLst>
            </p:cNvPr>
            <p:cNvSpPr txBox="1">
              <a:spLocks noChangeArrowheads="1"/>
            </p:cNvSpPr>
            <p:nvPr/>
          </p:nvSpPr>
          <p:spPr bwMode="auto">
            <a:xfrm>
              <a:off x="4704" y="2880"/>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F</a:t>
              </a:r>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85A9F6FB-E980-411C-BADF-B65C45F77F65}"/>
              </a:ext>
            </a:extLst>
          </p:cNvPr>
          <p:cNvSpPr>
            <a:spLocks noGrp="1" noChangeArrowheads="1"/>
          </p:cNvSpPr>
          <p:nvPr>
            <p:ph type="title"/>
          </p:nvPr>
        </p:nvSpPr>
        <p:spPr>
          <a:xfrm>
            <a:off x="1208088" y="609600"/>
            <a:ext cx="7227887" cy="1143000"/>
          </a:xfrm>
        </p:spPr>
        <p:txBody>
          <a:bodyPr/>
          <a:lstStyle/>
          <a:p>
            <a:r>
              <a:rPr lang="zh-CN" altLang="en-US" sz="4000" u="sng">
                <a:latin typeface="宋体" panose="02010600030101010101" pitchFamily="2" charset="-122"/>
              </a:rPr>
              <a:t>分解的均匀</a:t>
            </a:r>
          </a:p>
        </p:txBody>
      </p:sp>
      <p:sp>
        <p:nvSpPr>
          <p:cNvPr id="84995" name="Rectangle 3">
            <a:extLst>
              <a:ext uri="{FF2B5EF4-FFF2-40B4-BE49-F238E27FC236}">
                <a16:creationId xmlns:a16="http://schemas.microsoft.com/office/drawing/2014/main" id="{DF227AD0-AC4A-41DC-AF08-F968B3892D81}"/>
              </a:ext>
            </a:extLst>
          </p:cNvPr>
          <p:cNvSpPr>
            <a:spLocks noGrp="1" noChangeArrowheads="1"/>
          </p:cNvSpPr>
          <p:nvPr>
            <p:ph idx="1"/>
          </p:nvPr>
        </p:nvSpPr>
        <p:spPr>
          <a:xfrm>
            <a:off x="990600" y="2057400"/>
            <a:ext cx="7848600" cy="2743200"/>
          </a:xfrm>
        </p:spPr>
        <p:txBody>
          <a:bodyPr/>
          <a:lstStyle/>
          <a:p>
            <a:pPr algn="just">
              <a:lnSpc>
                <a:spcPct val="90000"/>
              </a:lnSpc>
              <a:buFontTx/>
              <a:buNone/>
            </a:pPr>
            <a:r>
              <a:rPr lang="en-US" altLang="zh-CN" sz="3600">
                <a:latin typeface="宋体" panose="02010600030101010101" pitchFamily="2" charset="-122"/>
              </a:rPr>
              <a:t>  </a:t>
            </a:r>
            <a:r>
              <a:rPr lang="zh-CN" altLang="en-US" sz="3600">
                <a:latin typeface="宋体" panose="02010600030101010101" pitchFamily="2" charset="-122"/>
              </a:rPr>
              <a:t>即图中各个部分不均匀。  </a:t>
            </a:r>
          </a:p>
          <a:p>
            <a:pPr algn="just">
              <a:lnSpc>
                <a:spcPct val="90000"/>
              </a:lnSpc>
              <a:buFontTx/>
              <a:buNone/>
            </a:pPr>
            <a:r>
              <a:rPr lang="zh-CN" altLang="en-US" sz="3600">
                <a:latin typeface="宋体" panose="02010600030101010101" pitchFamily="2" charset="-122"/>
              </a:rPr>
              <a:t>    一张图中，如果某些加工已是基本加工（细节），而另一些加工还可进一步分解成三、四层，则应考虑重新分解。</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8E0FD5B6-5F7D-4F76-8758-DF590F150362}"/>
              </a:ext>
            </a:extLst>
          </p:cNvPr>
          <p:cNvSpPr>
            <a:spLocks noGrp="1" noChangeArrowheads="1"/>
          </p:cNvSpPr>
          <p:nvPr>
            <p:ph type="title"/>
          </p:nvPr>
        </p:nvSpPr>
        <p:spPr>
          <a:xfrm>
            <a:off x="1208088" y="609600"/>
            <a:ext cx="7227887" cy="1143000"/>
          </a:xfrm>
        </p:spPr>
        <p:txBody>
          <a:bodyPr/>
          <a:lstStyle/>
          <a:p>
            <a:r>
              <a:rPr lang="zh-CN" altLang="en-US" sz="4000" u="sng">
                <a:latin typeface="宋体" panose="02010600030101010101" pitchFamily="2" charset="-122"/>
              </a:rPr>
              <a:t>适当地命名</a:t>
            </a:r>
          </a:p>
        </p:txBody>
      </p:sp>
      <p:sp>
        <p:nvSpPr>
          <p:cNvPr id="86019" name="Rectangle 3">
            <a:extLst>
              <a:ext uri="{FF2B5EF4-FFF2-40B4-BE49-F238E27FC236}">
                <a16:creationId xmlns:a16="http://schemas.microsoft.com/office/drawing/2014/main" id="{3E257C8A-C072-48A6-8224-464DF315DAA8}"/>
              </a:ext>
            </a:extLst>
          </p:cNvPr>
          <p:cNvSpPr>
            <a:spLocks noGrp="1" noChangeArrowheads="1"/>
          </p:cNvSpPr>
          <p:nvPr>
            <p:ph idx="1"/>
          </p:nvPr>
        </p:nvSpPr>
        <p:spPr>
          <a:xfrm>
            <a:off x="990600" y="2057400"/>
            <a:ext cx="7848600" cy="2743200"/>
          </a:xfrm>
        </p:spPr>
        <p:txBody>
          <a:bodyPr/>
          <a:lstStyle/>
          <a:p>
            <a:pPr algn="just"/>
            <a:r>
              <a:rPr lang="en-US" altLang="zh-CN" sz="3600">
                <a:latin typeface="宋体" panose="02010600030101010101" pitchFamily="2" charset="-122"/>
              </a:rPr>
              <a:t> </a:t>
            </a:r>
            <a:r>
              <a:rPr lang="zh-CN" altLang="en-US" sz="3600">
                <a:latin typeface="宋体" panose="02010600030101010101" pitchFamily="2" charset="-122"/>
              </a:rPr>
              <a:t>名字的意义要明确，容易理解</a:t>
            </a:r>
          </a:p>
          <a:p>
            <a:pPr algn="just"/>
            <a:r>
              <a:rPr lang="zh-CN" altLang="en-US" sz="3600">
                <a:latin typeface="宋体" panose="02010600030101010101" pitchFamily="2" charset="-122"/>
              </a:rPr>
              <a:t> 如果难以为</a:t>
            </a:r>
            <a:r>
              <a:rPr lang="en-US" altLang="zh-CN" sz="3600">
                <a:latin typeface="宋体" panose="02010600030101010101" pitchFamily="2" charset="-122"/>
              </a:rPr>
              <a:t>DFD</a:t>
            </a:r>
            <a:r>
              <a:rPr lang="zh-CN" altLang="en-US" sz="3600">
                <a:latin typeface="宋体" panose="02010600030101010101" pitchFamily="2" charset="-122"/>
              </a:rPr>
              <a:t>图中的成分（</a:t>
            </a:r>
            <a:r>
              <a:rPr lang="zh-CN" altLang="en-US" sz="3600">
                <a:latin typeface="楷体_GB2312"/>
                <a:ea typeface="楷体_GB2312"/>
                <a:cs typeface="楷体_GB2312"/>
              </a:rPr>
              <a:t>数据流、加工</a:t>
            </a:r>
            <a:r>
              <a:rPr lang="zh-CN" altLang="en-US" sz="3600">
                <a:latin typeface="宋体" panose="02010600030101010101" pitchFamily="2" charset="-122"/>
              </a:rPr>
              <a:t>等）命名，往往说明分解不当， 可考虑重新分解。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BFC54187-8A54-4FFD-A498-994012C939FB}"/>
              </a:ext>
            </a:extLst>
          </p:cNvPr>
          <p:cNvSpPr>
            <a:spLocks noGrp="1" noChangeArrowheads="1"/>
          </p:cNvSpPr>
          <p:nvPr>
            <p:ph type="title"/>
          </p:nvPr>
        </p:nvSpPr>
        <p:spPr>
          <a:xfrm>
            <a:off x="1208088" y="609600"/>
            <a:ext cx="7227887" cy="1143000"/>
          </a:xfrm>
        </p:spPr>
        <p:txBody>
          <a:bodyPr/>
          <a:lstStyle/>
          <a:p>
            <a:r>
              <a:rPr lang="en-US" altLang="zh-CN" sz="4000"/>
              <a:t>3</a:t>
            </a:r>
            <a:r>
              <a:rPr lang="zh-CN" altLang="en-US" sz="4000"/>
              <a:t>）重新分解</a:t>
            </a:r>
            <a:endParaRPr lang="zh-CN" altLang="en-US" sz="4000">
              <a:latin typeface="宋体" panose="02010600030101010101" pitchFamily="2" charset="-122"/>
            </a:endParaRPr>
          </a:p>
        </p:txBody>
      </p:sp>
      <p:sp>
        <p:nvSpPr>
          <p:cNvPr id="87043" name="Rectangle 3">
            <a:extLst>
              <a:ext uri="{FF2B5EF4-FFF2-40B4-BE49-F238E27FC236}">
                <a16:creationId xmlns:a16="http://schemas.microsoft.com/office/drawing/2014/main" id="{6A1448FD-0597-4154-9970-D9E377958894}"/>
              </a:ext>
            </a:extLst>
          </p:cNvPr>
          <p:cNvSpPr>
            <a:spLocks noGrp="1" noChangeArrowheads="1"/>
          </p:cNvSpPr>
          <p:nvPr>
            <p:ph idx="1"/>
          </p:nvPr>
        </p:nvSpPr>
        <p:spPr>
          <a:xfrm>
            <a:off x="914400" y="2590800"/>
            <a:ext cx="7848600" cy="2057400"/>
          </a:xfrm>
        </p:spPr>
        <p:txBody>
          <a:bodyPr/>
          <a:lstStyle/>
          <a:p>
            <a:pPr algn="just">
              <a:buFontTx/>
              <a:buNone/>
            </a:pPr>
            <a:r>
              <a:rPr lang="en-US" altLang="zh-CN" sz="3600">
                <a:latin typeface="宋体" panose="02010600030101010101" pitchFamily="2" charset="-122"/>
              </a:rPr>
              <a:t>  </a:t>
            </a:r>
            <a:r>
              <a:rPr lang="zh-CN" altLang="en-US" sz="3600">
                <a:latin typeface="宋体" panose="02010600030101010101" pitchFamily="2" charset="-122"/>
              </a:rPr>
              <a:t>在画第</a:t>
            </a:r>
            <a:r>
              <a:rPr lang="en-US" altLang="zh-CN" sz="3600">
                <a:latin typeface="宋体" panose="02010600030101010101" pitchFamily="2" charset="-122"/>
              </a:rPr>
              <a:t>N</a:t>
            </a:r>
            <a:r>
              <a:rPr lang="zh-CN" altLang="en-US" sz="3600">
                <a:latin typeface="宋体" panose="02010600030101010101" pitchFamily="2" charset="-122"/>
              </a:rPr>
              <a:t>层时意识到在第</a:t>
            </a:r>
            <a:r>
              <a:rPr lang="en-US" altLang="zh-CN" sz="3600">
                <a:latin typeface="宋体" panose="02010600030101010101" pitchFamily="2" charset="-122"/>
              </a:rPr>
              <a:t>N-1</a:t>
            </a:r>
            <a:r>
              <a:rPr lang="zh-CN" altLang="en-US" sz="3600">
                <a:latin typeface="宋体" panose="02010600030101010101" pitchFamily="2" charset="-122"/>
              </a:rPr>
              <a:t>层或第</a:t>
            </a:r>
            <a:r>
              <a:rPr lang="en-US" altLang="zh-CN" sz="3600">
                <a:latin typeface="宋体" panose="02010600030101010101" pitchFamily="2" charset="-122"/>
              </a:rPr>
              <a:t>N-2</a:t>
            </a:r>
            <a:r>
              <a:rPr lang="zh-CN" altLang="en-US" sz="3600">
                <a:latin typeface="宋体" panose="02010600030101010101" pitchFamily="2" charset="-122"/>
              </a:rPr>
              <a:t>层所犯的错误，此时就需要对第</a:t>
            </a:r>
            <a:r>
              <a:rPr lang="en-US" altLang="zh-CN" sz="3600">
                <a:latin typeface="宋体" panose="02010600030101010101" pitchFamily="2" charset="-122"/>
              </a:rPr>
              <a:t>N-1</a:t>
            </a:r>
            <a:r>
              <a:rPr lang="zh-CN" altLang="en-US" sz="3600">
                <a:latin typeface="宋体" panose="02010600030101010101" pitchFamily="2" charset="-122"/>
              </a:rPr>
              <a:t>层、第</a:t>
            </a:r>
            <a:r>
              <a:rPr lang="en-US" altLang="zh-CN" sz="3600">
                <a:latin typeface="宋体" panose="02010600030101010101" pitchFamily="2" charset="-122"/>
              </a:rPr>
              <a:t>N-2</a:t>
            </a:r>
            <a:r>
              <a:rPr lang="zh-CN" altLang="en-US" sz="3600">
                <a:latin typeface="宋体" panose="02010600030101010101" pitchFamily="2" charset="-122"/>
              </a:rPr>
              <a:t>层作重新分解。</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46F962CD-7675-4897-BC1B-D803C7D1E35F}"/>
              </a:ext>
            </a:extLst>
          </p:cNvPr>
          <p:cNvSpPr>
            <a:spLocks noGrp="1" noChangeArrowheads="1"/>
          </p:cNvSpPr>
          <p:nvPr>
            <p:ph type="title"/>
          </p:nvPr>
        </p:nvSpPr>
        <p:spPr>
          <a:xfrm>
            <a:off x="1208088" y="609600"/>
            <a:ext cx="7227887" cy="1143000"/>
          </a:xfrm>
        </p:spPr>
        <p:txBody>
          <a:bodyPr/>
          <a:lstStyle/>
          <a:p>
            <a:r>
              <a:rPr lang="zh-CN" altLang="en-US" sz="4000" u="sng"/>
              <a:t>重新分解的做法</a:t>
            </a:r>
            <a:endParaRPr lang="zh-CN" altLang="en-US" sz="4000" u="sng">
              <a:latin typeface="宋体" panose="02010600030101010101" pitchFamily="2" charset="-122"/>
            </a:endParaRPr>
          </a:p>
        </p:txBody>
      </p:sp>
      <p:sp>
        <p:nvSpPr>
          <p:cNvPr id="88067" name="Rectangle 3">
            <a:extLst>
              <a:ext uri="{FF2B5EF4-FFF2-40B4-BE49-F238E27FC236}">
                <a16:creationId xmlns:a16="http://schemas.microsoft.com/office/drawing/2014/main" id="{DB55755F-0D72-41C3-A84F-5F5F9036FD59}"/>
              </a:ext>
            </a:extLst>
          </p:cNvPr>
          <p:cNvSpPr>
            <a:spLocks noGrp="1" noChangeArrowheads="1"/>
          </p:cNvSpPr>
          <p:nvPr>
            <p:ph idx="1"/>
          </p:nvPr>
        </p:nvSpPr>
        <p:spPr>
          <a:xfrm>
            <a:off x="914400" y="2667000"/>
            <a:ext cx="7848600" cy="2057400"/>
          </a:xfrm>
        </p:spPr>
        <p:txBody>
          <a:bodyPr/>
          <a:lstStyle/>
          <a:p>
            <a:pPr algn="just">
              <a:buFontTx/>
              <a:buNone/>
            </a:pPr>
            <a:r>
              <a:rPr lang="en-US" altLang="zh-CN" sz="3600">
                <a:latin typeface="宋体" panose="02010600030101010101" pitchFamily="2" charset="-122"/>
              </a:rPr>
              <a:t> (1)</a:t>
            </a:r>
            <a:r>
              <a:rPr lang="zh-CN" altLang="en-US" sz="3600">
                <a:latin typeface="宋体" panose="02010600030101010101" pitchFamily="2" charset="-122"/>
              </a:rPr>
              <a:t>把需要重新分解的某张图的所有子图连接成一张。</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3066F33D-6F43-4EC7-83CF-273FC4331C52}"/>
              </a:ext>
            </a:extLst>
          </p:cNvPr>
          <p:cNvSpPr>
            <a:spLocks noGrp="1" noChangeArrowheads="1"/>
          </p:cNvSpPr>
          <p:nvPr>
            <p:ph type="title"/>
          </p:nvPr>
        </p:nvSpPr>
        <p:spPr>
          <a:xfrm>
            <a:off x="1208088" y="609600"/>
            <a:ext cx="7227887" cy="1143000"/>
          </a:xfrm>
        </p:spPr>
        <p:txBody>
          <a:bodyPr/>
          <a:lstStyle/>
          <a:p>
            <a:r>
              <a:rPr lang="zh-CN" altLang="en-US" sz="4000" u="sng"/>
              <a:t>重新分解的做法</a:t>
            </a:r>
            <a:endParaRPr lang="zh-CN" altLang="en-US" sz="4000" u="sng">
              <a:latin typeface="宋体" panose="02010600030101010101" pitchFamily="2" charset="-122"/>
            </a:endParaRPr>
          </a:p>
        </p:txBody>
      </p:sp>
      <p:grpSp>
        <p:nvGrpSpPr>
          <p:cNvPr id="89091" name="Group 3">
            <a:extLst>
              <a:ext uri="{FF2B5EF4-FFF2-40B4-BE49-F238E27FC236}">
                <a16:creationId xmlns:a16="http://schemas.microsoft.com/office/drawing/2014/main" id="{87088961-7B18-4A77-B142-B91C6FB4FFFD}"/>
              </a:ext>
            </a:extLst>
          </p:cNvPr>
          <p:cNvGrpSpPr>
            <a:grpSpLocks/>
          </p:cNvGrpSpPr>
          <p:nvPr/>
        </p:nvGrpSpPr>
        <p:grpSpPr bwMode="auto">
          <a:xfrm>
            <a:off x="2057400" y="2819400"/>
            <a:ext cx="5575300" cy="2749550"/>
            <a:chOff x="1432" y="2146"/>
            <a:chExt cx="3512" cy="1732"/>
          </a:xfrm>
        </p:grpSpPr>
        <p:sp>
          <p:nvSpPr>
            <p:cNvPr id="89092" name="AutoShape 4">
              <a:extLst>
                <a:ext uri="{FF2B5EF4-FFF2-40B4-BE49-F238E27FC236}">
                  <a16:creationId xmlns:a16="http://schemas.microsoft.com/office/drawing/2014/main" id="{3039125A-3917-438E-B712-341FAED197DC}"/>
                </a:ext>
              </a:extLst>
            </p:cNvPr>
            <p:cNvSpPr>
              <a:spLocks noChangeArrowheads="1"/>
            </p:cNvSpPr>
            <p:nvPr/>
          </p:nvSpPr>
          <p:spPr bwMode="auto">
            <a:xfrm>
              <a:off x="1862" y="2386"/>
              <a:ext cx="384" cy="384"/>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1</a:t>
              </a:r>
            </a:p>
          </p:txBody>
        </p:sp>
        <p:sp>
          <p:nvSpPr>
            <p:cNvPr id="89093" name="AutoShape 5">
              <a:extLst>
                <a:ext uri="{FF2B5EF4-FFF2-40B4-BE49-F238E27FC236}">
                  <a16:creationId xmlns:a16="http://schemas.microsoft.com/office/drawing/2014/main" id="{B7228FB6-0DA0-48B2-86F0-62C0D01951E4}"/>
                </a:ext>
              </a:extLst>
            </p:cNvPr>
            <p:cNvSpPr>
              <a:spLocks noChangeArrowheads="1"/>
            </p:cNvSpPr>
            <p:nvPr/>
          </p:nvSpPr>
          <p:spPr bwMode="auto">
            <a:xfrm>
              <a:off x="2966" y="2818"/>
              <a:ext cx="384" cy="384"/>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2</a:t>
              </a:r>
            </a:p>
          </p:txBody>
        </p:sp>
        <p:sp>
          <p:nvSpPr>
            <p:cNvPr id="89094" name="AutoShape 6">
              <a:extLst>
                <a:ext uri="{FF2B5EF4-FFF2-40B4-BE49-F238E27FC236}">
                  <a16:creationId xmlns:a16="http://schemas.microsoft.com/office/drawing/2014/main" id="{92F05FE7-2D14-4992-9113-4A39706558DD}"/>
                </a:ext>
              </a:extLst>
            </p:cNvPr>
            <p:cNvSpPr>
              <a:spLocks noChangeArrowheads="1"/>
            </p:cNvSpPr>
            <p:nvPr/>
          </p:nvSpPr>
          <p:spPr bwMode="auto">
            <a:xfrm>
              <a:off x="2294" y="3394"/>
              <a:ext cx="384" cy="384"/>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3</a:t>
              </a:r>
            </a:p>
          </p:txBody>
        </p:sp>
        <p:sp>
          <p:nvSpPr>
            <p:cNvPr id="89095" name="AutoShape 7">
              <a:extLst>
                <a:ext uri="{FF2B5EF4-FFF2-40B4-BE49-F238E27FC236}">
                  <a16:creationId xmlns:a16="http://schemas.microsoft.com/office/drawing/2014/main" id="{62C71E15-30D8-4C4F-939A-5261CD5FC692}"/>
                </a:ext>
              </a:extLst>
            </p:cNvPr>
            <p:cNvSpPr>
              <a:spLocks noChangeArrowheads="1"/>
            </p:cNvSpPr>
            <p:nvPr/>
          </p:nvSpPr>
          <p:spPr bwMode="auto">
            <a:xfrm>
              <a:off x="4070" y="2962"/>
              <a:ext cx="384" cy="384"/>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5</a:t>
              </a:r>
            </a:p>
          </p:txBody>
        </p:sp>
        <p:sp>
          <p:nvSpPr>
            <p:cNvPr id="89096" name="AutoShape 8">
              <a:extLst>
                <a:ext uri="{FF2B5EF4-FFF2-40B4-BE49-F238E27FC236}">
                  <a16:creationId xmlns:a16="http://schemas.microsoft.com/office/drawing/2014/main" id="{FF1CD335-AD41-49B2-9C7E-0C6A34F48146}"/>
                </a:ext>
              </a:extLst>
            </p:cNvPr>
            <p:cNvSpPr>
              <a:spLocks noChangeArrowheads="1"/>
            </p:cNvSpPr>
            <p:nvPr/>
          </p:nvSpPr>
          <p:spPr bwMode="auto">
            <a:xfrm>
              <a:off x="3782" y="2146"/>
              <a:ext cx="384" cy="384"/>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4</a:t>
              </a:r>
            </a:p>
          </p:txBody>
        </p:sp>
        <p:sp>
          <p:nvSpPr>
            <p:cNvPr id="89097" name="Line 9">
              <a:extLst>
                <a:ext uri="{FF2B5EF4-FFF2-40B4-BE49-F238E27FC236}">
                  <a16:creationId xmlns:a16="http://schemas.microsoft.com/office/drawing/2014/main" id="{FDA2C514-C17A-4422-852F-52FD0BF59C08}"/>
                </a:ext>
              </a:extLst>
            </p:cNvPr>
            <p:cNvSpPr>
              <a:spLocks noChangeShapeType="1"/>
            </p:cNvSpPr>
            <p:nvPr/>
          </p:nvSpPr>
          <p:spPr bwMode="auto">
            <a:xfrm>
              <a:off x="1526" y="2530"/>
              <a:ext cx="336"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9098" name="Line 10">
              <a:extLst>
                <a:ext uri="{FF2B5EF4-FFF2-40B4-BE49-F238E27FC236}">
                  <a16:creationId xmlns:a16="http://schemas.microsoft.com/office/drawing/2014/main" id="{531D74E4-E4DB-48A7-81D9-EE729A293E54}"/>
                </a:ext>
              </a:extLst>
            </p:cNvPr>
            <p:cNvSpPr>
              <a:spLocks noChangeShapeType="1"/>
            </p:cNvSpPr>
            <p:nvPr/>
          </p:nvSpPr>
          <p:spPr bwMode="auto">
            <a:xfrm flipV="1">
              <a:off x="1526" y="2674"/>
              <a:ext cx="336"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9099" name="Line 11">
              <a:extLst>
                <a:ext uri="{FF2B5EF4-FFF2-40B4-BE49-F238E27FC236}">
                  <a16:creationId xmlns:a16="http://schemas.microsoft.com/office/drawing/2014/main" id="{0A89E945-29B1-4692-9EDF-A1B73A13E88A}"/>
                </a:ext>
              </a:extLst>
            </p:cNvPr>
            <p:cNvSpPr>
              <a:spLocks noChangeShapeType="1"/>
            </p:cNvSpPr>
            <p:nvPr/>
          </p:nvSpPr>
          <p:spPr bwMode="auto">
            <a:xfrm flipV="1">
              <a:off x="1944" y="3734"/>
              <a:ext cx="432"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9100" name="Line 12">
              <a:extLst>
                <a:ext uri="{FF2B5EF4-FFF2-40B4-BE49-F238E27FC236}">
                  <a16:creationId xmlns:a16="http://schemas.microsoft.com/office/drawing/2014/main" id="{1FC9696C-3104-43DE-B427-3653F623E562}"/>
                </a:ext>
              </a:extLst>
            </p:cNvPr>
            <p:cNvSpPr>
              <a:spLocks noChangeShapeType="1"/>
            </p:cNvSpPr>
            <p:nvPr/>
          </p:nvSpPr>
          <p:spPr bwMode="auto">
            <a:xfrm flipV="1">
              <a:off x="2294" y="3058"/>
              <a:ext cx="672"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9101" name="Line 13">
              <a:extLst>
                <a:ext uri="{FF2B5EF4-FFF2-40B4-BE49-F238E27FC236}">
                  <a16:creationId xmlns:a16="http://schemas.microsoft.com/office/drawing/2014/main" id="{FA60B0EF-42C1-4EC7-840A-860DB69D3068}"/>
                </a:ext>
              </a:extLst>
            </p:cNvPr>
            <p:cNvSpPr>
              <a:spLocks noChangeShapeType="1"/>
            </p:cNvSpPr>
            <p:nvPr/>
          </p:nvSpPr>
          <p:spPr bwMode="auto">
            <a:xfrm flipV="1">
              <a:off x="2630" y="3154"/>
              <a:ext cx="384"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9102" name="Freeform 14">
              <a:extLst>
                <a:ext uri="{FF2B5EF4-FFF2-40B4-BE49-F238E27FC236}">
                  <a16:creationId xmlns:a16="http://schemas.microsoft.com/office/drawing/2014/main" id="{D274B73E-E72C-400F-BF4D-F8237152A6D4}"/>
                </a:ext>
              </a:extLst>
            </p:cNvPr>
            <p:cNvSpPr>
              <a:spLocks/>
            </p:cNvSpPr>
            <p:nvPr/>
          </p:nvSpPr>
          <p:spPr bwMode="auto">
            <a:xfrm>
              <a:off x="2246" y="2554"/>
              <a:ext cx="816" cy="264"/>
            </a:xfrm>
            <a:custGeom>
              <a:avLst/>
              <a:gdLst>
                <a:gd name="T0" fmla="*/ 816 w 816"/>
                <a:gd name="T1" fmla="*/ 264 h 264"/>
                <a:gd name="T2" fmla="*/ 720 w 816"/>
                <a:gd name="T3" fmla="*/ 168 h 264"/>
                <a:gd name="T4" fmla="*/ 480 w 816"/>
                <a:gd name="T5" fmla="*/ 24 h 264"/>
                <a:gd name="T6" fmla="*/ 96 w 816"/>
                <a:gd name="T7" fmla="*/ 24 h 264"/>
                <a:gd name="T8" fmla="*/ 0 w 816"/>
                <a:gd name="T9" fmla="*/ 24 h 264"/>
              </a:gdLst>
              <a:ahLst/>
              <a:cxnLst>
                <a:cxn ang="0">
                  <a:pos x="T0" y="T1"/>
                </a:cxn>
                <a:cxn ang="0">
                  <a:pos x="T2" y="T3"/>
                </a:cxn>
                <a:cxn ang="0">
                  <a:pos x="T4" y="T5"/>
                </a:cxn>
                <a:cxn ang="0">
                  <a:pos x="T6" y="T7"/>
                </a:cxn>
                <a:cxn ang="0">
                  <a:pos x="T8" y="T9"/>
                </a:cxn>
              </a:cxnLst>
              <a:rect l="0" t="0" r="r" b="b"/>
              <a:pathLst>
                <a:path w="816" h="264">
                  <a:moveTo>
                    <a:pt x="816" y="264"/>
                  </a:moveTo>
                  <a:cubicBezTo>
                    <a:pt x="796" y="236"/>
                    <a:pt x="776" y="208"/>
                    <a:pt x="720" y="168"/>
                  </a:cubicBezTo>
                  <a:cubicBezTo>
                    <a:pt x="664" y="128"/>
                    <a:pt x="584" y="48"/>
                    <a:pt x="480" y="24"/>
                  </a:cubicBezTo>
                  <a:cubicBezTo>
                    <a:pt x="376" y="0"/>
                    <a:pt x="176" y="24"/>
                    <a:pt x="96" y="24"/>
                  </a:cubicBezTo>
                  <a:cubicBezTo>
                    <a:pt x="16" y="24"/>
                    <a:pt x="16" y="24"/>
                    <a:pt x="0" y="24"/>
                  </a:cubicBezTo>
                </a:path>
              </a:pathLst>
            </a:custGeom>
            <a:noFill/>
            <a:ln w="9525">
              <a:solidFill>
                <a:schemeClr val="tx1"/>
              </a:solidFill>
              <a:round/>
              <a:headEnd/>
              <a:tailEnd type="triangl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9103" name="Freeform 15">
              <a:extLst>
                <a:ext uri="{FF2B5EF4-FFF2-40B4-BE49-F238E27FC236}">
                  <a16:creationId xmlns:a16="http://schemas.microsoft.com/office/drawing/2014/main" id="{28EC3766-D56F-4BBE-BEAA-722A8A2E03D8}"/>
                </a:ext>
              </a:extLst>
            </p:cNvPr>
            <p:cNvSpPr>
              <a:spLocks/>
            </p:cNvSpPr>
            <p:nvPr/>
          </p:nvSpPr>
          <p:spPr bwMode="auto">
            <a:xfrm>
              <a:off x="2198" y="2722"/>
              <a:ext cx="768" cy="288"/>
            </a:xfrm>
            <a:custGeom>
              <a:avLst/>
              <a:gdLst>
                <a:gd name="T0" fmla="*/ 0 w 768"/>
                <a:gd name="T1" fmla="*/ 0 h 288"/>
                <a:gd name="T2" fmla="*/ 144 w 768"/>
                <a:gd name="T3" fmla="*/ 96 h 288"/>
                <a:gd name="T4" fmla="*/ 384 w 768"/>
                <a:gd name="T5" fmla="*/ 192 h 288"/>
                <a:gd name="T6" fmla="*/ 768 w 768"/>
                <a:gd name="T7" fmla="*/ 288 h 288"/>
              </a:gdLst>
              <a:ahLst/>
              <a:cxnLst>
                <a:cxn ang="0">
                  <a:pos x="T0" y="T1"/>
                </a:cxn>
                <a:cxn ang="0">
                  <a:pos x="T2" y="T3"/>
                </a:cxn>
                <a:cxn ang="0">
                  <a:pos x="T4" y="T5"/>
                </a:cxn>
                <a:cxn ang="0">
                  <a:pos x="T6" y="T7"/>
                </a:cxn>
              </a:cxnLst>
              <a:rect l="0" t="0" r="r" b="b"/>
              <a:pathLst>
                <a:path w="768" h="288">
                  <a:moveTo>
                    <a:pt x="0" y="0"/>
                  </a:moveTo>
                  <a:cubicBezTo>
                    <a:pt x="40" y="32"/>
                    <a:pt x="80" y="64"/>
                    <a:pt x="144" y="96"/>
                  </a:cubicBezTo>
                  <a:cubicBezTo>
                    <a:pt x="208" y="128"/>
                    <a:pt x="280" y="160"/>
                    <a:pt x="384" y="192"/>
                  </a:cubicBezTo>
                  <a:cubicBezTo>
                    <a:pt x="488" y="224"/>
                    <a:pt x="704" y="272"/>
                    <a:pt x="768" y="288"/>
                  </a:cubicBezTo>
                </a:path>
              </a:pathLst>
            </a:custGeom>
            <a:noFill/>
            <a:ln w="9525">
              <a:solidFill>
                <a:schemeClr val="tx1"/>
              </a:solidFill>
              <a:round/>
              <a:headEnd/>
              <a:tailEnd type="triangl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9104" name="Line 16">
              <a:extLst>
                <a:ext uri="{FF2B5EF4-FFF2-40B4-BE49-F238E27FC236}">
                  <a16:creationId xmlns:a16="http://schemas.microsoft.com/office/drawing/2014/main" id="{06445E50-0A89-457D-B4CF-E3C4053EA541}"/>
                </a:ext>
              </a:extLst>
            </p:cNvPr>
            <p:cNvSpPr>
              <a:spLocks noChangeShapeType="1"/>
            </p:cNvSpPr>
            <p:nvPr/>
          </p:nvSpPr>
          <p:spPr bwMode="auto">
            <a:xfrm>
              <a:off x="2266" y="2674"/>
              <a:ext cx="72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9105" name="Freeform 17">
              <a:extLst>
                <a:ext uri="{FF2B5EF4-FFF2-40B4-BE49-F238E27FC236}">
                  <a16:creationId xmlns:a16="http://schemas.microsoft.com/office/drawing/2014/main" id="{8BF2DBE0-57DA-452D-B218-D54847A6F55D}"/>
                </a:ext>
              </a:extLst>
            </p:cNvPr>
            <p:cNvSpPr>
              <a:spLocks/>
            </p:cNvSpPr>
            <p:nvPr/>
          </p:nvSpPr>
          <p:spPr bwMode="auto">
            <a:xfrm>
              <a:off x="2678" y="3202"/>
              <a:ext cx="432" cy="384"/>
            </a:xfrm>
            <a:custGeom>
              <a:avLst/>
              <a:gdLst>
                <a:gd name="T0" fmla="*/ 0 w 432"/>
                <a:gd name="T1" fmla="*/ 384 h 384"/>
                <a:gd name="T2" fmla="*/ 240 w 432"/>
                <a:gd name="T3" fmla="*/ 288 h 384"/>
                <a:gd name="T4" fmla="*/ 432 w 432"/>
                <a:gd name="T5" fmla="*/ 0 h 384"/>
              </a:gdLst>
              <a:ahLst/>
              <a:cxnLst>
                <a:cxn ang="0">
                  <a:pos x="T0" y="T1"/>
                </a:cxn>
                <a:cxn ang="0">
                  <a:pos x="T2" y="T3"/>
                </a:cxn>
                <a:cxn ang="0">
                  <a:pos x="T4" y="T5"/>
                </a:cxn>
              </a:cxnLst>
              <a:rect l="0" t="0" r="r" b="b"/>
              <a:pathLst>
                <a:path w="432" h="384">
                  <a:moveTo>
                    <a:pt x="0" y="384"/>
                  </a:moveTo>
                  <a:cubicBezTo>
                    <a:pt x="84" y="368"/>
                    <a:pt x="168" y="352"/>
                    <a:pt x="240" y="288"/>
                  </a:cubicBezTo>
                  <a:cubicBezTo>
                    <a:pt x="312" y="224"/>
                    <a:pt x="400" y="48"/>
                    <a:pt x="432" y="0"/>
                  </a:cubicBezTo>
                </a:path>
              </a:pathLst>
            </a:custGeom>
            <a:noFill/>
            <a:ln w="9525">
              <a:solidFill>
                <a:schemeClr val="tx1"/>
              </a:solidFill>
              <a:round/>
              <a:headEnd/>
              <a:tailEnd type="triangl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9106" name="Line 18">
              <a:extLst>
                <a:ext uri="{FF2B5EF4-FFF2-40B4-BE49-F238E27FC236}">
                  <a16:creationId xmlns:a16="http://schemas.microsoft.com/office/drawing/2014/main" id="{F27AC1B8-EAB5-4A0D-9181-0B0BDD9549A7}"/>
                </a:ext>
              </a:extLst>
            </p:cNvPr>
            <p:cNvSpPr>
              <a:spLocks noChangeShapeType="1"/>
            </p:cNvSpPr>
            <p:nvPr/>
          </p:nvSpPr>
          <p:spPr bwMode="auto">
            <a:xfrm flipV="1">
              <a:off x="3302" y="2482"/>
              <a:ext cx="528"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9107" name="Line 19">
              <a:extLst>
                <a:ext uri="{FF2B5EF4-FFF2-40B4-BE49-F238E27FC236}">
                  <a16:creationId xmlns:a16="http://schemas.microsoft.com/office/drawing/2014/main" id="{51B91C32-B9F5-4113-9F88-18AF3B8B1BC2}"/>
                </a:ext>
              </a:extLst>
            </p:cNvPr>
            <p:cNvSpPr>
              <a:spLocks noChangeShapeType="1"/>
            </p:cNvSpPr>
            <p:nvPr/>
          </p:nvSpPr>
          <p:spPr bwMode="auto">
            <a:xfrm>
              <a:off x="3350" y="3010"/>
              <a:ext cx="72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9108" name="Line 20">
              <a:extLst>
                <a:ext uri="{FF2B5EF4-FFF2-40B4-BE49-F238E27FC236}">
                  <a16:creationId xmlns:a16="http://schemas.microsoft.com/office/drawing/2014/main" id="{DC9AD051-85D9-42B7-A3D5-FAAD055D7DD6}"/>
                </a:ext>
              </a:extLst>
            </p:cNvPr>
            <p:cNvSpPr>
              <a:spLocks noChangeShapeType="1"/>
            </p:cNvSpPr>
            <p:nvPr/>
          </p:nvSpPr>
          <p:spPr bwMode="auto">
            <a:xfrm>
              <a:off x="3302" y="3154"/>
              <a:ext cx="48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9109" name="Line 21">
              <a:extLst>
                <a:ext uri="{FF2B5EF4-FFF2-40B4-BE49-F238E27FC236}">
                  <a16:creationId xmlns:a16="http://schemas.microsoft.com/office/drawing/2014/main" id="{370A382A-E1B1-4E07-8E20-35E087887D3D}"/>
                </a:ext>
              </a:extLst>
            </p:cNvPr>
            <p:cNvSpPr>
              <a:spLocks noChangeShapeType="1"/>
            </p:cNvSpPr>
            <p:nvPr/>
          </p:nvSpPr>
          <p:spPr bwMode="auto">
            <a:xfrm flipV="1">
              <a:off x="4454" y="3058"/>
              <a:ext cx="288"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9110" name="Line 22">
              <a:extLst>
                <a:ext uri="{FF2B5EF4-FFF2-40B4-BE49-F238E27FC236}">
                  <a16:creationId xmlns:a16="http://schemas.microsoft.com/office/drawing/2014/main" id="{A26E1C7E-FC8C-4537-BDD1-1005CF6DC7DB}"/>
                </a:ext>
              </a:extLst>
            </p:cNvPr>
            <p:cNvSpPr>
              <a:spLocks noChangeShapeType="1"/>
            </p:cNvSpPr>
            <p:nvPr/>
          </p:nvSpPr>
          <p:spPr bwMode="auto">
            <a:xfrm flipV="1">
              <a:off x="4118" y="2146"/>
              <a:ext cx="288"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9111" name="Line 23">
              <a:extLst>
                <a:ext uri="{FF2B5EF4-FFF2-40B4-BE49-F238E27FC236}">
                  <a16:creationId xmlns:a16="http://schemas.microsoft.com/office/drawing/2014/main" id="{08A15A59-E228-4382-BCCF-67410B3CDD33}"/>
                </a:ext>
              </a:extLst>
            </p:cNvPr>
            <p:cNvSpPr>
              <a:spLocks noChangeShapeType="1"/>
            </p:cNvSpPr>
            <p:nvPr/>
          </p:nvSpPr>
          <p:spPr bwMode="auto">
            <a:xfrm>
              <a:off x="4070" y="2530"/>
              <a:ext cx="192"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9112" name="Text Box 24">
              <a:extLst>
                <a:ext uri="{FF2B5EF4-FFF2-40B4-BE49-F238E27FC236}">
                  <a16:creationId xmlns:a16="http://schemas.microsoft.com/office/drawing/2014/main" id="{7563DDAA-2CB1-41A8-B8B6-55964039988D}"/>
                </a:ext>
              </a:extLst>
            </p:cNvPr>
            <p:cNvSpPr txBox="1">
              <a:spLocks noChangeArrowheads="1"/>
            </p:cNvSpPr>
            <p:nvPr/>
          </p:nvSpPr>
          <p:spPr bwMode="auto">
            <a:xfrm>
              <a:off x="1432" y="231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A</a:t>
              </a:r>
            </a:p>
          </p:txBody>
        </p:sp>
        <p:sp>
          <p:nvSpPr>
            <p:cNvPr id="89113" name="Text Box 25">
              <a:extLst>
                <a:ext uri="{FF2B5EF4-FFF2-40B4-BE49-F238E27FC236}">
                  <a16:creationId xmlns:a16="http://schemas.microsoft.com/office/drawing/2014/main" id="{03B6EC93-9FC2-4364-92FA-1E556ADC86C7}"/>
                </a:ext>
              </a:extLst>
            </p:cNvPr>
            <p:cNvSpPr txBox="1">
              <a:spLocks noChangeArrowheads="1"/>
            </p:cNvSpPr>
            <p:nvPr/>
          </p:nvSpPr>
          <p:spPr bwMode="auto">
            <a:xfrm>
              <a:off x="1440" y="2614"/>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B</a:t>
              </a:r>
            </a:p>
          </p:txBody>
        </p:sp>
        <p:sp>
          <p:nvSpPr>
            <p:cNvPr id="89114" name="Text Box 26">
              <a:extLst>
                <a:ext uri="{FF2B5EF4-FFF2-40B4-BE49-F238E27FC236}">
                  <a16:creationId xmlns:a16="http://schemas.microsoft.com/office/drawing/2014/main" id="{BB007EFF-BE43-4232-BA12-A5C15DEDAE4C}"/>
                </a:ext>
              </a:extLst>
            </p:cNvPr>
            <p:cNvSpPr txBox="1">
              <a:spLocks noChangeArrowheads="1"/>
            </p:cNvSpPr>
            <p:nvPr/>
          </p:nvSpPr>
          <p:spPr bwMode="auto">
            <a:xfrm>
              <a:off x="2678" y="2374"/>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H</a:t>
              </a:r>
            </a:p>
          </p:txBody>
        </p:sp>
        <p:sp>
          <p:nvSpPr>
            <p:cNvPr id="89115" name="Text Box 27">
              <a:extLst>
                <a:ext uri="{FF2B5EF4-FFF2-40B4-BE49-F238E27FC236}">
                  <a16:creationId xmlns:a16="http://schemas.microsoft.com/office/drawing/2014/main" id="{001BF9C1-CE83-44A5-8524-86702DAE7068}"/>
                </a:ext>
              </a:extLst>
            </p:cNvPr>
            <p:cNvSpPr txBox="1">
              <a:spLocks noChangeArrowheads="1"/>
            </p:cNvSpPr>
            <p:nvPr/>
          </p:nvSpPr>
          <p:spPr bwMode="auto">
            <a:xfrm>
              <a:off x="2274" y="2806"/>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J</a:t>
              </a:r>
            </a:p>
          </p:txBody>
        </p:sp>
        <p:sp>
          <p:nvSpPr>
            <p:cNvPr id="89116" name="Text Box 28">
              <a:extLst>
                <a:ext uri="{FF2B5EF4-FFF2-40B4-BE49-F238E27FC236}">
                  <a16:creationId xmlns:a16="http://schemas.microsoft.com/office/drawing/2014/main" id="{6D3DFF0A-C7B4-4017-82B9-C3C6CAFAE7AA}"/>
                </a:ext>
              </a:extLst>
            </p:cNvPr>
            <p:cNvSpPr txBox="1">
              <a:spLocks noChangeArrowheads="1"/>
            </p:cNvSpPr>
            <p:nvPr/>
          </p:nvSpPr>
          <p:spPr bwMode="auto">
            <a:xfrm>
              <a:off x="2496" y="2562"/>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I</a:t>
              </a:r>
            </a:p>
          </p:txBody>
        </p:sp>
        <p:sp>
          <p:nvSpPr>
            <p:cNvPr id="89117" name="Text Box 29">
              <a:extLst>
                <a:ext uri="{FF2B5EF4-FFF2-40B4-BE49-F238E27FC236}">
                  <a16:creationId xmlns:a16="http://schemas.microsoft.com/office/drawing/2014/main" id="{3C445EC2-42B9-4872-8B7B-1DA9FB57848D}"/>
                </a:ext>
              </a:extLst>
            </p:cNvPr>
            <p:cNvSpPr txBox="1">
              <a:spLocks noChangeArrowheads="1"/>
            </p:cNvSpPr>
            <p:nvPr/>
          </p:nvSpPr>
          <p:spPr bwMode="auto">
            <a:xfrm>
              <a:off x="2352" y="295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C</a:t>
              </a:r>
            </a:p>
          </p:txBody>
        </p:sp>
        <p:sp>
          <p:nvSpPr>
            <p:cNvPr id="89118" name="Text Box 30">
              <a:extLst>
                <a:ext uri="{FF2B5EF4-FFF2-40B4-BE49-F238E27FC236}">
                  <a16:creationId xmlns:a16="http://schemas.microsoft.com/office/drawing/2014/main" id="{99BCD8C0-CD17-452D-90F2-28818F189CF8}"/>
                </a:ext>
              </a:extLst>
            </p:cNvPr>
            <p:cNvSpPr txBox="1">
              <a:spLocks noChangeArrowheads="1"/>
            </p:cNvSpPr>
            <p:nvPr/>
          </p:nvSpPr>
          <p:spPr bwMode="auto">
            <a:xfrm>
              <a:off x="1930" y="3612"/>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D</a:t>
              </a:r>
            </a:p>
          </p:txBody>
        </p:sp>
        <p:sp>
          <p:nvSpPr>
            <p:cNvPr id="89119" name="Text Box 31">
              <a:extLst>
                <a:ext uri="{FF2B5EF4-FFF2-40B4-BE49-F238E27FC236}">
                  <a16:creationId xmlns:a16="http://schemas.microsoft.com/office/drawing/2014/main" id="{1C18174A-3AFC-4B2A-9639-FFF0B0945077}"/>
                </a:ext>
              </a:extLst>
            </p:cNvPr>
            <p:cNvSpPr txBox="1">
              <a:spLocks noChangeArrowheads="1"/>
            </p:cNvSpPr>
            <p:nvPr/>
          </p:nvSpPr>
          <p:spPr bwMode="auto">
            <a:xfrm>
              <a:off x="2602" y="3140"/>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K</a:t>
              </a:r>
            </a:p>
          </p:txBody>
        </p:sp>
        <p:sp>
          <p:nvSpPr>
            <p:cNvPr id="89120" name="Text Box 32">
              <a:extLst>
                <a:ext uri="{FF2B5EF4-FFF2-40B4-BE49-F238E27FC236}">
                  <a16:creationId xmlns:a16="http://schemas.microsoft.com/office/drawing/2014/main" id="{71B3B57A-2373-4565-8853-4D7620B4912F}"/>
                </a:ext>
              </a:extLst>
            </p:cNvPr>
            <p:cNvSpPr txBox="1">
              <a:spLocks noChangeArrowheads="1"/>
            </p:cNvSpPr>
            <p:nvPr/>
          </p:nvSpPr>
          <p:spPr bwMode="auto">
            <a:xfrm>
              <a:off x="2880" y="342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L</a:t>
              </a:r>
            </a:p>
          </p:txBody>
        </p:sp>
        <p:sp>
          <p:nvSpPr>
            <p:cNvPr id="89121" name="Text Box 33">
              <a:extLst>
                <a:ext uri="{FF2B5EF4-FFF2-40B4-BE49-F238E27FC236}">
                  <a16:creationId xmlns:a16="http://schemas.microsoft.com/office/drawing/2014/main" id="{55682399-D6D5-4AFB-8526-9F4616AF52EC}"/>
                </a:ext>
              </a:extLst>
            </p:cNvPr>
            <p:cNvSpPr txBox="1">
              <a:spLocks noChangeArrowheads="1"/>
            </p:cNvSpPr>
            <p:nvPr/>
          </p:nvSpPr>
          <p:spPr bwMode="auto">
            <a:xfrm>
              <a:off x="3360" y="24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N</a:t>
              </a:r>
            </a:p>
          </p:txBody>
        </p:sp>
        <p:sp>
          <p:nvSpPr>
            <p:cNvPr id="89122" name="Text Box 34">
              <a:extLst>
                <a:ext uri="{FF2B5EF4-FFF2-40B4-BE49-F238E27FC236}">
                  <a16:creationId xmlns:a16="http://schemas.microsoft.com/office/drawing/2014/main" id="{B238A5DC-766A-4BFC-ABB3-271480E03C7B}"/>
                </a:ext>
              </a:extLst>
            </p:cNvPr>
            <p:cNvSpPr txBox="1">
              <a:spLocks noChangeArrowheads="1"/>
            </p:cNvSpPr>
            <p:nvPr/>
          </p:nvSpPr>
          <p:spPr bwMode="auto">
            <a:xfrm>
              <a:off x="3622" y="2864"/>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M</a:t>
              </a:r>
            </a:p>
          </p:txBody>
        </p:sp>
        <p:sp>
          <p:nvSpPr>
            <p:cNvPr id="89123" name="Text Box 35">
              <a:extLst>
                <a:ext uri="{FF2B5EF4-FFF2-40B4-BE49-F238E27FC236}">
                  <a16:creationId xmlns:a16="http://schemas.microsoft.com/office/drawing/2014/main" id="{A9D46E27-4241-424E-9F67-A5B810717722}"/>
                </a:ext>
              </a:extLst>
            </p:cNvPr>
            <p:cNvSpPr txBox="1">
              <a:spLocks noChangeArrowheads="1"/>
            </p:cNvSpPr>
            <p:nvPr/>
          </p:nvSpPr>
          <p:spPr bwMode="auto">
            <a:xfrm>
              <a:off x="4128" y="2544"/>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P</a:t>
              </a:r>
            </a:p>
          </p:txBody>
        </p:sp>
        <p:sp>
          <p:nvSpPr>
            <p:cNvPr id="89124" name="Text Box 36">
              <a:extLst>
                <a:ext uri="{FF2B5EF4-FFF2-40B4-BE49-F238E27FC236}">
                  <a16:creationId xmlns:a16="http://schemas.microsoft.com/office/drawing/2014/main" id="{8738DE8D-8BE3-424D-A3C3-C61ED6885052}"/>
                </a:ext>
              </a:extLst>
            </p:cNvPr>
            <p:cNvSpPr txBox="1">
              <a:spLocks noChangeArrowheads="1"/>
            </p:cNvSpPr>
            <p:nvPr/>
          </p:nvSpPr>
          <p:spPr bwMode="auto">
            <a:xfrm>
              <a:off x="3532" y="3362"/>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E</a:t>
              </a:r>
            </a:p>
          </p:txBody>
        </p:sp>
        <p:sp>
          <p:nvSpPr>
            <p:cNvPr id="89125" name="Text Box 37">
              <a:extLst>
                <a:ext uri="{FF2B5EF4-FFF2-40B4-BE49-F238E27FC236}">
                  <a16:creationId xmlns:a16="http://schemas.microsoft.com/office/drawing/2014/main" id="{4B21B6F6-C52D-4F03-AC51-B3B4CA21E4A2}"/>
                </a:ext>
              </a:extLst>
            </p:cNvPr>
            <p:cNvSpPr txBox="1">
              <a:spLocks noChangeArrowheads="1"/>
            </p:cNvSpPr>
            <p:nvPr/>
          </p:nvSpPr>
          <p:spPr bwMode="auto">
            <a:xfrm>
              <a:off x="4704" y="2880"/>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F</a:t>
              </a:r>
            </a:p>
          </p:txBody>
        </p:sp>
      </p:grpSp>
      <p:sp>
        <p:nvSpPr>
          <p:cNvPr id="89126" name="Text Box 38">
            <a:extLst>
              <a:ext uri="{FF2B5EF4-FFF2-40B4-BE49-F238E27FC236}">
                <a16:creationId xmlns:a16="http://schemas.microsoft.com/office/drawing/2014/main" id="{17DE23FA-740A-4ED6-8144-AA7FAC7D4F9F}"/>
              </a:ext>
            </a:extLst>
          </p:cNvPr>
          <p:cNvSpPr txBox="1">
            <a:spLocks noChangeArrowheads="1"/>
          </p:cNvSpPr>
          <p:nvPr/>
        </p:nvSpPr>
        <p:spPr bwMode="auto">
          <a:xfrm>
            <a:off x="1752600" y="1981200"/>
            <a:ext cx="144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zh-CN" altLang="en-US" sz="2800" b="1">
                <a:latin typeface="Arial Narrow" panose="020B0606020202030204" pitchFamily="34" charset="0"/>
              </a:rPr>
              <a:t>父图</a:t>
            </a:r>
            <a:r>
              <a:rPr lang="zh-CN" altLang="en-US" sz="2800" b="1">
                <a:latin typeface="Arial Narrow" panose="020B0606020202030204" pitchFamily="34" charset="0"/>
                <a:ea typeface="黑体" panose="02010609060101010101" pitchFamily="49" charset="-122"/>
              </a:rPr>
              <a: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9A0335F2-E770-48FC-A10A-965BA963E46E}"/>
              </a:ext>
            </a:extLst>
          </p:cNvPr>
          <p:cNvSpPr>
            <a:spLocks noGrp="1" noChangeArrowheads="1"/>
          </p:cNvSpPr>
          <p:nvPr>
            <p:ph type="title"/>
          </p:nvPr>
        </p:nvSpPr>
        <p:spPr>
          <a:xfrm>
            <a:off x="1208088" y="609600"/>
            <a:ext cx="7227887" cy="1143000"/>
          </a:xfrm>
        </p:spPr>
        <p:txBody>
          <a:bodyPr/>
          <a:lstStyle/>
          <a:p>
            <a:r>
              <a:rPr lang="zh-CN" altLang="en-US" sz="4000" u="sng"/>
              <a:t>重新分解的做法</a:t>
            </a:r>
            <a:endParaRPr lang="zh-CN" altLang="en-US" sz="4000" u="sng">
              <a:latin typeface="宋体" panose="02010600030101010101" pitchFamily="2" charset="-122"/>
            </a:endParaRPr>
          </a:p>
        </p:txBody>
      </p:sp>
      <p:grpSp>
        <p:nvGrpSpPr>
          <p:cNvPr id="90115" name="Group 3">
            <a:extLst>
              <a:ext uri="{FF2B5EF4-FFF2-40B4-BE49-F238E27FC236}">
                <a16:creationId xmlns:a16="http://schemas.microsoft.com/office/drawing/2014/main" id="{11B214CF-2DC4-4178-8EFB-B1DB514D5D52}"/>
              </a:ext>
            </a:extLst>
          </p:cNvPr>
          <p:cNvGrpSpPr>
            <a:grpSpLocks/>
          </p:cNvGrpSpPr>
          <p:nvPr/>
        </p:nvGrpSpPr>
        <p:grpSpPr bwMode="auto">
          <a:xfrm>
            <a:off x="1752600" y="1981200"/>
            <a:ext cx="5562600" cy="4191000"/>
            <a:chOff x="1104" y="1248"/>
            <a:chExt cx="3504" cy="2640"/>
          </a:xfrm>
        </p:grpSpPr>
        <p:sp>
          <p:nvSpPr>
            <p:cNvPr id="90116" name="Text Box 4">
              <a:extLst>
                <a:ext uri="{FF2B5EF4-FFF2-40B4-BE49-F238E27FC236}">
                  <a16:creationId xmlns:a16="http://schemas.microsoft.com/office/drawing/2014/main" id="{6B40C3D6-E48C-42B3-AF77-D2D55EC1C7D7}"/>
                </a:ext>
              </a:extLst>
            </p:cNvPr>
            <p:cNvSpPr txBox="1">
              <a:spLocks noChangeArrowheads="1"/>
            </p:cNvSpPr>
            <p:nvPr/>
          </p:nvSpPr>
          <p:spPr bwMode="auto">
            <a:xfrm>
              <a:off x="1104" y="1248"/>
              <a:ext cx="91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zh-CN" altLang="en-US" sz="2800" b="1">
                  <a:latin typeface="Arial Narrow" panose="020B0606020202030204" pitchFamily="34" charset="0"/>
                </a:rPr>
                <a:t>子图</a:t>
              </a:r>
              <a:r>
                <a:rPr lang="zh-CN" altLang="en-US" sz="2800" b="1">
                  <a:latin typeface="Arial Narrow" panose="020B0606020202030204" pitchFamily="34" charset="0"/>
                  <a:ea typeface="黑体" panose="02010609060101010101" pitchFamily="49" charset="-122"/>
                </a:rPr>
                <a:t>：</a:t>
              </a:r>
            </a:p>
          </p:txBody>
        </p:sp>
        <p:sp>
          <p:nvSpPr>
            <p:cNvPr id="90117" name="AutoShape 5">
              <a:extLst>
                <a:ext uri="{FF2B5EF4-FFF2-40B4-BE49-F238E27FC236}">
                  <a16:creationId xmlns:a16="http://schemas.microsoft.com/office/drawing/2014/main" id="{5CC36403-11F5-4CFF-8464-47B39517689E}"/>
                </a:ext>
              </a:extLst>
            </p:cNvPr>
            <p:cNvSpPr>
              <a:spLocks noChangeArrowheads="1"/>
            </p:cNvSpPr>
            <p:nvPr/>
          </p:nvSpPr>
          <p:spPr bwMode="auto">
            <a:xfrm>
              <a:off x="2112" y="2064"/>
              <a:ext cx="480" cy="48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2.2</a:t>
              </a:r>
            </a:p>
          </p:txBody>
        </p:sp>
        <p:sp>
          <p:nvSpPr>
            <p:cNvPr id="90118" name="AutoShape 6">
              <a:extLst>
                <a:ext uri="{FF2B5EF4-FFF2-40B4-BE49-F238E27FC236}">
                  <a16:creationId xmlns:a16="http://schemas.microsoft.com/office/drawing/2014/main" id="{85DAA4FD-D169-4650-B504-EA9B7849D7A9}"/>
                </a:ext>
              </a:extLst>
            </p:cNvPr>
            <p:cNvSpPr>
              <a:spLocks noChangeArrowheads="1"/>
            </p:cNvSpPr>
            <p:nvPr/>
          </p:nvSpPr>
          <p:spPr bwMode="auto">
            <a:xfrm>
              <a:off x="3216" y="2256"/>
              <a:ext cx="480" cy="48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2.3</a:t>
              </a:r>
            </a:p>
          </p:txBody>
        </p:sp>
        <p:sp>
          <p:nvSpPr>
            <p:cNvPr id="90119" name="AutoShape 7">
              <a:extLst>
                <a:ext uri="{FF2B5EF4-FFF2-40B4-BE49-F238E27FC236}">
                  <a16:creationId xmlns:a16="http://schemas.microsoft.com/office/drawing/2014/main" id="{C9C9872F-8928-4093-BBEF-D4A96E6BA9C8}"/>
                </a:ext>
              </a:extLst>
            </p:cNvPr>
            <p:cNvSpPr>
              <a:spLocks noChangeArrowheads="1"/>
            </p:cNvSpPr>
            <p:nvPr/>
          </p:nvSpPr>
          <p:spPr bwMode="auto">
            <a:xfrm>
              <a:off x="3312" y="1488"/>
              <a:ext cx="480" cy="48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2.1</a:t>
              </a:r>
            </a:p>
          </p:txBody>
        </p:sp>
        <p:sp>
          <p:nvSpPr>
            <p:cNvPr id="90120" name="AutoShape 8">
              <a:extLst>
                <a:ext uri="{FF2B5EF4-FFF2-40B4-BE49-F238E27FC236}">
                  <a16:creationId xmlns:a16="http://schemas.microsoft.com/office/drawing/2014/main" id="{DE218DE5-5D74-4482-904C-E1E6EF85A0AD}"/>
                </a:ext>
              </a:extLst>
            </p:cNvPr>
            <p:cNvSpPr>
              <a:spLocks noChangeArrowheads="1"/>
            </p:cNvSpPr>
            <p:nvPr/>
          </p:nvSpPr>
          <p:spPr bwMode="auto">
            <a:xfrm>
              <a:off x="2064" y="3024"/>
              <a:ext cx="480" cy="48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2.4</a:t>
              </a:r>
            </a:p>
          </p:txBody>
        </p:sp>
        <p:sp>
          <p:nvSpPr>
            <p:cNvPr id="90121" name="AutoShape 9">
              <a:extLst>
                <a:ext uri="{FF2B5EF4-FFF2-40B4-BE49-F238E27FC236}">
                  <a16:creationId xmlns:a16="http://schemas.microsoft.com/office/drawing/2014/main" id="{C325DEE4-2CAA-4154-B38B-DE36F4C7EF6E}"/>
                </a:ext>
              </a:extLst>
            </p:cNvPr>
            <p:cNvSpPr>
              <a:spLocks noChangeArrowheads="1"/>
            </p:cNvSpPr>
            <p:nvPr/>
          </p:nvSpPr>
          <p:spPr bwMode="auto">
            <a:xfrm>
              <a:off x="3360" y="3168"/>
              <a:ext cx="480" cy="48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2.5</a:t>
              </a:r>
            </a:p>
          </p:txBody>
        </p:sp>
        <p:sp>
          <p:nvSpPr>
            <p:cNvPr id="90122" name="Line 10">
              <a:extLst>
                <a:ext uri="{FF2B5EF4-FFF2-40B4-BE49-F238E27FC236}">
                  <a16:creationId xmlns:a16="http://schemas.microsoft.com/office/drawing/2014/main" id="{F4717000-9A37-4CB4-ABC2-F6F2C6E2A113}"/>
                </a:ext>
              </a:extLst>
            </p:cNvPr>
            <p:cNvSpPr>
              <a:spLocks noChangeShapeType="1"/>
            </p:cNvSpPr>
            <p:nvPr/>
          </p:nvSpPr>
          <p:spPr bwMode="auto">
            <a:xfrm flipV="1">
              <a:off x="1728" y="2352"/>
              <a:ext cx="384"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0123" name="Line 11">
              <a:extLst>
                <a:ext uri="{FF2B5EF4-FFF2-40B4-BE49-F238E27FC236}">
                  <a16:creationId xmlns:a16="http://schemas.microsoft.com/office/drawing/2014/main" id="{AB42AE3A-80DB-4AE1-93C8-6BA9BB07D416}"/>
                </a:ext>
              </a:extLst>
            </p:cNvPr>
            <p:cNvSpPr>
              <a:spLocks noChangeShapeType="1"/>
            </p:cNvSpPr>
            <p:nvPr/>
          </p:nvSpPr>
          <p:spPr bwMode="auto">
            <a:xfrm flipV="1">
              <a:off x="1728" y="3312"/>
              <a:ext cx="336"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0124" name="Line 12">
              <a:extLst>
                <a:ext uri="{FF2B5EF4-FFF2-40B4-BE49-F238E27FC236}">
                  <a16:creationId xmlns:a16="http://schemas.microsoft.com/office/drawing/2014/main" id="{742E9142-9E84-4C4A-9791-E94349F12B4C}"/>
                </a:ext>
              </a:extLst>
            </p:cNvPr>
            <p:cNvSpPr>
              <a:spLocks noChangeShapeType="1"/>
            </p:cNvSpPr>
            <p:nvPr/>
          </p:nvSpPr>
          <p:spPr bwMode="auto">
            <a:xfrm flipV="1">
              <a:off x="2592" y="1872"/>
              <a:ext cx="720"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0125" name="Line 13">
              <a:extLst>
                <a:ext uri="{FF2B5EF4-FFF2-40B4-BE49-F238E27FC236}">
                  <a16:creationId xmlns:a16="http://schemas.microsoft.com/office/drawing/2014/main" id="{61F873E2-D044-4303-A0A6-D3C8AFC27A47}"/>
                </a:ext>
              </a:extLst>
            </p:cNvPr>
            <p:cNvSpPr>
              <a:spLocks noChangeShapeType="1"/>
            </p:cNvSpPr>
            <p:nvPr/>
          </p:nvSpPr>
          <p:spPr bwMode="auto">
            <a:xfrm>
              <a:off x="2688" y="1488"/>
              <a:ext cx="624"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0126" name="Line 14">
              <a:extLst>
                <a:ext uri="{FF2B5EF4-FFF2-40B4-BE49-F238E27FC236}">
                  <a16:creationId xmlns:a16="http://schemas.microsoft.com/office/drawing/2014/main" id="{D3A2BE3C-0952-4FA7-97F4-B850F1D535EC}"/>
                </a:ext>
              </a:extLst>
            </p:cNvPr>
            <p:cNvSpPr>
              <a:spLocks noChangeShapeType="1"/>
            </p:cNvSpPr>
            <p:nvPr/>
          </p:nvSpPr>
          <p:spPr bwMode="auto">
            <a:xfrm>
              <a:off x="2592" y="2304"/>
              <a:ext cx="624"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0127" name="Line 15">
              <a:extLst>
                <a:ext uri="{FF2B5EF4-FFF2-40B4-BE49-F238E27FC236}">
                  <a16:creationId xmlns:a16="http://schemas.microsoft.com/office/drawing/2014/main" id="{AD494FC9-93D0-4FF9-A714-79E8B8D1DE15}"/>
                </a:ext>
              </a:extLst>
            </p:cNvPr>
            <p:cNvSpPr>
              <a:spLocks noChangeShapeType="1"/>
            </p:cNvSpPr>
            <p:nvPr/>
          </p:nvSpPr>
          <p:spPr bwMode="auto">
            <a:xfrm flipV="1">
              <a:off x="2592" y="2640"/>
              <a:ext cx="624"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0128" name="Line 16">
              <a:extLst>
                <a:ext uri="{FF2B5EF4-FFF2-40B4-BE49-F238E27FC236}">
                  <a16:creationId xmlns:a16="http://schemas.microsoft.com/office/drawing/2014/main" id="{C0FE36CD-80F0-48E7-A254-967DEC473CD1}"/>
                </a:ext>
              </a:extLst>
            </p:cNvPr>
            <p:cNvSpPr>
              <a:spLocks noChangeShapeType="1"/>
            </p:cNvSpPr>
            <p:nvPr/>
          </p:nvSpPr>
          <p:spPr bwMode="auto">
            <a:xfrm flipV="1">
              <a:off x="2784" y="3600"/>
              <a:ext cx="672"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0129" name="Line 17">
              <a:extLst>
                <a:ext uri="{FF2B5EF4-FFF2-40B4-BE49-F238E27FC236}">
                  <a16:creationId xmlns:a16="http://schemas.microsoft.com/office/drawing/2014/main" id="{CBD81526-5805-465A-9D32-7A3D5FA76A94}"/>
                </a:ext>
              </a:extLst>
            </p:cNvPr>
            <p:cNvSpPr>
              <a:spLocks noChangeShapeType="1"/>
            </p:cNvSpPr>
            <p:nvPr/>
          </p:nvSpPr>
          <p:spPr bwMode="auto">
            <a:xfrm>
              <a:off x="2544" y="3264"/>
              <a:ext cx="768"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0130" name="Line 18">
              <a:extLst>
                <a:ext uri="{FF2B5EF4-FFF2-40B4-BE49-F238E27FC236}">
                  <a16:creationId xmlns:a16="http://schemas.microsoft.com/office/drawing/2014/main" id="{F523FC9B-759C-4943-82EA-C4EACE804240}"/>
                </a:ext>
              </a:extLst>
            </p:cNvPr>
            <p:cNvSpPr>
              <a:spLocks noChangeShapeType="1"/>
            </p:cNvSpPr>
            <p:nvPr/>
          </p:nvSpPr>
          <p:spPr bwMode="auto">
            <a:xfrm flipV="1">
              <a:off x="2544" y="2832"/>
              <a:ext cx="1728"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0131" name="Line 19">
              <a:extLst>
                <a:ext uri="{FF2B5EF4-FFF2-40B4-BE49-F238E27FC236}">
                  <a16:creationId xmlns:a16="http://schemas.microsoft.com/office/drawing/2014/main" id="{160A0117-E233-4D39-8E71-1970EEE86891}"/>
                </a:ext>
              </a:extLst>
            </p:cNvPr>
            <p:cNvSpPr>
              <a:spLocks noChangeShapeType="1"/>
            </p:cNvSpPr>
            <p:nvPr/>
          </p:nvSpPr>
          <p:spPr bwMode="auto">
            <a:xfrm flipV="1">
              <a:off x="3840" y="3360"/>
              <a:ext cx="768"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0132" name="Line 20">
              <a:extLst>
                <a:ext uri="{FF2B5EF4-FFF2-40B4-BE49-F238E27FC236}">
                  <a16:creationId xmlns:a16="http://schemas.microsoft.com/office/drawing/2014/main" id="{829AB1CB-28A9-4E0E-BFC8-7EC5393890A5}"/>
                </a:ext>
              </a:extLst>
            </p:cNvPr>
            <p:cNvSpPr>
              <a:spLocks noChangeShapeType="1"/>
            </p:cNvSpPr>
            <p:nvPr/>
          </p:nvSpPr>
          <p:spPr bwMode="auto">
            <a:xfrm flipV="1">
              <a:off x="3696" y="2400"/>
              <a:ext cx="528"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0133" name="Line 21">
              <a:extLst>
                <a:ext uri="{FF2B5EF4-FFF2-40B4-BE49-F238E27FC236}">
                  <a16:creationId xmlns:a16="http://schemas.microsoft.com/office/drawing/2014/main" id="{CE42E651-B37F-475A-837E-DA470AF38F69}"/>
                </a:ext>
              </a:extLst>
            </p:cNvPr>
            <p:cNvSpPr>
              <a:spLocks noChangeShapeType="1"/>
            </p:cNvSpPr>
            <p:nvPr/>
          </p:nvSpPr>
          <p:spPr bwMode="auto">
            <a:xfrm>
              <a:off x="3792" y="1710"/>
              <a:ext cx="38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0134" name="Text Box 22">
              <a:extLst>
                <a:ext uri="{FF2B5EF4-FFF2-40B4-BE49-F238E27FC236}">
                  <a16:creationId xmlns:a16="http://schemas.microsoft.com/office/drawing/2014/main" id="{891DB665-F668-47AE-AED3-56E11F0249E2}"/>
                </a:ext>
              </a:extLst>
            </p:cNvPr>
            <p:cNvSpPr txBox="1">
              <a:spLocks noChangeArrowheads="1"/>
            </p:cNvSpPr>
            <p:nvPr/>
          </p:nvSpPr>
          <p:spPr bwMode="auto">
            <a:xfrm>
              <a:off x="1728" y="201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I</a:t>
              </a:r>
            </a:p>
          </p:txBody>
        </p:sp>
        <p:sp>
          <p:nvSpPr>
            <p:cNvPr id="90135" name="Text Box 23">
              <a:extLst>
                <a:ext uri="{FF2B5EF4-FFF2-40B4-BE49-F238E27FC236}">
                  <a16:creationId xmlns:a16="http://schemas.microsoft.com/office/drawing/2014/main" id="{CD4F95BF-1954-4D71-9B99-4676983282FA}"/>
                </a:ext>
              </a:extLst>
            </p:cNvPr>
            <p:cNvSpPr txBox="1">
              <a:spLocks noChangeArrowheads="1"/>
            </p:cNvSpPr>
            <p:nvPr/>
          </p:nvSpPr>
          <p:spPr bwMode="auto">
            <a:xfrm>
              <a:off x="2880" y="1248"/>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J</a:t>
              </a:r>
            </a:p>
          </p:txBody>
        </p:sp>
        <p:sp>
          <p:nvSpPr>
            <p:cNvPr id="90136" name="Text Box 24">
              <a:extLst>
                <a:ext uri="{FF2B5EF4-FFF2-40B4-BE49-F238E27FC236}">
                  <a16:creationId xmlns:a16="http://schemas.microsoft.com/office/drawing/2014/main" id="{49224D9C-17E4-4C56-BF86-DA10890AD274}"/>
                </a:ext>
              </a:extLst>
            </p:cNvPr>
            <p:cNvSpPr txBox="1">
              <a:spLocks noChangeArrowheads="1"/>
            </p:cNvSpPr>
            <p:nvPr/>
          </p:nvSpPr>
          <p:spPr bwMode="auto">
            <a:xfrm>
              <a:off x="1738" y="306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K</a:t>
              </a:r>
            </a:p>
          </p:txBody>
        </p:sp>
        <p:sp>
          <p:nvSpPr>
            <p:cNvPr id="90137" name="Text Box 25">
              <a:extLst>
                <a:ext uri="{FF2B5EF4-FFF2-40B4-BE49-F238E27FC236}">
                  <a16:creationId xmlns:a16="http://schemas.microsoft.com/office/drawing/2014/main" id="{75DFE195-DE79-4359-9F81-0E406E67D2D7}"/>
                </a:ext>
              </a:extLst>
            </p:cNvPr>
            <p:cNvSpPr txBox="1">
              <a:spLocks noChangeArrowheads="1"/>
            </p:cNvSpPr>
            <p:nvPr/>
          </p:nvSpPr>
          <p:spPr bwMode="auto">
            <a:xfrm>
              <a:off x="2640" y="252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C</a:t>
              </a:r>
            </a:p>
          </p:txBody>
        </p:sp>
        <p:sp>
          <p:nvSpPr>
            <p:cNvPr id="90138" name="Text Box 26">
              <a:extLst>
                <a:ext uri="{FF2B5EF4-FFF2-40B4-BE49-F238E27FC236}">
                  <a16:creationId xmlns:a16="http://schemas.microsoft.com/office/drawing/2014/main" id="{9F1AE736-8ED5-4095-9D87-153F0E8406EE}"/>
                </a:ext>
              </a:extLst>
            </p:cNvPr>
            <p:cNvSpPr txBox="1">
              <a:spLocks noChangeArrowheads="1"/>
            </p:cNvSpPr>
            <p:nvPr/>
          </p:nvSpPr>
          <p:spPr bwMode="auto">
            <a:xfrm>
              <a:off x="3792" y="265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M</a:t>
              </a:r>
            </a:p>
          </p:txBody>
        </p:sp>
        <p:sp>
          <p:nvSpPr>
            <p:cNvPr id="90139" name="Text Box 27">
              <a:extLst>
                <a:ext uri="{FF2B5EF4-FFF2-40B4-BE49-F238E27FC236}">
                  <a16:creationId xmlns:a16="http://schemas.microsoft.com/office/drawing/2014/main" id="{B2443B8B-795F-4B8B-A239-8087FFD1731F}"/>
                </a:ext>
              </a:extLst>
            </p:cNvPr>
            <p:cNvSpPr txBox="1">
              <a:spLocks noChangeArrowheads="1"/>
            </p:cNvSpPr>
            <p:nvPr/>
          </p:nvSpPr>
          <p:spPr bwMode="auto">
            <a:xfrm>
              <a:off x="2832" y="355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L</a:t>
              </a:r>
            </a:p>
          </p:txBody>
        </p:sp>
        <p:sp>
          <p:nvSpPr>
            <p:cNvPr id="90140" name="Text Box 28">
              <a:extLst>
                <a:ext uri="{FF2B5EF4-FFF2-40B4-BE49-F238E27FC236}">
                  <a16:creationId xmlns:a16="http://schemas.microsoft.com/office/drawing/2014/main" id="{3E212AE1-EBCA-4AD5-8B5D-1C13A8142978}"/>
                </a:ext>
              </a:extLst>
            </p:cNvPr>
            <p:cNvSpPr txBox="1">
              <a:spLocks noChangeArrowheads="1"/>
            </p:cNvSpPr>
            <p:nvPr/>
          </p:nvSpPr>
          <p:spPr bwMode="auto">
            <a:xfrm>
              <a:off x="4080" y="3168"/>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E</a:t>
              </a:r>
            </a:p>
          </p:txBody>
        </p:sp>
        <p:sp>
          <p:nvSpPr>
            <p:cNvPr id="90141" name="Text Box 29">
              <a:extLst>
                <a:ext uri="{FF2B5EF4-FFF2-40B4-BE49-F238E27FC236}">
                  <a16:creationId xmlns:a16="http://schemas.microsoft.com/office/drawing/2014/main" id="{0C74C6DC-F6E8-4CD9-95DF-3DEDC2971B2F}"/>
                </a:ext>
              </a:extLst>
            </p:cNvPr>
            <p:cNvSpPr txBox="1">
              <a:spLocks noChangeArrowheads="1"/>
            </p:cNvSpPr>
            <p:nvPr/>
          </p:nvSpPr>
          <p:spPr bwMode="auto">
            <a:xfrm>
              <a:off x="3840" y="1440"/>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H</a:t>
              </a:r>
            </a:p>
          </p:txBody>
        </p:sp>
        <p:sp>
          <p:nvSpPr>
            <p:cNvPr id="90142" name="Text Box 30">
              <a:extLst>
                <a:ext uri="{FF2B5EF4-FFF2-40B4-BE49-F238E27FC236}">
                  <a16:creationId xmlns:a16="http://schemas.microsoft.com/office/drawing/2014/main" id="{9AC2B2B5-2FE8-4061-9844-3F42C9434311}"/>
                </a:ext>
              </a:extLst>
            </p:cNvPr>
            <p:cNvSpPr txBox="1">
              <a:spLocks noChangeArrowheads="1"/>
            </p:cNvSpPr>
            <p:nvPr/>
          </p:nvSpPr>
          <p:spPr bwMode="auto">
            <a:xfrm>
              <a:off x="3792" y="2178"/>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N</a:t>
              </a:r>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32C01ABE-62FA-4D94-BEA9-3DDF72FF8590}"/>
              </a:ext>
            </a:extLst>
          </p:cNvPr>
          <p:cNvSpPr>
            <a:spLocks noGrp="1" noChangeArrowheads="1"/>
          </p:cNvSpPr>
          <p:nvPr>
            <p:ph type="title"/>
          </p:nvPr>
        </p:nvSpPr>
        <p:spPr>
          <a:xfrm>
            <a:off x="1208088" y="609600"/>
            <a:ext cx="7227887" cy="1143000"/>
          </a:xfrm>
        </p:spPr>
        <p:txBody>
          <a:bodyPr/>
          <a:lstStyle/>
          <a:p>
            <a:r>
              <a:rPr lang="zh-CN" altLang="en-US" sz="4000" u="sng"/>
              <a:t>重新分解的做法</a:t>
            </a:r>
            <a:endParaRPr lang="zh-CN" altLang="en-US" sz="4000" u="sng">
              <a:latin typeface="宋体" panose="02010600030101010101" pitchFamily="2" charset="-122"/>
            </a:endParaRPr>
          </a:p>
        </p:txBody>
      </p:sp>
      <p:sp>
        <p:nvSpPr>
          <p:cNvPr id="91139" name="Text Box 3">
            <a:extLst>
              <a:ext uri="{FF2B5EF4-FFF2-40B4-BE49-F238E27FC236}">
                <a16:creationId xmlns:a16="http://schemas.microsoft.com/office/drawing/2014/main" id="{DF9699B4-6C7C-40D0-96C5-5286DBA5C548}"/>
              </a:ext>
            </a:extLst>
          </p:cNvPr>
          <p:cNvSpPr txBox="1">
            <a:spLocks noChangeArrowheads="1"/>
          </p:cNvSpPr>
          <p:nvPr/>
        </p:nvSpPr>
        <p:spPr bwMode="auto">
          <a:xfrm>
            <a:off x="914400" y="1752600"/>
            <a:ext cx="3048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zh-CN" altLang="en-US" sz="2800" b="1">
                <a:latin typeface="Arial Narrow" panose="020B0606020202030204" pitchFamily="34" charset="0"/>
              </a:rPr>
              <a:t>重新连成一张图</a:t>
            </a:r>
            <a:r>
              <a:rPr lang="zh-CN" altLang="en-US" sz="2800" b="1">
                <a:latin typeface="Arial Narrow" panose="020B0606020202030204" pitchFamily="34" charset="0"/>
                <a:ea typeface="黑体" panose="02010609060101010101" pitchFamily="49" charset="-122"/>
              </a:rPr>
              <a:t>：</a:t>
            </a:r>
          </a:p>
        </p:txBody>
      </p:sp>
      <p:sp>
        <p:nvSpPr>
          <p:cNvPr id="91140" name="AutoShape 4">
            <a:extLst>
              <a:ext uri="{FF2B5EF4-FFF2-40B4-BE49-F238E27FC236}">
                <a16:creationId xmlns:a16="http://schemas.microsoft.com/office/drawing/2014/main" id="{0FD7226B-B255-4689-9425-FBF0EC406A2B}"/>
              </a:ext>
            </a:extLst>
          </p:cNvPr>
          <p:cNvSpPr>
            <a:spLocks noChangeArrowheads="1"/>
          </p:cNvSpPr>
          <p:nvPr/>
        </p:nvSpPr>
        <p:spPr bwMode="auto">
          <a:xfrm>
            <a:off x="3384550" y="3625850"/>
            <a:ext cx="762000" cy="76200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2.2</a:t>
            </a:r>
          </a:p>
        </p:txBody>
      </p:sp>
      <p:sp>
        <p:nvSpPr>
          <p:cNvPr id="91141" name="AutoShape 5">
            <a:extLst>
              <a:ext uri="{FF2B5EF4-FFF2-40B4-BE49-F238E27FC236}">
                <a16:creationId xmlns:a16="http://schemas.microsoft.com/office/drawing/2014/main" id="{687E8C8B-67C7-47DE-A279-B143F5F8B10C}"/>
              </a:ext>
            </a:extLst>
          </p:cNvPr>
          <p:cNvSpPr>
            <a:spLocks noChangeArrowheads="1"/>
          </p:cNvSpPr>
          <p:nvPr/>
        </p:nvSpPr>
        <p:spPr bwMode="auto">
          <a:xfrm>
            <a:off x="5137150" y="3930650"/>
            <a:ext cx="762000" cy="76200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2.3</a:t>
            </a:r>
          </a:p>
        </p:txBody>
      </p:sp>
      <p:sp>
        <p:nvSpPr>
          <p:cNvPr id="91142" name="AutoShape 6">
            <a:extLst>
              <a:ext uri="{FF2B5EF4-FFF2-40B4-BE49-F238E27FC236}">
                <a16:creationId xmlns:a16="http://schemas.microsoft.com/office/drawing/2014/main" id="{997DD62E-F2A2-4C6A-95AD-52D94D09A6A5}"/>
              </a:ext>
            </a:extLst>
          </p:cNvPr>
          <p:cNvSpPr>
            <a:spLocks noChangeArrowheads="1"/>
          </p:cNvSpPr>
          <p:nvPr/>
        </p:nvSpPr>
        <p:spPr bwMode="auto">
          <a:xfrm>
            <a:off x="5289550" y="2711450"/>
            <a:ext cx="762000" cy="76200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2.1</a:t>
            </a:r>
          </a:p>
        </p:txBody>
      </p:sp>
      <p:sp>
        <p:nvSpPr>
          <p:cNvPr id="91143" name="AutoShape 7">
            <a:extLst>
              <a:ext uri="{FF2B5EF4-FFF2-40B4-BE49-F238E27FC236}">
                <a16:creationId xmlns:a16="http://schemas.microsoft.com/office/drawing/2014/main" id="{36E5A836-D816-4D37-A3BE-5391E0E0728C}"/>
              </a:ext>
            </a:extLst>
          </p:cNvPr>
          <p:cNvSpPr>
            <a:spLocks noChangeArrowheads="1"/>
          </p:cNvSpPr>
          <p:nvPr/>
        </p:nvSpPr>
        <p:spPr bwMode="auto">
          <a:xfrm>
            <a:off x="3308350" y="5149850"/>
            <a:ext cx="762000" cy="76200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2.4</a:t>
            </a:r>
          </a:p>
        </p:txBody>
      </p:sp>
      <p:sp>
        <p:nvSpPr>
          <p:cNvPr id="91144" name="AutoShape 8">
            <a:extLst>
              <a:ext uri="{FF2B5EF4-FFF2-40B4-BE49-F238E27FC236}">
                <a16:creationId xmlns:a16="http://schemas.microsoft.com/office/drawing/2014/main" id="{0D751E5B-4A93-4BB5-A86C-5B0220B28255}"/>
              </a:ext>
            </a:extLst>
          </p:cNvPr>
          <p:cNvSpPr>
            <a:spLocks noChangeArrowheads="1"/>
          </p:cNvSpPr>
          <p:nvPr/>
        </p:nvSpPr>
        <p:spPr bwMode="auto">
          <a:xfrm>
            <a:off x="5365750" y="5378450"/>
            <a:ext cx="762000" cy="76200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2.5</a:t>
            </a:r>
          </a:p>
        </p:txBody>
      </p:sp>
      <p:sp>
        <p:nvSpPr>
          <p:cNvPr id="91145" name="Line 9">
            <a:extLst>
              <a:ext uri="{FF2B5EF4-FFF2-40B4-BE49-F238E27FC236}">
                <a16:creationId xmlns:a16="http://schemas.microsoft.com/office/drawing/2014/main" id="{2D5552FD-ED68-4CA6-AB24-B3C32809C26A}"/>
              </a:ext>
            </a:extLst>
          </p:cNvPr>
          <p:cNvSpPr>
            <a:spLocks noChangeShapeType="1"/>
          </p:cNvSpPr>
          <p:nvPr/>
        </p:nvSpPr>
        <p:spPr bwMode="auto">
          <a:xfrm flipV="1">
            <a:off x="4146550" y="3321050"/>
            <a:ext cx="11430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1146" name="Line 10">
            <a:extLst>
              <a:ext uri="{FF2B5EF4-FFF2-40B4-BE49-F238E27FC236}">
                <a16:creationId xmlns:a16="http://schemas.microsoft.com/office/drawing/2014/main" id="{FB53E313-6B21-486E-B129-36F9FA9B8D6E}"/>
              </a:ext>
            </a:extLst>
          </p:cNvPr>
          <p:cNvSpPr>
            <a:spLocks noChangeShapeType="1"/>
          </p:cNvSpPr>
          <p:nvPr/>
        </p:nvSpPr>
        <p:spPr bwMode="auto">
          <a:xfrm>
            <a:off x="4146550" y="4006850"/>
            <a:ext cx="99060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1147" name="Line 11">
            <a:extLst>
              <a:ext uri="{FF2B5EF4-FFF2-40B4-BE49-F238E27FC236}">
                <a16:creationId xmlns:a16="http://schemas.microsoft.com/office/drawing/2014/main" id="{B9B0CA49-2E65-4070-AD33-C3FA77041AD6}"/>
              </a:ext>
            </a:extLst>
          </p:cNvPr>
          <p:cNvSpPr>
            <a:spLocks noChangeShapeType="1"/>
          </p:cNvSpPr>
          <p:nvPr/>
        </p:nvSpPr>
        <p:spPr bwMode="auto">
          <a:xfrm flipV="1">
            <a:off x="4146550" y="4540250"/>
            <a:ext cx="990600" cy="3048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1148" name="Line 12">
            <a:extLst>
              <a:ext uri="{FF2B5EF4-FFF2-40B4-BE49-F238E27FC236}">
                <a16:creationId xmlns:a16="http://schemas.microsoft.com/office/drawing/2014/main" id="{E85E9E1B-502A-4A79-B0F6-184ADD1DEE29}"/>
              </a:ext>
            </a:extLst>
          </p:cNvPr>
          <p:cNvSpPr>
            <a:spLocks noChangeShapeType="1"/>
          </p:cNvSpPr>
          <p:nvPr/>
        </p:nvSpPr>
        <p:spPr bwMode="auto">
          <a:xfrm>
            <a:off x="4070350" y="5530850"/>
            <a:ext cx="121920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1149" name="Line 13">
            <a:extLst>
              <a:ext uri="{FF2B5EF4-FFF2-40B4-BE49-F238E27FC236}">
                <a16:creationId xmlns:a16="http://schemas.microsoft.com/office/drawing/2014/main" id="{FB933725-2001-486F-AB0C-9499861A75F3}"/>
              </a:ext>
            </a:extLst>
          </p:cNvPr>
          <p:cNvSpPr>
            <a:spLocks noChangeShapeType="1"/>
          </p:cNvSpPr>
          <p:nvPr/>
        </p:nvSpPr>
        <p:spPr bwMode="auto">
          <a:xfrm flipV="1">
            <a:off x="4070350" y="4845050"/>
            <a:ext cx="2743200" cy="5334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1150" name="Text Box 14">
            <a:extLst>
              <a:ext uri="{FF2B5EF4-FFF2-40B4-BE49-F238E27FC236}">
                <a16:creationId xmlns:a16="http://schemas.microsoft.com/office/drawing/2014/main" id="{7D52B603-EE3B-4577-AA20-F7F7263EC002}"/>
              </a:ext>
            </a:extLst>
          </p:cNvPr>
          <p:cNvSpPr txBox="1">
            <a:spLocks noChangeArrowheads="1"/>
          </p:cNvSpPr>
          <p:nvPr/>
        </p:nvSpPr>
        <p:spPr bwMode="auto">
          <a:xfrm>
            <a:off x="2438400" y="3048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B</a:t>
            </a:r>
          </a:p>
        </p:txBody>
      </p:sp>
      <p:sp>
        <p:nvSpPr>
          <p:cNvPr id="91151" name="Text Box 15">
            <a:extLst>
              <a:ext uri="{FF2B5EF4-FFF2-40B4-BE49-F238E27FC236}">
                <a16:creationId xmlns:a16="http://schemas.microsoft.com/office/drawing/2014/main" id="{751D3CD0-CCBD-42B1-8646-FA0DA50FFA83}"/>
              </a:ext>
            </a:extLst>
          </p:cNvPr>
          <p:cNvSpPr txBox="1">
            <a:spLocks noChangeArrowheads="1"/>
          </p:cNvSpPr>
          <p:nvPr/>
        </p:nvSpPr>
        <p:spPr bwMode="auto">
          <a:xfrm>
            <a:off x="4419600" y="28956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J</a:t>
            </a:r>
          </a:p>
        </p:txBody>
      </p:sp>
      <p:sp>
        <p:nvSpPr>
          <p:cNvPr id="91152" name="Text Box 16">
            <a:extLst>
              <a:ext uri="{FF2B5EF4-FFF2-40B4-BE49-F238E27FC236}">
                <a16:creationId xmlns:a16="http://schemas.microsoft.com/office/drawing/2014/main" id="{029D302B-0503-4542-8101-26115183C1CF}"/>
              </a:ext>
            </a:extLst>
          </p:cNvPr>
          <p:cNvSpPr txBox="1">
            <a:spLocks noChangeArrowheads="1"/>
          </p:cNvSpPr>
          <p:nvPr/>
        </p:nvSpPr>
        <p:spPr bwMode="auto">
          <a:xfrm>
            <a:off x="2790825" y="5216525"/>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K</a:t>
            </a:r>
          </a:p>
        </p:txBody>
      </p:sp>
      <p:sp>
        <p:nvSpPr>
          <p:cNvPr id="91153" name="Text Box 17">
            <a:extLst>
              <a:ext uri="{FF2B5EF4-FFF2-40B4-BE49-F238E27FC236}">
                <a16:creationId xmlns:a16="http://schemas.microsoft.com/office/drawing/2014/main" id="{507E3A67-475A-47BC-AD62-59FA20435E0C}"/>
              </a:ext>
            </a:extLst>
          </p:cNvPr>
          <p:cNvSpPr txBox="1">
            <a:spLocks noChangeArrowheads="1"/>
          </p:cNvSpPr>
          <p:nvPr/>
        </p:nvSpPr>
        <p:spPr bwMode="auto">
          <a:xfrm>
            <a:off x="4222750" y="4359275"/>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C</a:t>
            </a:r>
          </a:p>
        </p:txBody>
      </p:sp>
      <p:sp>
        <p:nvSpPr>
          <p:cNvPr id="91154" name="Text Box 18">
            <a:extLst>
              <a:ext uri="{FF2B5EF4-FFF2-40B4-BE49-F238E27FC236}">
                <a16:creationId xmlns:a16="http://schemas.microsoft.com/office/drawing/2014/main" id="{82838F35-9595-4304-8ADF-6D158FEECEA7}"/>
              </a:ext>
            </a:extLst>
          </p:cNvPr>
          <p:cNvSpPr txBox="1">
            <a:spLocks noChangeArrowheads="1"/>
          </p:cNvSpPr>
          <p:nvPr/>
        </p:nvSpPr>
        <p:spPr bwMode="auto">
          <a:xfrm>
            <a:off x="6051550" y="456565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M</a:t>
            </a:r>
          </a:p>
        </p:txBody>
      </p:sp>
      <p:sp>
        <p:nvSpPr>
          <p:cNvPr id="91155" name="Text Box 19">
            <a:extLst>
              <a:ext uri="{FF2B5EF4-FFF2-40B4-BE49-F238E27FC236}">
                <a16:creationId xmlns:a16="http://schemas.microsoft.com/office/drawing/2014/main" id="{22CC90C0-A043-4E98-96C5-1D0A8EE88BC1}"/>
              </a:ext>
            </a:extLst>
          </p:cNvPr>
          <p:cNvSpPr txBox="1">
            <a:spLocks noChangeArrowheads="1"/>
          </p:cNvSpPr>
          <p:nvPr/>
        </p:nvSpPr>
        <p:spPr bwMode="auto">
          <a:xfrm>
            <a:off x="4343400" y="61722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L</a:t>
            </a:r>
          </a:p>
        </p:txBody>
      </p:sp>
      <p:sp>
        <p:nvSpPr>
          <p:cNvPr id="91156" name="Text Box 20">
            <a:extLst>
              <a:ext uri="{FF2B5EF4-FFF2-40B4-BE49-F238E27FC236}">
                <a16:creationId xmlns:a16="http://schemas.microsoft.com/office/drawing/2014/main" id="{AD95716E-5D1E-42BC-9582-F4EB73503002}"/>
              </a:ext>
            </a:extLst>
          </p:cNvPr>
          <p:cNvSpPr txBox="1">
            <a:spLocks noChangeArrowheads="1"/>
          </p:cNvSpPr>
          <p:nvPr/>
        </p:nvSpPr>
        <p:spPr bwMode="auto">
          <a:xfrm>
            <a:off x="6477000" y="55626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E</a:t>
            </a:r>
          </a:p>
        </p:txBody>
      </p:sp>
      <p:sp>
        <p:nvSpPr>
          <p:cNvPr id="91157" name="Text Box 21">
            <a:extLst>
              <a:ext uri="{FF2B5EF4-FFF2-40B4-BE49-F238E27FC236}">
                <a16:creationId xmlns:a16="http://schemas.microsoft.com/office/drawing/2014/main" id="{46D49366-74A9-4D5B-ADB9-6A89CA5E654B}"/>
              </a:ext>
            </a:extLst>
          </p:cNvPr>
          <p:cNvSpPr txBox="1">
            <a:spLocks noChangeArrowheads="1"/>
          </p:cNvSpPr>
          <p:nvPr/>
        </p:nvSpPr>
        <p:spPr bwMode="auto">
          <a:xfrm>
            <a:off x="5029200" y="20574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H</a:t>
            </a:r>
          </a:p>
        </p:txBody>
      </p:sp>
      <p:sp>
        <p:nvSpPr>
          <p:cNvPr id="91158" name="Text Box 22">
            <a:extLst>
              <a:ext uri="{FF2B5EF4-FFF2-40B4-BE49-F238E27FC236}">
                <a16:creationId xmlns:a16="http://schemas.microsoft.com/office/drawing/2014/main" id="{F88A5DA7-D453-435E-B707-17018C736602}"/>
              </a:ext>
            </a:extLst>
          </p:cNvPr>
          <p:cNvSpPr txBox="1">
            <a:spLocks noChangeArrowheads="1"/>
          </p:cNvSpPr>
          <p:nvPr/>
        </p:nvSpPr>
        <p:spPr bwMode="auto">
          <a:xfrm>
            <a:off x="6172200" y="3429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N</a:t>
            </a:r>
          </a:p>
        </p:txBody>
      </p:sp>
      <p:sp>
        <p:nvSpPr>
          <p:cNvPr id="91159" name="AutoShape 23">
            <a:extLst>
              <a:ext uri="{FF2B5EF4-FFF2-40B4-BE49-F238E27FC236}">
                <a16:creationId xmlns:a16="http://schemas.microsoft.com/office/drawing/2014/main" id="{B0A9742B-56CC-4E29-A897-E6F69DC359C1}"/>
              </a:ext>
            </a:extLst>
          </p:cNvPr>
          <p:cNvSpPr>
            <a:spLocks noChangeArrowheads="1"/>
          </p:cNvSpPr>
          <p:nvPr/>
        </p:nvSpPr>
        <p:spPr bwMode="auto">
          <a:xfrm>
            <a:off x="3200400" y="2438400"/>
            <a:ext cx="762000" cy="76200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1</a:t>
            </a:r>
          </a:p>
        </p:txBody>
      </p:sp>
      <p:sp>
        <p:nvSpPr>
          <p:cNvPr id="91160" name="AutoShape 24">
            <a:extLst>
              <a:ext uri="{FF2B5EF4-FFF2-40B4-BE49-F238E27FC236}">
                <a16:creationId xmlns:a16="http://schemas.microsoft.com/office/drawing/2014/main" id="{47139A69-F4ED-4646-9104-4DF99AD2A02E}"/>
              </a:ext>
            </a:extLst>
          </p:cNvPr>
          <p:cNvSpPr>
            <a:spLocks noChangeArrowheads="1"/>
          </p:cNvSpPr>
          <p:nvPr/>
        </p:nvSpPr>
        <p:spPr bwMode="auto">
          <a:xfrm>
            <a:off x="2301875" y="5867400"/>
            <a:ext cx="762000" cy="76200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3</a:t>
            </a:r>
          </a:p>
        </p:txBody>
      </p:sp>
      <p:sp>
        <p:nvSpPr>
          <p:cNvPr id="91161" name="AutoShape 25">
            <a:extLst>
              <a:ext uri="{FF2B5EF4-FFF2-40B4-BE49-F238E27FC236}">
                <a16:creationId xmlns:a16="http://schemas.microsoft.com/office/drawing/2014/main" id="{8CA870AE-D83F-4516-B9CF-6F2CE963A691}"/>
              </a:ext>
            </a:extLst>
          </p:cNvPr>
          <p:cNvSpPr>
            <a:spLocks noChangeArrowheads="1"/>
          </p:cNvSpPr>
          <p:nvPr/>
        </p:nvSpPr>
        <p:spPr bwMode="auto">
          <a:xfrm>
            <a:off x="7010400" y="2819400"/>
            <a:ext cx="762000" cy="76200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4</a:t>
            </a:r>
          </a:p>
        </p:txBody>
      </p:sp>
      <p:sp>
        <p:nvSpPr>
          <p:cNvPr id="91162" name="AutoShape 26">
            <a:extLst>
              <a:ext uri="{FF2B5EF4-FFF2-40B4-BE49-F238E27FC236}">
                <a16:creationId xmlns:a16="http://schemas.microsoft.com/office/drawing/2014/main" id="{180B6AD3-B49C-4EE7-A14C-616C2B2E7AC7}"/>
              </a:ext>
            </a:extLst>
          </p:cNvPr>
          <p:cNvSpPr>
            <a:spLocks noChangeArrowheads="1"/>
          </p:cNvSpPr>
          <p:nvPr/>
        </p:nvSpPr>
        <p:spPr bwMode="auto">
          <a:xfrm>
            <a:off x="6858000" y="4343400"/>
            <a:ext cx="762000" cy="76200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5</a:t>
            </a:r>
          </a:p>
        </p:txBody>
      </p:sp>
      <p:sp>
        <p:nvSpPr>
          <p:cNvPr id="91163" name="Line 27">
            <a:extLst>
              <a:ext uri="{FF2B5EF4-FFF2-40B4-BE49-F238E27FC236}">
                <a16:creationId xmlns:a16="http://schemas.microsoft.com/office/drawing/2014/main" id="{9288D901-AA94-443E-B8DA-5C6D94203D99}"/>
              </a:ext>
            </a:extLst>
          </p:cNvPr>
          <p:cNvSpPr>
            <a:spLocks noChangeShapeType="1"/>
          </p:cNvSpPr>
          <p:nvPr/>
        </p:nvSpPr>
        <p:spPr bwMode="auto">
          <a:xfrm>
            <a:off x="3962400" y="2819400"/>
            <a:ext cx="1371600" cy="1524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1164" name="Line 28">
            <a:extLst>
              <a:ext uri="{FF2B5EF4-FFF2-40B4-BE49-F238E27FC236}">
                <a16:creationId xmlns:a16="http://schemas.microsoft.com/office/drawing/2014/main" id="{B8D4B33D-9F6E-4195-8D77-E9CB1F95811F}"/>
              </a:ext>
            </a:extLst>
          </p:cNvPr>
          <p:cNvSpPr>
            <a:spLocks noChangeShapeType="1"/>
          </p:cNvSpPr>
          <p:nvPr/>
        </p:nvSpPr>
        <p:spPr bwMode="auto">
          <a:xfrm>
            <a:off x="3505200" y="3200400"/>
            <a:ext cx="228600" cy="4572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1165" name="Freeform 29">
            <a:extLst>
              <a:ext uri="{FF2B5EF4-FFF2-40B4-BE49-F238E27FC236}">
                <a16:creationId xmlns:a16="http://schemas.microsoft.com/office/drawing/2014/main" id="{20C3B09F-2C9C-41C5-9DB2-E525220BB2FC}"/>
              </a:ext>
            </a:extLst>
          </p:cNvPr>
          <p:cNvSpPr>
            <a:spLocks/>
          </p:cNvSpPr>
          <p:nvPr/>
        </p:nvSpPr>
        <p:spPr bwMode="auto">
          <a:xfrm>
            <a:off x="3962400" y="2476500"/>
            <a:ext cx="1524000" cy="266700"/>
          </a:xfrm>
          <a:custGeom>
            <a:avLst/>
            <a:gdLst>
              <a:gd name="T0" fmla="*/ 960 w 960"/>
              <a:gd name="T1" fmla="*/ 168 h 168"/>
              <a:gd name="T2" fmla="*/ 672 w 960"/>
              <a:gd name="T3" fmla="*/ 24 h 168"/>
              <a:gd name="T4" fmla="*/ 192 w 960"/>
              <a:gd name="T5" fmla="*/ 24 h 168"/>
              <a:gd name="T6" fmla="*/ 0 w 960"/>
              <a:gd name="T7" fmla="*/ 72 h 168"/>
            </a:gdLst>
            <a:ahLst/>
            <a:cxnLst>
              <a:cxn ang="0">
                <a:pos x="T0" y="T1"/>
              </a:cxn>
              <a:cxn ang="0">
                <a:pos x="T2" y="T3"/>
              </a:cxn>
              <a:cxn ang="0">
                <a:pos x="T4" y="T5"/>
              </a:cxn>
              <a:cxn ang="0">
                <a:pos x="T6" y="T7"/>
              </a:cxn>
            </a:cxnLst>
            <a:rect l="0" t="0" r="r" b="b"/>
            <a:pathLst>
              <a:path w="960" h="168">
                <a:moveTo>
                  <a:pt x="960" y="168"/>
                </a:moveTo>
                <a:cubicBezTo>
                  <a:pt x="880" y="108"/>
                  <a:pt x="800" y="48"/>
                  <a:pt x="672" y="24"/>
                </a:cubicBezTo>
                <a:cubicBezTo>
                  <a:pt x="544" y="0"/>
                  <a:pt x="304" y="16"/>
                  <a:pt x="192" y="24"/>
                </a:cubicBezTo>
                <a:cubicBezTo>
                  <a:pt x="80" y="32"/>
                  <a:pt x="32" y="64"/>
                  <a:pt x="0" y="72"/>
                </a:cubicBezTo>
              </a:path>
            </a:pathLst>
          </a:custGeom>
          <a:noFill/>
          <a:ln w="9525" cap="flat" cmpd="sng">
            <a:solidFill>
              <a:srgbClr val="FF0000"/>
            </a:solidFill>
            <a:prstDash val="solid"/>
            <a:round/>
            <a:headEnd/>
            <a:tailEnd type="triangl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1166" name="Line 30">
            <a:extLst>
              <a:ext uri="{FF2B5EF4-FFF2-40B4-BE49-F238E27FC236}">
                <a16:creationId xmlns:a16="http://schemas.microsoft.com/office/drawing/2014/main" id="{F09FD803-4914-4BAD-9A29-10ACDCDEFE6C}"/>
              </a:ext>
            </a:extLst>
          </p:cNvPr>
          <p:cNvSpPr>
            <a:spLocks noChangeShapeType="1"/>
          </p:cNvSpPr>
          <p:nvPr/>
        </p:nvSpPr>
        <p:spPr bwMode="auto">
          <a:xfrm flipV="1">
            <a:off x="5867400" y="3429000"/>
            <a:ext cx="1219200" cy="7620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1167" name="Line 31">
            <a:extLst>
              <a:ext uri="{FF2B5EF4-FFF2-40B4-BE49-F238E27FC236}">
                <a16:creationId xmlns:a16="http://schemas.microsoft.com/office/drawing/2014/main" id="{28A39912-D0C1-45D2-A79F-0949274243FD}"/>
              </a:ext>
            </a:extLst>
          </p:cNvPr>
          <p:cNvSpPr>
            <a:spLocks noChangeShapeType="1"/>
          </p:cNvSpPr>
          <p:nvPr/>
        </p:nvSpPr>
        <p:spPr bwMode="auto">
          <a:xfrm flipH="1">
            <a:off x="7239000" y="3581400"/>
            <a:ext cx="15240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1168" name="Line 32">
            <a:extLst>
              <a:ext uri="{FF2B5EF4-FFF2-40B4-BE49-F238E27FC236}">
                <a16:creationId xmlns:a16="http://schemas.microsoft.com/office/drawing/2014/main" id="{F0DD53E6-6833-4CFE-B3AF-4383AC5C9DD2}"/>
              </a:ext>
            </a:extLst>
          </p:cNvPr>
          <p:cNvSpPr>
            <a:spLocks noChangeShapeType="1"/>
          </p:cNvSpPr>
          <p:nvPr/>
        </p:nvSpPr>
        <p:spPr bwMode="auto">
          <a:xfrm flipV="1">
            <a:off x="7620000" y="4572000"/>
            <a:ext cx="6858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1169" name="Line 33">
            <a:extLst>
              <a:ext uri="{FF2B5EF4-FFF2-40B4-BE49-F238E27FC236}">
                <a16:creationId xmlns:a16="http://schemas.microsoft.com/office/drawing/2014/main" id="{6F9F4842-7D60-4542-899F-2EA98622DC7C}"/>
              </a:ext>
            </a:extLst>
          </p:cNvPr>
          <p:cNvSpPr>
            <a:spLocks noChangeShapeType="1"/>
          </p:cNvSpPr>
          <p:nvPr/>
        </p:nvSpPr>
        <p:spPr bwMode="auto">
          <a:xfrm flipV="1">
            <a:off x="1692275" y="6248400"/>
            <a:ext cx="6096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1170" name="Line 34">
            <a:extLst>
              <a:ext uri="{FF2B5EF4-FFF2-40B4-BE49-F238E27FC236}">
                <a16:creationId xmlns:a16="http://schemas.microsoft.com/office/drawing/2014/main" id="{E35BF5F8-63FF-4C03-A8F8-ACFE8D843BBE}"/>
              </a:ext>
            </a:extLst>
          </p:cNvPr>
          <p:cNvSpPr>
            <a:spLocks noChangeShapeType="1"/>
          </p:cNvSpPr>
          <p:nvPr/>
        </p:nvSpPr>
        <p:spPr bwMode="auto">
          <a:xfrm flipV="1">
            <a:off x="3048000" y="5791200"/>
            <a:ext cx="381000" cy="2286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1171" name="Line 35">
            <a:extLst>
              <a:ext uri="{FF2B5EF4-FFF2-40B4-BE49-F238E27FC236}">
                <a16:creationId xmlns:a16="http://schemas.microsoft.com/office/drawing/2014/main" id="{33802F30-6A0E-481C-83BD-2544BCFB97F4}"/>
              </a:ext>
            </a:extLst>
          </p:cNvPr>
          <p:cNvSpPr>
            <a:spLocks noChangeShapeType="1"/>
          </p:cNvSpPr>
          <p:nvPr/>
        </p:nvSpPr>
        <p:spPr bwMode="auto">
          <a:xfrm flipV="1">
            <a:off x="3048000" y="5943600"/>
            <a:ext cx="2362200" cy="3810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1172" name="Line 36">
            <a:extLst>
              <a:ext uri="{FF2B5EF4-FFF2-40B4-BE49-F238E27FC236}">
                <a16:creationId xmlns:a16="http://schemas.microsoft.com/office/drawing/2014/main" id="{E2070353-9402-456F-AF4A-CB906E48D3CD}"/>
              </a:ext>
            </a:extLst>
          </p:cNvPr>
          <p:cNvSpPr>
            <a:spLocks noChangeShapeType="1"/>
          </p:cNvSpPr>
          <p:nvPr/>
        </p:nvSpPr>
        <p:spPr bwMode="auto">
          <a:xfrm>
            <a:off x="6096000" y="5867400"/>
            <a:ext cx="1066800" cy="2286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1173" name="Line 37">
            <a:extLst>
              <a:ext uri="{FF2B5EF4-FFF2-40B4-BE49-F238E27FC236}">
                <a16:creationId xmlns:a16="http://schemas.microsoft.com/office/drawing/2014/main" id="{876A6929-C437-41DA-914B-E118723EC6FD}"/>
              </a:ext>
            </a:extLst>
          </p:cNvPr>
          <p:cNvSpPr>
            <a:spLocks noChangeShapeType="1"/>
          </p:cNvSpPr>
          <p:nvPr/>
        </p:nvSpPr>
        <p:spPr bwMode="auto">
          <a:xfrm>
            <a:off x="2438400" y="2514600"/>
            <a:ext cx="7620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1174" name="Line 38">
            <a:extLst>
              <a:ext uri="{FF2B5EF4-FFF2-40B4-BE49-F238E27FC236}">
                <a16:creationId xmlns:a16="http://schemas.microsoft.com/office/drawing/2014/main" id="{FC661FC5-54EC-4468-8321-C5C2359BC937}"/>
              </a:ext>
            </a:extLst>
          </p:cNvPr>
          <p:cNvSpPr>
            <a:spLocks noChangeShapeType="1"/>
          </p:cNvSpPr>
          <p:nvPr/>
        </p:nvSpPr>
        <p:spPr bwMode="auto">
          <a:xfrm flipV="1">
            <a:off x="2286000" y="3048000"/>
            <a:ext cx="9144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1175" name="Line 39">
            <a:extLst>
              <a:ext uri="{FF2B5EF4-FFF2-40B4-BE49-F238E27FC236}">
                <a16:creationId xmlns:a16="http://schemas.microsoft.com/office/drawing/2014/main" id="{53276C4A-82C0-4E57-9122-6421775848F3}"/>
              </a:ext>
            </a:extLst>
          </p:cNvPr>
          <p:cNvSpPr>
            <a:spLocks noChangeShapeType="1"/>
          </p:cNvSpPr>
          <p:nvPr/>
        </p:nvSpPr>
        <p:spPr bwMode="auto">
          <a:xfrm flipV="1">
            <a:off x="7772400" y="3048000"/>
            <a:ext cx="685800" cy="76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1176" name="Text Box 40">
            <a:extLst>
              <a:ext uri="{FF2B5EF4-FFF2-40B4-BE49-F238E27FC236}">
                <a16:creationId xmlns:a16="http://schemas.microsoft.com/office/drawing/2014/main" id="{1D72EF9A-F0D8-4C23-97E3-EB17DB307D51}"/>
              </a:ext>
            </a:extLst>
          </p:cNvPr>
          <p:cNvSpPr txBox="1">
            <a:spLocks noChangeArrowheads="1"/>
          </p:cNvSpPr>
          <p:nvPr/>
        </p:nvSpPr>
        <p:spPr bwMode="auto">
          <a:xfrm>
            <a:off x="3308350" y="3228975"/>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I</a:t>
            </a:r>
          </a:p>
        </p:txBody>
      </p:sp>
      <p:sp>
        <p:nvSpPr>
          <p:cNvPr id="91177" name="Text Box 41">
            <a:extLst>
              <a:ext uri="{FF2B5EF4-FFF2-40B4-BE49-F238E27FC236}">
                <a16:creationId xmlns:a16="http://schemas.microsoft.com/office/drawing/2014/main" id="{C3F443C3-03A4-4B4C-A920-13959A719D94}"/>
              </a:ext>
            </a:extLst>
          </p:cNvPr>
          <p:cNvSpPr txBox="1">
            <a:spLocks noChangeArrowheads="1"/>
          </p:cNvSpPr>
          <p:nvPr/>
        </p:nvSpPr>
        <p:spPr bwMode="auto">
          <a:xfrm>
            <a:off x="2590800" y="219075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A</a:t>
            </a:r>
          </a:p>
        </p:txBody>
      </p:sp>
      <p:sp>
        <p:nvSpPr>
          <p:cNvPr id="91178" name="Text Box 42">
            <a:extLst>
              <a:ext uri="{FF2B5EF4-FFF2-40B4-BE49-F238E27FC236}">
                <a16:creationId xmlns:a16="http://schemas.microsoft.com/office/drawing/2014/main" id="{71922FD4-86DC-4F91-808B-50DCF5DF6668}"/>
              </a:ext>
            </a:extLst>
          </p:cNvPr>
          <p:cNvSpPr txBox="1">
            <a:spLocks noChangeArrowheads="1"/>
          </p:cNvSpPr>
          <p:nvPr/>
        </p:nvSpPr>
        <p:spPr bwMode="auto">
          <a:xfrm>
            <a:off x="7239000" y="37338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P</a:t>
            </a:r>
          </a:p>
        </p:txBody>
      </p:sp>
      <p:sp>
        <p:nvSpPr>
          <p:cNvPr id="91179" name="Text Box 43">
            <a:extLst>
              <a:ext uri="{FF2B5EF4-FFF2-40B4-BE49-F238E27FC236}">
                <a16:creationId xmlns:a16="http://schemas.microsoft.com/office/drawing/2014/main" id="{752585A2-09D8-417D-83A8-759B0E47D7B9}"/>
              </a:ext>
            </a:extLst>
          </p:cNvPr>
          <p:cNvSpPr txBox="1">
            <a:spLocks noChangeArrowheads="1"/>
          </p:cNvSpPr>
          <p:nvPr/>
        </p:nvSpPr>
        <p:spPr bwMode="auto">
          <a:xfrm>
            <a:off x="7772400" y="25908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G</a:t>
            </a:r>
          </a:p>
        </p:txBody>
      </p:sp>
      <p:sp>
        <p:nvSpPr>
          <p:cNvPr id="91180" name="Text Box 44">
            <a:extLst>
              <a:ext uri="{FF2B5EF4-FFF2-40B4-BE49-F238E27FC236}">
                <a16:creationId xmlns:a16="http://schemas.microsoft.com/office/drawing/2014/main" id="{A36D73AC-1AC5-48C9-93A4-9F2E359466D2}"/>
              </a:ext>
            </a:extLst>
          </p:cNvPr>
          <p:cNvSpPr txBox="1">
            <a:spLocks noChangeArrowheads="1"/>
          </p:cNvSpPr>
          <p:nvPr/>
        </p:nvSpPr>
        <p:spPr bwMode="auto">
          <a:xfrm>
            <a:off x="7772400" y="4191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F</a:t>
            </a:r>
          </a:p>
        </p:txBody>
      </p:sp>
      <p:sp>
        <p:nvSpPr>
          <p:cNvPr id="91181" name="Text Box 45">
            <a:extLst>
              <a:ext uri="{FF2B5EF4-FFF2-40B4-BE49-F238E27FC236}">
                <a16:creationId xmlns:a16="http://schemas.microsoft.com/office/drawing/2014/main" id="{8B345358-4AD4-4A72-9418-1A0B3D9F8A4A}"/>
              </a:ext>
            </a:extLst>
          </p:cNvPr>
          <p:cNvSpPr txBox="1">
            <a:spLocks noChangeArrowheads="1"/>
          </p:cNvSpPr>
          <p:nvPr/>
        </p:nvSpPr>
        <p:spPr bwMode="auto">
          <a:xfrm>
            <a:off x="1752600" y="58674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D</a:t>
            </a:r>
          </a:p>
        </p:txBody>
      </p:sp>
      <p:sp>
        <p:nvSpPr>
          <p:cNvPr id="91182" name="Freeform 46">
            <a:extLst>
              <a:ext uri="{FF2B5EF4-FFF2-40B4-BE49-F238E27FC236}">
                <a16:creationId xmlns:a16="http://schemas.microsoft.com/office/drawing/2014/main" id="{FDCCCD00-E7C3-44BF-9823-06F7A095767D}"/>
              </a:ext>
            </a:extLst>
          </p:cNvPr>
          <p:cNvSpPr>
            <a:spLocks/>
          </p:cNvSpPr>
          <p:nvPr/>
        </p:nvSpPr>
        <p:spPr bwMode="auto">
          <a:xfrm>
            <a:off x="3070225" y="2252663"/>
            <a:ext cx="3873500" cy="4311650"/>
          </a:xfrm>
          <a:custGeom>
            <a:avLst/>
            <a:gdLst>
              <a:gd name="T0" fmla="*/ 1697 w 2440"/>
              <a:gd name="T1" fmla="*/ 144 h 2716"/>
              <a:gd name="T2" fmla="*/ 1388 w 2440"/>
              <a:gd name="T3" fmla="*/ 381 h 2716"/>
              <a:gd name="T4" fmla="*/ 1152 w 2440"/>
              <a:gd name="T5" fmla="*/ 463 h 2716"/>
              <a:gd name="T6" fmla="*/ 915 w 2440"/>
              <a:gd name="T7" fmla="*/ 535 h 2716"/>
              <a:gd name="T8" fmla="*/ 751 w 2440"/>
              <a:gd name="T9" fmla="*/ 597 h 2716"/>
              <a:gd name="T10" fmla="*/ 617 w 2440"/>
              <a:gd name="T11" fmla="*/ 638 h 2716"/>
              <a:gd name="T12" fmla="*/ 555 w 2440"/>
              <a:gd name="T13" fmla="*/ 669 h 2716"/>
              <a:gd name="T14" fmla="*/ 370 w 2440"/>
              <a:gd name="T15" fmla="*/ 751 h 2716"/>
              <a:gd name="T16" fmla="*/ 164 w 2440"/>
              <a:gd name="T17" fmla="*/ 834 h 2716"/>
              <a:gd name="T18" fmla="*/ 82 w 2440"/>
              <a:gd name="T19" fmla="*/ 988 h 2716"/>
              <a:gd name="T20" fmla="*/ 82 w 2440"/>
              <a:gd name="T21" fmla="*/ 1255 h 2716"/>
              <a:gd name="T22" fmla="*/ 679 w 2440"/>
              <a:gd name="T23" fmla="*/ 1389 h 2716"/>
              <a:gd name="T24" fmla="*/ 833 w 2440"/>
              <a:gd name="T25" fmla="*/ 1492 h 2716"/>
              <a:gd name="T26" fmla="*/ 884 w 2440"/>
              <a:gd name="T27" fmla="*/ 1543 h 2716"/>
              <a:gd name="T28" fmla="*/ 915 w 2440"/>
              <a:gd name="T29" fmla="*/ 1636 h 2716"/>
              <a:gd name="T30" fmla="*/ 802 w 2440"/>
              <a:gd name="T31" fmla="*/ 1749 h 2716"/>
              <a:gd name="T32" fmla="*/ 267 w 2440"/>
              <a:gd name="T33" fmla="*/ 1790 h 2716"/>
              <a:gd name="T34" fmla="*/ 103 w 2440"/>
              <a:gd name="T35" fmla="*/ 1842 h 2716"/>
              <a:gd name="T36" fmla="*/ 20 w 2440"/>
              <a:gd name="T37" fmla="*/ 1893 h 2716"/>
              <a:gd name="T38" fmla="*/ 31 w 2440"/>
              <a:gd name="T39" fmla="*/ 2099 h 2716"/>
              <a:gd name="T40" fmla="*/ 154 w 2440"/>
              <a:gd name="T41" fmla="*/ 2346 h 2716"/>
              <a:gd name="T42" fmla="*/ 288 w 2440"/>
              <a:gd name="T43" fmla="*/ 2510 h 2716"/>
              <a:gd name="T44" fmla="*/ 421 w 2440"/>
              <a:gd name="T45" fmla="*/ 2592 h 2716"/>
              <a:gd name="T46" fmla="*/ 1121 w 2440"/>
              <a:gd name="T47" fmla="*/ 2685 h 2716"/>
              <a:gd name="T48" fmla="*/ 1265 w 2440"/>
              <a:gd name="T49" fmla="*/ 2716 h 2716"/>
              <a:gd name="T50" fmla="*/ 1645 w 2440"/>
              <a:gd name="T51" fmla="*/ 2654 h 2716"/>
              <a:gd name="T52" fmla="*/ 1779 w 2440"/>
              <a:gd name="T53" fmla="*/ 2582 h 2716"/>
              <a:gd name="T54" fmla="*/ 1892 w 2440"/>
              <a:gd name="T55" fmla="*/ 2541 h 2716"/>
              <a:gd name="T56" fmla="*/ 2077 w 2440"/>
              <a:gd name="T57" fmla="*/ 2428 h 2716"/>
              <a:gd name="T58" fmla="*/ 2160 w 2440"/>
              <a:gd name="T59" fmla="*/ 2315 h 2716"/>
              <a:gd name="T60" fmla="*/ 2129 w 2440"/>
              <a:gd name="T61" fmla="*/ 1944 h 2716"/>
              <a:gd name="T62" fmla="*/ 2057 w 2440"/>
              <a:gd name="T63" fmla="*/ 1564 h 2716"/>
              <a:gd name="T64" fmla="*/ 2119 w 2440"/>
              <a:gd name="T65" fmla="*/ 1224 h 2716"/>
              <a:gd name="T66" fmla="*/ 2242 w 2440"/>
              <a:gd name="T67" fmla="*/ 854 h 2716"/>
              <a:gd name="T68" fmla="*/ 2335 w 2440"/>
              <a:gd name="T69" fmla="*/ 628 h 2716"/>
              <a:gd name="T70" fmla="*/ 2324 w 2440"/>
              <a:gd name="T71" fmla="*/ 0 h 2716"/>
              <a:gd name="T72" fmla="*/ 2077 w 2440"/>
              <a:gd name="T73" fmla="*/ 62 h 2716"/>
              <a:gd name="T74" fmla="*/ 1707 w 2440"/>
              <a:gd name="T75" fmla="*/ 83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440" h="2716">
                <a:moveTo>
                  <a:pt x="1707" y="83"/>
                </a:moveTo>
                <a:cubicBezTo>
                  <a:pt x="1704" y="103"/>
                  <a:pt x="1707" y="126"/>
                  <a:pt x="1697" y="144"/>
                </a:cubicBezTo>
                <a:cubicBezTo>
                  <a:pt x="1667" y="196"/>
                  <a:pt x="1598" y="238"/>
                  <a:pt x="1543" y="258"/>
                </a:cubicBezTo>
                <a:cubicBezTo>
                  <a:pt x="1491" y="309"/>
                  <a:pt x="1448" y="341"/>
                  <a:pt x="1388" y="381"/>
                </a:cubicBezTo>
                <a:cubicBezTo>
                  <a:pt x="1382" y="385"/>
                  <a:pt x="1318" y="401"/>
                  <a:pt x="1316" y="402"/>
                </a:cubicBezTo>
                <a:cubicBezTo>
                  <a:pt x="1261" y="423"/>
                  <a:pt x="1208" y="445"/>
                  <a:pt x="1152" y="463"/>
                </a:cubicBezTo>
                <a:cubicBezTo>
                  <a:pt x="1098" y="480"/>
                  <a:pt x="1041" y="487"/>
                  <a:pt x="987" y="504"/>
                </a:cubicBezTo>
                <a:cubicBezTo>
                  <a:pt x="909" y="557"/>
                  <a:pt x="1008" y="495"/>
                  <a:pt x="915" y="535"/>
                </a:cubicBezTo>
                <a:cubicBezTo>
                  <a:pt x="904" y="540"/>
                  <a:pt x="895" y="551"/>
                  <a:pt x="884" y="556"/>
                </a:cubicBezTo>
                <a:cubicBezTo>
                  <a:pt x="844" y="573"/>
                  <a:pt x="794" y="587"/>
                  <a:pt x="751" y="597"/>
                </a:cubicBezTo>
                <a:cubicBezTo>
                  <a:pt x="681" y="614"/>
                  <a:pt x="736" y="599"/>
                  <a:pt x="679" y="618"/>
                </a:cubicBezTo>
                <a:cubicBezTo>
                  <a:pt x="658" y="625"/>
                  <a:pt x="617" y="638"/>
                  <a:pt x="617" y="638"/>
                </a:cubicBezTo>
                <a:cubicBezTo>
                  <a:pt x="607" y="645"/>
                  <a:pt x="597" y="653"/>
                  <a:pt x="586" y="659"/>
                </a:cubicBezTo>
                <a:cubicBezTo>
                  <a:pt x="576" y="664"/>
                  <a:pt x="564" y="663"/>
                  <a:pt x="555" y="669"/>
                </a:cubicBezTo>
                <a:cubicBezTo>
                  <a:pt x="543" y="677"/>
                  <a:pt x="537" y="693"/>
                  <a:pt x="524" y="700"/>
                </a:cubicBezTo>
                <a:cubicBezTo>
                  <a:pt x="480" y="724"/>
                  <a:pt x="418" y="735"/>
                  <a:pt x="370" y="751"/>
                </a:cubicBezTo>
                <a:cubicBezTo>
                  <a:pt x="333" y="764"/>
                  <a:pt x="257" y="782"/>
                  <a:pt x="257" y="782"/>
                </a:cubicBezTo>
                <a:cubicBezTo>
                  <a:pt x="226" y="803"/>
                  <a:pt x="195" y="813"/>
                  <a:pt x="164" y="834"/>
                </a:cubicBezTo>
                <a:cubicBezTo>
                  <a:pt x="116" y="905"/>
                  <a:pt x="136" y="874"/>
                  <a:pt x="103" y="926"/>
                </a:cubicBezTo>
                <a:cubicBezTo>
                  <a:pt x="91" y="944"/>
                  <a:pt x="82" y="988"/>
                  <a:pt x="82" y="988"/>
                </a:cubicBezTo>
                <a:cubicBezTo>
                  <a:pt x="79" y="1033"/>
                  <a:pt x="72" y="1077"/>
                  <a:pt x="72" y="1122"/>
                </a:cubicBezTo>
                <a:cubicBezTo>
                  <a:pt x="72" y="1166"/>
                  <a:pt x="74" y="1211"/>
                  <a:pt x="82" y="1255"/>
                </a:cubicBezTo>
                <a:cubicBezTo>
                  <a:pt x="84" y="1267"/>
                  <a:pt x="95" y="1277"/>
                  <a:pt x="103" y="1286"/>
                </a:cubicBezTo>
                <a:cubicBezTo>
                  <a:pt x="250" y="1453"/>
                  <a:pt x="453" y="1384"/>
                  <a:pt x="679" y="1389"/>
                </a:cubicBezTo>
                <a:cubicBezTo>
                  <a:pt x="721" y="1403"/>
                  <a:pt x="737" y="1424"/>
                  <a:pt x="771" y="1451"/>
                </a:cubicBezTo>
                <a:cubicBezTo>
                  <a:pt x="791" y="1466"/>
                  <a:pt x="833" y="1492"/>
                  <a:pt x="833" y="1492"/>
                </a:cubicBezTo>
                <a:cubicBezTo>
                  <a:pt x="840" y="1502"/>
                  <a:pt x="844" y="1514"/>
                  <a:pt x="853" y="1523"/>
                </a:cubicBezTo>
                <a:cubicBezTo>
                  <a:pt x="862" y="1532"/>
                  <a:pt x="877" y="1533"/>
                  <a:pt x="884" y="1543"/>
                </a:cubicBezTo>
                <a:cubicBezTo>
                  <a:pt x="896" y="1561"/>
                  <a:pt x="898" y="1584"/>
                  <a:pt x="905" y="1605"/>
                </a:cubicBezTo>
                <a:cubicBezTo>
                  <a:pt x="908" y="1615"/>
                  <a:pt x="915" y="1636"/>
                  <a:pt x="915" y="1636"/>
                </a:cubicBezTo>
                <a:cubicBezTo>
                  <a:pt x="912" y="1663"/>
                  <a:pt x="915" y="1692"/>
                  <a:pt x="905" y="1718"/>
                </a:cubicBezTo>
                <a:cubicBezTo>
                  <a:pt x="894" y="1747"/>
                  <a:pt x="809" y="1749"/>
                  <a:pt x="802" y="1749"/>
                </a:cubicBezTo>
                <a:cubicBezTo>
                  <a:pt x="675" y="1755"/>
                  <a:pt x="548" y="1756"/>
                  <a:pt x="421" y="1759"/>
                </a:cubicBezTo>
                <a:cubicBezTo>
                  <a:pt x="370" y="1770"/>
                  <a:pt x="317" y="1778"/>
                  <a:pt x="267" y="1790"/>
                </a:cubicBezTo>
                <a:cubicBezTo>
                  <a:pt x="236" y="1798"/>
                  <a:pt x="206" y="1814"/>
                  <a:pt x="175" y="1821"/>
                </a:cubicBezTo>
                <a:cubicBezTo>
                  <a:pt x="105" y="1838"/>
                  <a:pt x="160" y="1823"/>
                  <a:pt x="103" y="1842"/>
                </a:cubicBezTo>
                <a:cubicBezTo>
                  <a:pt x="82" y="1849"/>
                  <a:pt x="41" y="1862"/>
                  <a:pt x="41" y="1862"/>
                </a:cubicBezTo>
                <a:cubicBezTo>
                  <a:pt x="34" y="1872"/>
                  <a:pt x="25" y="1882"/>
                  <a:pt x="20" y="1893"/>
                </a:cubicBezTo>
                <a:cubicBezTo>
                  <a:pt x="11" y="1913"/>
                  <a:pt x="0" y="1955"/>
                  <a:pt x="0" y="1955"/>
                </a:cubicBezTo>
                <a:cubicBezTo>
                  <a:pt x="6" y="2000"/>
                  <a:pt x="12" y="2056"/>
                  <a:pt x="31" y="2099"/>
                </a:cubicBezTo>
                <a:cubicBezTo>
                  <a:pt x="46" y="2135"/>
                  <a:pt x="81" y="2159"/>
                  <a:pt x="103" y="2191"/>
                </a:cubicBezTo>
                <a:cubicBezTo>
                  <a:pt x="113" y="2221"/>
                  <a:pt x="135" y="2319"/>
                  <a:pt x="154" y="2346"/>
                </a:cubicBezTo>
                <a:cubicBezTo>
                  <a:pt x="183" y="2387"/>
                  <a:pt x="219" y="2452"/>
                  <a:pt x="257" y="2490"/>
                </a:cubicBezTo>
                <a:cubicBezTo>
                  <a:pt x="266" y="2499"/>
                  <a:pt x="279" y="2502"/>
                  <a:pt x="288" y="2510"/>
                </a:cubicBezTo>
                <a:cubicBezTo>
                  <a:pt x="310" y="2529"/>
                  <a:pt x="329" y="2551"/>
                  <a:pt x="349" y="2572"/>
                </a:cubicBezTo>
                <a:cubicBezTo>
                  <a:pt x="366" y="2590"/>
                  <a:pt x="397" y="2585"/>
                  <a:pt x="421" y="2592"/>
                </a:cubicBezTo>
                <a:cubicBezTo>
                  <a:pt x="484" y="2611"/>
                  <a:pt x="521" y="2624"/>
                  <a:pt x="586" y="2634"/>
                </a:cubicBezTo>
                <a:cubicBezTo>
                  <a:pt x="730" y="2680"/>
                  <a:pt x="967" y="2677"/>
                  <a:pt x="1121" y="2685"/>
                </a:cubicBezTo>
                <a:cubicBezTo>
                  <a:pt x="1148" y="2688"/>
                  <a:pt x="1176" y="2689"/>
                  <a:pt x="1203" y="2695"/>
                </a:cubicBezTo>
                <a:cubicBezTo>
                  <a:pt x="1224" y="2700"/>
                  <a:pt x="1265" y="2716"/>
                  <a:pt x="1265" y="2716"/>
                </a:cubicBezTo>
                <a:cubicBezTo>
                  <a:pt x="1351" y="2713"/>
                  <a:pt x="1436" y="2712"/>
                  <a:pt x="1522" y="2706"/>
                </a:cubicBezTo>
                <a:cubicBezTo>
                  <a:pt x="1569" y="2703"/>
                  <a:pt x="1605" y="2671"/>
                  <a:pt x="1645" y="2654"/>
                </a:cubicBezTo>
                <a:cubicBezTo>
                  <a:pt x="1668" y="2644"/>
                  <a:pt x="1693" y="2642"/>
                  <a:pt x="1717" y="2634"/>
                </a:cubicBezTo>
                <a:cubicBezTo>
                  <a:pt x="1739" y="2619"/>
                  <a:pt x="1757" y="2597"/>
                  <a:pt x="1779" y="2582"/>
                </a:cubicBezTo>
                <a:cubicBezTo>
                  <a:pt x="1801" y="2568"/>
                  <a:pt x="1827" y="2560"/>
                  <a:pt x="1851" y="2551"/>
                </a:cubicBezTo>
                <a:cubicBezTo>
                  <a:pt x="1864" y="2546"/>
                  <a:pt x="1879" y="2545"/>
                  <a:pt x="1892" y="2541"/>
                </a:cubicBezTo>
                <a:cubicBezTo>
                  <a:pt x="1913" y="2535"/>
                  <a:pt x="1954" y="2520"/>
                  <a:pt x="1954" y="2520"/>
                </a:cubicBezTo>
                <a:cubicBezTo>
                  <a:pt x="1989" y="2486"/>
                  <a:pt x="2050" y="2462"/>
                  <a:pt x="2077" y="2428"/>
                </a:cubicBezTo>
                <a:cubicBezTo>
                  <a:pt x="2091" y="2411"/>
                  <a:pt x="2106" y="2394"/>
                  <a:pt x="2119" y="2376"/>
                </a:cubicBezTo>
                <a:cubicBezTo>
                  <a:pt x="2134" y="2356"/>
                  <a:pt x="2160" y="2315"/>
                  <a:pt x="2160" y="2315"/>
                </a:cubicBezTo>
                <a:cubicBezTo>
                  <a:pt x="2199" y="2193"/>
                  <a:pt x="2203" y="2206"/>
                  <a:pt x="2170" y="2006"/>
                </a:cubicBezTo>
                <a:cubicBezTo>
                  <a:pt x="2166" y="1982"/>
                  <a:pt x="2143" y="1965"/>
                  <a:pt x="2129" y="1944"/>
                </a:cubicBezTo>
                <a:cubicBezTo>
                  <a:pt x="2099" y="1900"/>
                  <a:pt x="2063" y="1858"/>
                  <a:pt x="2026" y="1821"/>
                </a:cubicBezTo>
                <a:cubicBezTo>
                  <a:pt x="2005" y="1733"/>
                  <a:pt x="2006" y="1639"/>
                  <a:pt x="2057" y="1564"/>
                </a:cubicBezTo>
                <a:cubicBezTo>
                  <a:pt x="2071" y="1491"/>
                  <a:pt x="2094" y="1421"/>
                  <a:pt x="2108" y="1348"/>
                </a:cubicBezTo>
                <a:cubicBezTo>
                  <a:pt x="2112" y="1307"/>
                  <a:pt x="2114" y="1265"/>
                  <a:pt x="2119" y="1224"/>
                </a:cubicBezTo>
                <a:cubicBezTo>
                  <a:pt x="2125" y="1178"/>
                  <a:pt x="2151" y="1136"/>
                  <a:pt x="2160" y="1091"/>
                </a:cubicBezTo>
                <a:cubicBezTo>
                  <a:pt x="2176" y="1007"/>
                  <a:pt x="2194" y="925"/>
                  <a:pt x="2242" y="854"/>
                </a:cubicBezTo>
                <a:cubicBezTo>
                  <a:pt x="2277" y="746"/>
                  <a:pt x="2222" y="907"/>
                  <a:pt x="2273" y="792"/>
                </a:cubicBezTo>
                <a:cubicBezTo>
                  <a:pt x="2298" y="736"/>
                  <a:pt x="2300" y="679"/>
                  <a:pt x="2335" y="628"/>
                </a:cubicBezTo>
                <a:cubicBezTo>
                  <a:pt x="2375" y="504"/>
                  <a:pt x="2396" y="390"/>
                  <a:pt x="2407" y="258"/>
                </a:cubicBezTo>
                <a:cubicBezTo>
                  <a:pt x="2400" y="129"/>
                  <a:pt x="2440" y="41"/>
                  <a:pt x="2324" y="0"/>
                </a:cubicBezTo>
                <a:cubicBezTo>
                  <a:pt x="2273" y="4"/>
                  <a:pt x="2221" y="2"/>
                  <a:pt x="2170" y="11"/>
                </a:cubicBezTo>
                <a:cubicBezTo>
                  <a:pt x="2142" y="16"/>
                  <a:pt x="2105" y="60"/>
                  <a:pt x="2077" y="62"/>
                </a:cubicBezTo>
                <a:cubicBezTo>
                  <a:pt x="1964" y="71"/>
                  <a:pt x="1851" y="69"/>
                  <a:pt x="1738" y="72"/>
                </a:cubicBezTo>
                <a:cubicBezTo>
                  <a:pt x="1694" y="84"/>
                  <a:pt x="1683" y="83"/>
                  <a:pt x="1707" y="83"/>
                </a:cubicBezTo>
                <a:close/>
              </a:path>
            </a:pathLst>
          </a:custGeom>
          <a:noFill/>
          <a:ln w="9525" cap="flat" cmpd="sng">
            <a:solidFill>
              <a:schemeClr val="bg2"/>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1183" name="Text Box 47">
            <a:extLst>
              <a:ext uri="{FF2B5EF4-FFF2-40B4-BE49-F238E27FC236}">
                <a16:creationId xmlns:a16="http://schemas.microsoft.com/office/drawing/2014/main" id="{70F389B9-F27F-47EF-86C3-523B2FF7332D}"/>
              </a:ext>
            </a:extLst>
          </p:cNvPr>
          <p:cNvSpPr txBox="1">
            <a:spLocks noChangeArrowheads="1"/>
          </p:cNvSpPr>
          <p:nvPr/>
        </p:nvSpPr>
        <p:spPr bwMode="auto">
          <a:xfrm>
            <a:off x="6524625" y="1962150"/>
            <a:ext cx="609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sz="3600" b="1">
                <a:solidFill>
                  <a:schemeClr val="bg2"/>
                </a:solidFill>
                <a:latin typeface="Arial Narrow" panose="020B0606020202030204" pitchFamily="34" charset="0"/>
              </a:rPr>
              <a:t>2</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231B10F8-DAB8-4768-8A67-CD925D097B4E}"/>
              </a:ext>
            </a:extLst>
          </p:cNvPr>
          <p:cNvSpPr>
            <a:spLocks noGrp="1" noChangeArrowheads="1"/>
          </p:cNvSpPr>
          <p:nvPr>
            <p:ph type="title"/>
          </p:nvPr>
        </p:nvSpPr>
        <p:spPr>
          <a:xfrm>
            <a:off x="1208088" y="609600"/>
            <a:ext cx="7227887" cy="1143000"/>
          </a:xfrm>
        </p:spPr>
        <p:txBody>
          <a:bodyPr/>
          <a:lstStyle/>
          <a:p>
            <a:r>
              <a:rPr lang="zh-CN" altLang="en-US" sz="4000" u="sng"/>
              <a:t>重新分解的做法</a:t>
            </a:r>
            <a:endParaRPr lang="zh-CN" altLang="en-US" sz="4000" u="sng">
              <a:latin typeface="宋体" panose="02010600030101010101" pitchFamily="2" charset="-122"/>
            </a:endParaRPr>
          </a:p>
        </p:txBody>
      </p:sp>
      <p:sp>
        <p:nvSpPr>
          <p:cNvPr id="92163" name="Rectangle 3">
            <a:extLst>
              <a:ext uri="{FF2B5EF4-FFF2-40B4-BE49-F238E27FC236}">
                <a16:creationId xmlns:a16="http://schemas.microsoft.com/office/drawing/2014/main" id="{DC502EE5-C82C-4229-B31A-24F8663DE0DB}"/>
              </a:ext>
            </a:extLst>
          </p:cNvPr>
          <p:cNvSpPr>
            <a:spLocks noGrp="1" noChangeArrowheads="1"/>
          </p:cNvSpPr>
          <p:nvPr>
            <p:ph idx="1"/>
          </p:nvPr>
        </p:nvSpPr>
        <p:spPr>
          <a:xfrm>
            <a:off x="914400" y="2667000"/>
            <a:ext cx="7848600" cy="2057400"/>
          </a:xfrm>
        </p:spPr>
        <p:txBody>
          <a:bodyPr/>
          <a:lstStyle/>
          <a:p>
            <a:pPr algn="just">
              <a:buFontTx/>
              <a:buNone/>
            </a:pPr>
            <a:r>
              <a:rPr lang="en-US" altLang="zh-CN" sz="3600">
                <a:latin typeface="宋体" panose="02010600030101010101" pitchFamily="2" charset="-122"/>
              </a:rPr>
              <a:t> (2) </a:t>
            </a:r>
            <a:r>
              <a:rPr lang="zh-CN" altLang="en-US" sz="3600">
                <a:latin typeface="宋体" panose="02010600030101010101" pitchFamily="2" charset="-122"/>
              </a:rPr>
              <a:t>把图分成几部分，使各部分之间的联系最少。</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7B9F3B0F-52A3-41FD-B2EB-0D70D82C5BD4}"/>
              </a:ext>
            </a:extLst>
          </p:cNvPr>
          <p:cNvSpPr>
            <a:spLocks noGrp="1" noChangeArrowheads="1"/>
          </p:cNvSpPr>
          <p:nvPr>
            <p:ph type="title"/>
          </p:nvPr>
        </p:nvSpPr>
        <p:spPr>
          <a:xfrm>
            <a:off x="1208088" y="609600"/>
            <a:ext cx="7227887" cy="1143000"/>
          </a:xfrm>
        </p:spPr>
        <p:txBody>
          <a:bodyPr/>
          <a:lstStyle/>
          <a:p>
            <a:r>
              <a:rPr lang="zh-CN" altLang="en-US" sz="4000" u="sng"/>
              <a:t>重新分解的做法</a:t>
            </a:r>
            <a:endParaRPr lang="zh-CN" altLang="en-US" sz="4000" u="sng">
              <a:latin typeface="宋体" panose="02010600030101010101" pitchFamily="2" charset="-122"/>
            </a:endParaRPr>
          </a:p>
        </p:txBody>
      </p:sp>
      <p:grpSp>
        <p:nvGrpSpPr>
          <p:cNvPr id="93187" name="Group 3">
            <a:extLst>
              <a:ext uri="{FF2B5EF4-FFF2-40B4-BE49-F238E27FC236}">
                <a16:creationId xmlns:a16="http://schemas.microsoft.com/office/drawing/2014/main" id="{A3020AAF-0A65-4D7F-B4DE-3B20978382EB}"/>
              </a:ext>
            </a:extLst>
          </p:cNvPr>
          <p:cNvGrpSpPr>
            <a:grpSpLocks/>
          </p:cNvGrpSpPr>
          <p:nvPr/>
        </p:nvGrpSpPr>
        <p:grpSpPr bwMode="auto">
          <a:xfrm>
            <a:off x="609600" y="1752600"/>
            <a:ext cx="7848600" cy="5067300"/>
            <a:chOff x="384" y="1104"/>
            <a:chExt cx="4944" cy="3192"/>
          </a:xfrm>
        </p:grpSpPr>
        <p:sp>
          <p:nvSpPr>
            <p:cNvPr id="93188" name="Text Box 4">
              <a:extLst>
                <a:ext uri="{FF2B5EF4-FFF2-40B4-BE49-F238E27FC236}">
                  <a16:creationId xmlns:a16="http://schemas.microsoft.com/office/drawing/2014/main" id="{51272519-66A9-455A-8A85-8329D30ABF4D}"/>
                </a:ext>
              </a:extLst>
            </p:cNvPr>
            <p:cNvSpPr txBox="1">
              <a:spLocks noChangeArrowheads="1"/>
            </p:cNvSpPr>
            <p:nvPr/>
          </p:nvSpPr>
          <p:spPr bwMode="auto">
            <a:xfrm>
              <a:off x="384" y="1104"/>
              <a:ext cx="249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zh-CN" altLang="en-US" sz="2800" b="1">
                  <a:latin typeface="Arial Narrow" panose="020B0606020202030204" pitchFamily="34" charset="0"/>
                </a:rPr>
                <a:t>把图中的加工重新划分：</a:t>
              </a:r>
            </a:p>
          </p:txBody>
        </p:sp>
        <p:sp>
          <p:nvSpPr>
            <p:cNvPr id="93189" name="AutoShape 5">
              <a:extLst>
                <a:ext uri="{FF2B5EF4-FFF2-40B4-BE49-F238E27FC236}">
                  <a16:creationId xmlns:a16="http://schemas.microsoft.com/office/drawing/2014/main" id="{0AC80447-FBE3-4E10-9A9E-74C37C71945D}"/>
                </a:ext>
              </a:extLst>
            </p:cNvPr>
            <p:cNvSpPr>
              <a:spLocks noChangeArrowheads="1"/>
            </p:cNvSpPr>
            <p:nvPr/>
          </p:nvSpPr>
          <p:spPr bwMode="auto">
            <a:xfrm>
              <a:off x="2132" y="2284"/>
              <a:ext cx="480" cy="48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2.2</a:t>
              </a:r>
            </a:p>
          </p:txBody>
        </p:sp>
        <p:sp>
          <p:nvSpPr>
            <p:cNvPr id="93190" name="AutoShape 6">
              <a:extLst>
                <a:ext uri="{FF2B5EF4-FFF2-40B4-BE49-F238E27FC236}">
                  <a16:creationId xmlns:a16="http://schemas.microsoft.com/office/drawing/2014/main" id="{0259A4EB-38CC-42DB-A5D5-FA43F6F27C0D}"/>
                </a:ext>
              </a:extLst>
            </p:cNvPr>
            <p:cNvSpPr>
              <a:spLocks noChangeArrowheads="1"/>
            </p:cNvSpPr>
            <p:nvPr/>
          </p:nvSpPr>
          <p:spPr bwMode="auto">
            <a:xfrm>
              <a:off x="3236" y="2476"/>
              <a:ext cx="480" cy="48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2.3</a:t>
              </a:r>
            </a:p>
          </p:txBody>
        </p:sp>
        <p:sp>
          <p:nvSpPr>
            <p:cNvPr id="93191" name="AutoShape 7">
              <a:extLst>
                <a:ext uri="{FF2B5EF4-FFF2-40B4-BE49-F238E27FC236}">
                  <a16:creationId xmlns:a16="http://schemas.microsoft.com/office/drawing/2014/main" id="{6971BF0D-55D4-480A-9DB5-0F8B8865DE65}"/>
                </a:ext>
              </a:extLst>
            </p:cNvPr>
            <p:cNvSpPr>
              <a:spLocks noChangeArrowheads="1"/>
            </p:cNvSpPr>
            <p:nvPr/>
          </p:nvSpPr>
          <p:spPr bwMode="auto">
            <a:xfrm>
              <a:off x="3332" y="1708"/>
              <a:ext cx="480" cy="48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2.1</a:t>
              </a:r>
            </a:p>
          </p:txBody>
        </p:sp>
        <p:sp>
          <p:nvSpPr>
            <p:cNvPr id="93192" name="AutoShape 8">
              <a:extLst>
                <a:ext uri="{FF2B5EF4-FFF2-40B4-BE49-F238E27FC236}">
                  <a16:creationId xmlns:a16="http://schemas.microsoft.com/office/drawing/2014/main" id="{EE806B9F-83AE-489E-8AFC-FCD6A99FBB86}"/>
                </a:ext>
              </a:extLst>
            </p:cNvPr>
            <p:cNvSpPr>
              <a:spLocks noChangeArrowheads="1"/>
            </p:cNvSpPr>
            <p:nvPr/>
          </p:nvSpPr>
          <p:spPr bwMode="auto">
            <a:xfrm>
              <a:off x="2084" y="3244"/>
              <a:ext cx="480" cy="48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2.4</a:t>
              </a:r>
            </a:p>
          </p:txBody>
        </p:sp>
        <p:sp>
          <p:nvSpPr>
            <p:cNvPr id="93193" name="AutoShape 9">
              <a:extLst>
                <a:ext uri="{FF2B5EF4-FFF2-40B4-BE49-F238E27FC236}">
                  <a16:creationId xmlns:a16="http://schemas.microsoft.com/office/drawing/2014/main" id="{E3D2383C-D8A4-4168-9A8F-EA26C59F739A}"/>
                </a:ext>
              </a:extLst>
            </p:cNvPr>
            <p:cNvSpPr>
              <a:spLocks noChangeArrowheads="1"/>
            </p:cNvSpPr>
            <p:nvPr/>
          </p:nvSpPr>
          <p:spPr bwMode="auto">
            <a:xfrm>
              <a:off x="3380" y="3388"/>
              <a:ext cx="480" cy="48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2.5</a:t>
              </a:r>
            </a:p>
          </p:txBody>
        </p:sp>
        <p:sp>
          <p:nvSpPr>
            <p:cNvPr id="93194" name="Line 10">
              <a:extLst>
                <a:ext uri="{FF2B5EF4-FFF2-40B4-BE49-F238E27FC236}">
                  <a16:creationId xmlns:a16="http://schemas.microsoft.com/office/drawing/2014/main" id="{D057D017-0804-4C8D-92F0-85637390278D}"/>
                </a:ext>
              </a:extLst>
            </p:cNvPr>
            <p:cNvSpPr>
              <a:spLocks noChangeShapeType="1"/>
            </p:cNvSpPr>
            <p:nvPr/>
          </p:nvSpPr>
          <p:spPr bwMode="auto">
            <a:xfrm flipV="1">
              <a:off x="2612" y="2092"/>
              <a:ext cx="720"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3195" name="Line 11">
              <a:extLst>
                <a:ext uri="{FF2B5EF4-FFF2-40B4-BE49-F238E27FC236}">
                  <a16:creationId xmlns:a16="http://schemas.microsoft.com/office/drawing/2014/main" id="{87C5BA66-7DA0-4883-80E3-C31BB6685365}"/>
                </a:ext>
              </a:extLst>
            </p:cNvPr>
            <p:cNvSpPr>
              <a:spLocks noChangeShapeType="1"/>
            </p:cNvSpPr>
            <p:nvPr/>
          </p:nvSpPr>
          <p:spPr bwMode="auto">
            <a:xfrm>
              <a:off x="2612" y="2524"/>
              <a:ext cx="624"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3196" name="Line 12">
              <a:extLst>
                <a:ext uri="{FF2B5EF4-FFF2-40B4-BE49-F238E27FC236}">
                  <a16:creationId xmlns:a16="http://schemas.microsoft.com/office/drawing/2014/main" id="{08F217C1-61C5-435D-B365-5ECCF139E13A}"/>
                </a:ext>
              </a:extLst>
            </p:cNvPr>
            <p:cNvSpPr>
              <a:spLocks noChangeShapeType="1"/>
            </p:cNvSpPr>
            <p:nvPr/>
          </p:nvSpPr>
          <p:spPr bwMode="auto">
            <a:xfrm>
              <a:off x="2564" y="3484"/>
              <a:ext cx="768"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3197" name="Line 13">
              <a:extLst>
                <a:ext uri="{FF2B5EF4-FFF2-40B4-BE49-F238E27FC236}">
                  <a16:creationId xmlns:a16="http://schemas.microsoft.com/office/drawing/2014/main" id="{62AA5DFA-D027-4A3F-B7FF-257C886E5E82}"/>
                </a:ext>
              </a:extLst>
            </p:cNvPr>
            <p:cNvSpPr>
              <a:spLocks noChangeShapeType="1"/>
            </p:cNvSpPr>
            <p:nvPr/>
          </p:nvSpPr>
          <p:spPr bwMode="auto">
            <a:xfrm flipV="1">
              <a:off x="2564" y="3052"/>
              <a:ext cx="1728" cy="336"/>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3198" name="Text Box 14">
              <a:extLst>
                <a:ext uri="{FF2B5EF4-FFF2-40B4-BE49-F238E27FC236}">
                  <a16:creationId xmlns:a16="http://schemas.microsoft.com/office/drawing/2014/main" id="{1906DCF0-C3FE-4946-916E-F20DA0FE4DA5}"/>
                </a:ext>
              </a:extLst>
            </p:cNvPr>
            <p:cNvSpPr txBox="1">
              <a:spLocks noChangeArrowheads="1"/>
            </p:cNvSpPr>
            <p:nvPr/>
          </p:nvSpPr>
          <p:spPr bwMode="auto">
            <a:xfrm>
              <a:off x="1536" y="1920"/>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B</a:t>
              </a:r>
            </a:p>
          </p:txBody>
        </p:sp>
        <p:sp>
          <p:nvSpPr>
            <p:cNvPr id="93199" name="Text Box 15">
              <a:extLst>
                <a:ext uri="{FF2B5EF4-FFF2-40B4-BE49-F238E27FC236}">
                  <a16:creationId xmlns:a16="http://schemas.microsoft.com/office/drawing/2014/main" id="{25A18223-F565-431E-9C1A-F379D54361DF}"/>
                </a:ext>
              </a:extLst>
            </p:cNvPr>
            <p:cNvSpPr txBox="1">
              <a:spLocks noChangeArrowheads="1"/>
            </p:cNvSpPr>
            <p:nvPr/>
          </p:nvSpPr>
          <p:spPr bwMode="auto">
            <a:xfrm>
              <a:off x="2784" y="1824"/>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J</a:t>
              </a:r>
            </a:p>
          </p:txBody>
        </p:sp>
        <p:sp>
          <p:nvSpPr>
            <p:cNvPr id="93200" name="Text Box 16">
              <a:extLst>
                <a:ext uri="{FF2B5EF4-FFF2-40B4-BE49-F238E27FC236}">
                  <a16:creationId xmlns:a16="http://schemas.microsoft.com/office/drawing/2014/main" id="{D7557FED-3EEE-4F65-9492-247C04A694FB}"/>
                </a:ext>
              </a:extLst>
            </p:cNvPr>
            <p:cNvSpPr txBox="1">
              <a:spLocks noChangeArrowheads="1"/>
            </p:cNvSpPr>
            <p:nvPr/>
          </p:nvSpPr>
          <p:spPr bwMode="auto">
            <a:xfrm>
              <a:off x="1758" y="328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K</a:t>
              </a:r>
            </a:p>
          </p:txBody>
        </p:sp>
        <p:sp>
          <p:nvSpPr>
            <p:cNvPr id="93201" name="Text Box 17">
              <a:extLst>
                <a:ext uri="{FF2B5EF4-FFF2-40B4-BE49-F238E27FC236}">
                  <a16:creationId xmlns:a16="http://schemas.microsoft.com/office/drawing/2014/main" id="{D3B0873F-559D-43C6-8E0D-A81DCA679C97}"/>
                </a:ext>
              </a:extLst>
            </p:cNvPr>
            <p:cNvSpPr txBox="1">
              <a:spLocks noChangeArrowheads="1"/>
            </p:cNvSpPr>
            <p:nvPr/>
          </p:nvSpPr>
          <p:spPr bwMode="auto">
            <a:xfrm>
              <a:off x="2688" y="2640"/>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C</a:t>
              </a:r>
            </a:p>
          </p:txBody>
        </p:sp>
        <p:sp>
          <p:nvSpPr>
            <p:cNvPr id="93202" name="Text Box 18">
              <a:extLst>
                <a:ext uri="{FF2B5EF4-FFF2-40B4-BE49-F238E27FC236}">
                  <a16:creationId xmlns:a16="http://schemas.microsoft.com/office/drawing/2014/main" id="{90EC12E0-D723-4512-AE40-19CE686E123C}"/>
                </a:ext>
              </a:extLst>
            </p:cNvPr>
            <p:cNvSpPr txBox="1">
              <a:spLocks noChangeArrowheads="1"/>
            </p:cNvSpPr>
            <p:nvPr/>
          </p:nvSpPr>
          <p:spPr bwMode="auto">
            <a:xfrm>
              <a:off x="3812" y="287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M</a:t>
              </a:r>
            </a:p>
          </p:txBody>
        </p:sp>
        <p:sp>
          <p:nvSpPr>
            <p:cNvPr id="93203" name="Text Box 19">
              <a:extLst>
                <a:ext uri="{FF2B5EF4-FFF2-40B4-BE49-F238E27FC236}">
                  <a16:creationId xmlns:a16="http://schemas.microsoft.com/office/drawing/2014/main" id="{2008CF2A-BDFA-469D-BA17-B7EB7BCE127C}"/>
                </a:ext>
              </a:extLst>
            </p:cNvPr>
            <p:cNvSpPr txBox="1">
              <a:spLocks noChangeArrowheads="1"/>
            </p:cNvSpPr>
            <p:nvPr/>
          </p:nvSpPr>
          <p:spPr bwMode="auto">
            <a:xfrm>
              <a:off x="2736" y="3888"/>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L</a:t>
              </a:r>
            </a:p>
          </p:txBody>
        </p:sp>
        <p:sp>
          <p:nvSpPr>
            <p:cNvPr id="93204" name="Text Box 20">
              <a:extLst>
                <a:ext uri="{FF2B5EF4-FFF2-40B4-BE49-F238E27FC236}">
                  <a16:creationId xmlns:a16="http://schemas.microsoft.com/office/drawing/2014/main" id="{453BE848-3C54-41A6-831E-15293FA91306}"/>
                </a:ext>
              </a:extLst>
            </p:cNvPr>
            <p:cNvSpPr txBox="1">
              <a:spLocks noChangeArrowheads="1"/>
            </p:cNvSpPr>
            <p:nvPr/>
          </p:nvSpPr>
          <p:spPr bwMode="auto">
            <a:xfrm>
              <a:off x="4080" y="3504"/>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E</a:t>
              </a:r>
            </a:p>
          </p:txBody>
        </p:sp>
        <p:sp>
          <p:nvSpPr>
            <p:cNvPr id="93205" name="Text Box 21">
              <a:extLst>
                <a:ext uri="{FF2B5EF4-FFF2-40B4-BE49-F238E27FC236}">
                  <a16:creationId xmlns:a16="http://schemas.microsoft.com/office/drawing/2014/main" id="{0C557DEE-CE2C-469E-924D-98EEF246C43D}"/>
                </a:ext>
              </a:extLst>
            </p:cNvPr>
            <p:cNvSpPr txBox="1">
              <a:spLocks noChangeArrowheads="1"/>
            </p:cNvSpPr>
            <p:nvPr/>
          </p:nvSpPr>
          <p:spPr bwMode="auto">
            <a:xfrm>
              <a:off x="3168" y="129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H</a:t>
              </a:r>
            </a:p>
          </p:txBody>
        </p:sp>
        <p:sp>
          <p:nvSpPr>
            <p:cNvPr id="93206" name="Text Box 22">
              <a:extLst>
                <a:ext uri="{FF2B5EF4-FFF2-40B4-BE49-F238E27FC236}">
                  <a16:creationId xmlns:a16="http://schemas.microsoft.com/office/drawing/2014/main" id="{B0D66ECC-9FA7-4970-8BA2-462DF20F81FE}"/>
                </a:ext>
              </a:extLst>
            </p:cNvPr>
            <p:cNvSpPr txBox="1">
              <a:spLocks noChangeArrowheads="1"/>
            </p:cNvSpPr>
            <p:nvPr/>
          </p:nvSpPr>
          <p:spPr bwMode="auto">
            <a:xfrm>
              <a:off x="3888" y="2160"/>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N</a:t>
              </a:r>
            </a:p>
          </p:txBody>
        </p:sp>
        <p:sp>
          <p:nvSpPr>
            <p:cNvPr id="93207" name="AutoShape 23">
              <a:extLst>
                <a:ext uri="{FF2B5EF4-FFF2-40B4-BE49-F238E27FC236}">
                  <a16:creationId xmlns:a16="http://schemas.microsoft.com/office/drawing/2014/main" id="{272C8B6B-5A96-4BC0-B84C-EFE5E94C2DE3}"/>
                </a:ext>
              </a:extLst>
            </p:cNvPr>
            <p:cNvSpPr>
              <a:spLocks noChangeArrowheads="1"/>
            </p:cNvSpPr>
            <p:nvPr/>
          </p:nvSpPr>
          <p:spPr bwMode="auto">
            <a:xfrm>
              <a:off x="2016" y="1536"/>
              <a:ext cx="480" cy="48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1</a:t>
              </a:r>
            </a:p>
          </p:txBody>
        </p:sp>
        <p:sp>
          <p:nvSpPr>
            <p:cNvPr id="93208" name="AutoShape 24">
              <a:extLst>
                <a:ext uri="{FF2B5EF4-FFF2-40B4-BE49-F238E27FC236}">
                  <a16:creationId xmlns:a16="http://schemas.microsoft.com/office/drawing/2014/main" id="{E97768BE-BA54-42F2-AEEF-FB16D79796CF}"/>
                </a:ext>
              </a:extLst>
            </p:cNvPr>
            <p:cNvSpPr>
              <a:spLocks noChangeArrowheads="1"/>
            </p:cNvSpPr>
            <p:nvPr/>
          </p:nvSpPr>
          <p:spPr bwMode="auto">
            <a:xfrm>
              <a:off x="1450" y="3696"/>
              <a:ext cx="480" cy="48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3</a:t>
              </a:r>
            </a:p>
          </p:txBody>
        </p:sp>
        <p:sp>
          <p:nvSpPr>
            <p:cNvPr id="93209" name="AutoShape 25">
              <a:extLst>
                <a:ext uri="{FF2B5EF4-FFF2-40B4-BE49-F238E27FC236}">
                  <a16:creationId xmlns:a16="http://schemas.microsoft.com/office/drawing/2014/main" id="{91A8DA0A-EE16-4EB6-8A68-24A673A637B5}"/>
                </a:ext>
              </a:extLst>
            </p:cNvPr>
            <p:cNvSpPr>
              <a:spLocks noChangeArrowheads="1"/>
            </p:cNvSpPr>
            <p:nvPr/>
          </p:nvSpPr>
          <p:spPr bwMode="auto">
            <a:xfrm>
              <a:off x="4416" y="1776"/>
              <a:ext cx="480" cy="48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4</a:t>
              </a:r>
            </a:p>
          </p:txBody>
        </p:sp>
        <p:sp>
          <p:nvSpPr>
            <p:cNvPr id="93210" name="AutoShape 26">
              <a:extLst>
                <a:ext uri="{FF2B5EF4-FFF2-40B4-BE49-F238E27FC236}">
                  <a16:creationId xmlns:a16="http://schemas.microsoft.com/office/drawing/2014/main" id="{E7D90C6F-E226-4432-8C99-EE2ADF3713BB}"/>
                </a:ext>
              </a:extLst>
            </p:cNvPr>
            <p:cNvSpPr>
              <a:spLocks noChangeArrowheads="1"/>
            </p:cNvSpPr>
            <p:nvPr/>
          </p:nvSpPr>
          <p:spPr bwMode="auto">
            <a:xfrm>
              <a:off x="4320" y="2736"/>
              <a:ext cx="480" cy="48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5</a:t>
              </a:r>
            </a:p>
          </p:txBody>
        </p:sp>
        <p:sp>
          <p:nvSpPr>
            <p:cNvPr id="93211" name="Line 27">
              <a:extLst>
                <a:ext uri="{FF2B5EF4-FFF2-40B4-BE49-F238E27FC236}">
                  <a16:creationId xmlns:a16="http://schemas.microsoft.com/office/drawing/2014/main" id="{81C5C02A-77CC-4836-9CFF-ADD3110CC4E7}"/>
                </a:ext>
              </a:extLst>
            </p:cNvPr>
            <p:cNvSpPr>
              <a:spLocks noChangeShapeType="1"/>
            </p:cNvSpPr>
            <p:nvPr/>
          </p:nvSpPr>
          <p:spPr bwMode="auto">
            <a:xfrm>
              <a:off x="2496" y="1776"/>
              <a:ext cx="864" cy="96"/>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3212" name="Line 28">
              <a:extLst>
                <a:ext uri="{FF2B5EF4-FFF2-40B4-BE49-F238E27FC236}">
                  <a16:creationId xmlns:a16="http://schemas.microsoft.com/office/drawing/2014/main" id="{8EB243F8-E854-4F15-A64E-0A466A81642C}"/>
                </a:ext>
              </a:extLst>
            </p:cNvPr>
            <p:cNvSpPr>
              <a:spLocks noChangeShapeType="1"/>
            </p:cNvSpPr>
            <p:nvPr/>
          </p:nvSpPr>
          <p:spPr bwMode="auto">
            <a:xfrm>
              <a:off x="2208" y="2016"/>
              <a:ext cx="144" cy="288"/>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3213" name="Freeform 29">
              <a:extLst>
                <a:ext uri="{FF2B5EF4-FFF2-40B4-BE49-F238E27FC236}">
                  <a16:creationId xmlns:a16="http://schemas.microsoft.com/office/drawing/2014/main" id="{B38043EC-B34D-498B-B2EF-C0DA898D94FA}"/>
                </a:ext>
              </a:extLst>
            </p:cNvPr>
            <p:cNvSpPr>
              <a:spLocks/>
            </p:cNvSpPr>
            <p:nvPr/>
          </p:nvSpPr>
          <p:spPr bwMode="auto">
            <a:xfrm>
              <a:off x="2496" y="1560"/>
              <a:ext cx="960" cy="168"/>
            </a:xfrm>
            <a:custGeom>
              <a:avLst/>
              <a:gdLst>
                <a:gd name="T0" fmla="*/ 960 w 960"/>
                <a:gd name="T1" fmla="*/ 168 h 168"/>
                <a:gd name="T2" fmla="*/ 672 w 960"/>
                <a:gd name="T3" fmla="*/ 24 h 168"/>
                <a:gd name="T4" fmla="*/ 192 w 960"/>
                <a:gd name="T5" fmla="*/ 24 h 168"/>
                <a:gd name="T6" fmla="*/ 0 w 960"/>
                <a:gd name="T7" fmla="*/ 72 h 168"/>
              </a:gdLst>
              <a:ahLst/>
              <a:cxnLst>
                <a:cxn ang="0">
                  <a:pos x="T0" y="T1"/>
                </a:cxn>
                <a:cxn ang="0">
                  <a:pos x="T2" y="T3"/>
                </a:cxn>
                <a:cxn ang="0">
                  <a:pos x="T4" y="T5"/>
                </a:cxn>
                <a:cxn ang="0">
                  <a:pos x="T6" y="T7"/>
                </a:cxn>
              </a:cxnLst>
              <a:rect l="0" t="0" r="r" b="b"/>
              <a:pathLst>
                <a:path w="960" h="168">
                  <a:moveTo>
                    <a:pt x="960" y="168"/>
                  </a:moveTo>
                  <a:cubicBezTo>
                    <a:pt x="880" y="108"/>
                    <a:pt x="800" y="48"/>
                    <a:pt x="672" y="24"/>
                  </a:cubicBezTo>
                  <a:cubicBezTo>
                    <a:pt x="544" y="0"/>
                    <a:pt x="304" y="16"/>
                    <a:pt x="192" y="24"/>
                  </a:cubicBezTo>
                  <a:cubicBezTo>
                    <a:pt x="80" y="32"/>
                    <a:pt x="32" y="64"/>
                    <a:pt x="0" y="72"/>
                  </a:cubicBezTo>
                </a:path>
              </a:pathLst>
            </a:custGeom>
            <a:noFill/>
            <a:ln w="9525" cap="flat" cmpd="sng">
              <a:solidFill>
                <a:srgbClr val="FF0000"/>
              </a:solidFill>
              <a:prstDash val="solid"/>
              <a:round/>
              <a:headEnd/>
              <a:tailEnd type="triangl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3214" name="Line 30">
              <a:extLst>
                <a:ext uri="{FF2B5EF4-FFF2-40B4-BE49-F238E27FC236}">
                  <a16:creationId xmlns:a16="http://schemas.microsoft.com/office/drawing/2014/main" id="{131A50D2-38EF-47B0-AB68-2534F3D14C13}"/>
                </a:ext>
              </a:extLst>
            </p:cNvPr>
            <p:cNvSpPr>
              <a:spLocks noChangeShapeType="1"/>
            </p:cNvSpPr>
            <p:nvPr/>
          </p:nvSpPr>
          <p:spPr bwMode="auto">
            <a:xfrm flipV="1">
              <a:off x="3696" y="2160"/>
              <a:ext cx="768" cy="48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3215" name="Line 31">
              <a:extLst>
                <a:ext uri="{FF2B5EF4-FFF2-40B4-BE49-F238E27FC236}">
                  <a16:creationId xmlns:a16="http://schemas.microsoft.com/office/drawing/2014/main" id="{37599B53-C990-4930-B21E-B6716770D0FE}"/>
                </a:ext>
              </a:extLst>
            </p:cNvPr>
            <p:cNvSpPr>
              <a:spLocks noChangeShapeType="1"/>
            </p:cNvSpPr>
            <p:nvPr/>
          </p:nvSpPr>
          <p:spPr bwMode="auto">
            <a:xfrm flipH="1">
              <a:off x="4560" y="2256"/>
              <a:ext cx="96"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3216" name="Line 32">
              <a:extLst>
                <a:ext uri="{FF2B5EF4-FFF2-40B4-BE49-F238E27FC236}">
                  <a16:creationId xmlns:a16="http://schemas.microsoft.com/office/drawing/2014/main" id="{3B7C0611-6E67-42A4-9A0A-1DBD388B20C3}"/>
                </a:ext>
              </a:extLst>
            </p:cNvPr>
            <p:cNvSpPr>
              <a:spLocks noChangeShapeType="1"/>
            </p:cNvSpPr>
            <p:nvPr/>
          </p:nvSpPr>
          <p:spPr bwMode="auto">
            <a:xfrm flipV="1">
              <a:off x="4800" y="2880"/>
              <a:ext cx="432"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3217" name="Line 33">
              <a:extLst>
                <a:ext uri="{FF2B5EF4-FFF2-40B4-BE49-F238E27FC236}">
                  <a16:creationId xmlns:a16="http://schemas.microsoft.com/office/drawing/2014/main" id="{0D724567-596C-4084-8FDB-3B4E6D97EBCF}"/>
                </a:ext>
              </a:extLst>
            </p:cNvPr>
            <p:cNvSpPr>
              <a:spLocks noChangeShapeType="1"/>
            </p:cNvSpPr>
            <p:nvPr/>
          </p:nvSpPr>
          <p:spPr bwMode="auto">
            <a:xfrm flipV="1">
              <a:off x="1066" y="3936"/>
              <a:ext cx="384"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3218" name="Line 34">
              <a:extLst>
                <a:ext uri="{FF2B5EF4-FFF2-40B4-BE49-F238E27FC236}">
                  <a16:creationId xmlns:a16="http://schemas.microsoft.com/office/drawing/2014/main" id="{2818F432-37F4-41FD-8490-CCEA3138DA75}"/>
                </a:ext>
              </a:extLst>
            </p:cNvPr>
            <p:cNvSpPr>
              <a:spLocks noChangeShapeType="1"/>
            </p:cNvSpPr>
            <p:nvPr/>
          </p:nvSpPr>
          <p:spPr bwMode="auto">
            <a:xfrm flipV="1">
              <a:off x="1920" y="3648"/>
              <a:ext cx="240" cy="144"/>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3219" name="Line 35">
              <a:extLst>
                <a:ext uri="{FF2B5EF4-FFF2-40B4-BE49-F238E27FC236}">
                  <a16:creationId xmlns:a16="http://schemas.microsoft.com/office/drawing/2014/main" id="{C8F0273B-D1FA-4E73-A8E3-AAAD2EC53C07}"/>
                </a:ext>
              </a:extLst>
            </p:cNvPr>
            <p:cNvSpPr>
              <a:spLocks noChangeShapeType="1"/>
            </p:cNvSpPr>
            <p:nvPr/>
          </p:nvSpPr>
          <p:spPr bwMode="auto">
            <a:xfrm flipV="1">
              <a:off x="1920" y="3744"/>
              <a:ext cx="1488" cy="24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3220" name="Line 36">
              <a:extLst>
                <a:ext uri="{FF2B5EF4-FFF2-40B4-BE49-F238E27FC236}">
                  <a16:creationId xmlns:a16="http://schemas.microsoft.com/office/drawing/2014/main" id="{7E8A8F3E-7A2B-4294-A770-1E6390517E69}"/>
                </a:ext>
              </a:extLst>
            </p:cNvPr>
            <p:cNvSpPr>
              <a:spLocks noChangeShapeType="1"/>
            </p:cNvSpPr>
            <p:nvPr/>
          </p:nvSpPr>
          <p:spPr bwMode="auto">
            <a:xfrm>
              <a:off x="3840" y="3696"/>
              <a:ext cx="672" cy="144"/>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3221" name="Line 37">
              <a:extLst>
                <a:ext uri="{FF2B5EF4-FFF2-40B4-BE49-F238E27FC236}">
                  <a16:creationId xmlns:a16="http://schemas.microsoft.com/office/drawing/2014/main" id="{0129812B-0720-4408-AEA2-EBAF8CBD515A}"/>
                </a:ext>
              </a:extLst>
            </p:cNvPr>
            <p:cNvSpPr>
              <a:spLocks noChangeShapeType="1"/>
            </p:cNvSpPr>
            <p:nvPr/>
          </p:nvSpPr>
          <p:spPr bwMode="auto">
            <a:xfrm>
              <a:off x="1536" y="1584"/>
              <a:ext cx="480"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3222" name="Line 38">
              <a:extLst>
                <a:ext uri="{FF2B5EF4-FFF2-40B4-BE49-F238E27FC236}">
                  <a16:creationId xmlns:a16="http://schemas.microsoft.com/office/drawing/2014/main" id="{5CD47D17-D3A9-4DCD-BA67-E270DAD85209}"/>
                </a:ext>
              </a:extLst>
            </p:cNvPr>
            <p:cNvSpPr>
              <a:spLocks noChangeShapeType="1"/>
            </p:cNvSpPr>
            <p:nvPr/>
          </p:nvSpPr>
          <p:spPr bwMode="auto">
            <a:xfrm flipV="1">
              <a:off x="1440" y="1920"/>
              <a:ext cx="576"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3223" name="Line 39">
              <a:extLst>
                <a:ext uri="{FF2B5EF4-FFF2-40B4-BE49-F238E27FC236}">
                  <a16:creationId xmlns:a16="http://schemas.microsoft.com/office/drawing/2014/main" id="{7E33CE77-3739-413C-B68D-EF4EB33FBF1F}"/>
                </a:ext>
              </a:extLst>
            </p:cNvPr>
            <p:cNvSpPr>
              <a:spLocks noChangeShapeType="1"/>
            </p:cNvSpPr>
            <p:nvPr/>
          </p:nvSpPr>
          <p:spPr bwMode="auto">
            <a:xfrm flipV="1">
              <a:off x="4896" y="1920"/>
              <a:ext cx="432"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3224" name="Text Box 40">
              <a:extLst>
                <a:ext uri="{FF2B5EF4-FFF2-40B4-BE49-F238E27FC236}">
                  <a16:creationId xmlns:a16="http://schemas.microsoft.com/office/drawing/2014/main" id="{F9EAEBAD-8905-4C54-8905-CB85DDCDBAEB}"/>
                </a:ext>
              </a:extLst>
            </p:cNvPr>
            <p:cNvSpPr txBox="1">
              <a:spLocks noChangeArrowheads="1"/>
            </p:cNvSpPr>
            <p:nvPr/>
          </p:nvSpPr>
          <p:spPr bwMode="auto">
            <a:xfrm>
              <a:off x="2084" y="2034"/>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I</a:t>
              </a:r>
            </a:p>
          </p:txBody>
        </p:sp>
        <p:sp>
          <p:nvSpPr>
            <p:cNvPr id="93225" name="Text Box 41">
              <a:extLst>
                <a:ext uri="{FF2B5EF4-FFF2-40B4-BE49-F238E27FC236}">
                  <a16:creationId xmlns:a16="http://schemas.microsoft.com/office/drawing/2014/main" id="{0FBBAE41-4176-4944-B60A-7A01974E8728}"/>
                </a:ext>
              </a:extLst>
            </p:cNvPr>
            <p:cNvSpPr txBox="1">
              <a:spLocks noChangeArrowheads="1"/>
            </p:cNvSpPr>
            <p:nvPr/>
          </p:nvSpPr>
          <p:spPr bwMode="auto">
            <a:xfrm>
              <a:off x="1632" y="1380"/>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A</a:t>
              </a:r>
            </a:p>
          </p:txBody>
        </p:sp>
        <p:sp>
          <p:nvSpPr>
            <p:cNvPr id="93226" name="Text Box 42">
              <a:extLst>
                <a:ext uri="{FF2B5EF4-FFF2-40B4-BE49-F238E27FC236}">
                  <a16:creationId xmlns:a16="http://schemas.microsoft.com/office/drawing/2014/main" id="{7B2632F6-DE68-46AF-B656-5AC18B3C925D}"/>
                </a:ext>
              </a:extLst>
            </p:cNvPr>
            <p:cNvSpPr txBox="1">
              <a:spLocks noChangeArrowheads="1"/>
            </p:cNvSpPr>
            <p:nvPr/>
          </p:nvSpPr>
          <p:spPr bwMode="auto">
            <a:xfrm>
              <a:off x="4560" y="235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P</a:t>
              </a:r>
            </a:p>
          </p:txBody>
        </p:sp>
        <p:sp>
          <p:nvSpPr>
            <p:cNvPr id="93227" name="Text Box 43">
              <a:extLst>
                <a:ext uri="{FF2B5EF4-FFF2-40B4-BE49-F238E27FC236}">
                  <a16:creationId xmlns:a16="http://schemas.microsoft.com/office/drawing/2014/main" id="{A2956210-83EC-4B6A-ADF4-71702B70335E}"/>
                </a:ext>
              </a:extLst>
            </p:cNvPr>
            <p:cNvSpPr txBox="1">
              <a:spLocks noChangeArrowheads="1"/>
            </p:cNvSpPr>
            <p:nvPr/>
          </p:nvSpPr>
          <p:spPr bwMode="auto">
            <a:xfrm>
              <a:off x="4896" y="163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G</a:t>
              </a:r>
            </a:p>
          </p:txBody>
        </p:sp>
        <p:sp>
          <p:nvSpPr>
            <p:cNvPr id="93228" name="Text Box 44">
              <a:extLst>
                <a:ext uri="{FF2B5EF4-FFF2-40B4-BE49-F238E27FC236}">
                  <a16:creationId xmlns:a16="http://schemas.microsoft.com/office/drawing/2014/main" id="{4F92710E-F46E-4F1B-B24D-B44459A03ECE}"/>
                </a:ext>
              </a:extLst>
            </p:cNvPr>
            <p:cNvSpPr txBox="1">
              <a:spLocks noChangeArrowheads="1"/>
            </p:cNvSpPr>
            <p:nvPr/>
          </p:nvSpPr>
          <p:spPr bwMode="auto">
            <a:xfrm>
              <a:off x="4896" y="2640"/>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F</a:t>
              </a:r>
            </a:p>
          </p:txBody>
        </p:sp>
        <p:sp>
          <p:nvSpPr>
            <p:cNvPr id="93229" name="Text Box 45">
              <a:extLst>
                <a:ext uri="{FF2B5EF4-FFF2-40B4-BE49-F238E27FC236}">
                  <a16:creationId xmlns:a16="http://schemas.microsoft.com/office/drawing/2014/main" id="{90418057-D0E8-4F4B-B316-27731C5F3F96}"/>
                </a:ext>
              </a:extLst>
            </p:cNvPr>
            <p:cNvSpPr txBox="1">
              <a:spLocks noChangeArrowheads="1"/>
            </p:cNvSpPr>
            <p:nvPr/>
          </p:nvSpPr>
          <p:spPr bwMode="auto">
            <a:xfrm>
              <a:off x="1104" y="369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D</a:t>
              </a:r>
            </a:p>
          </p:txBody>
        </p:sp>
        <p:sp>
          <p:nvSpPr>
            <p:cNvPr id="93230" name="Freeform 46">
              <a:extLst>
                <a:ext uri="{FF2B5EF4-FFF2-40B4-BE49-F238E27FC236}">
                  <a16:creationId xmlns:a16="http://schemas.microsoft.com/office/drawing/2014/main" id="{D061F95F-F60A-4C83-8DD7-F3F97DA7E682}"/>
                </a:ext>
              </a:extLst>
            </p:cNvPr>
            <p:cNvSpPr>
              <a:spLocks/>
            </p:cNvSpPr>
            <p:nvPr/>
          </p:nvSpPr>
          <p:spPr bwMode="auto">
            <a:xfrm>
              <a:off x="1910" y="1147"/>
              <a:ext cx="2381" cy="1897"/>
            </a:xfrm>
            <a:custGeom>
              <a:avLst/>
              <a:gdLst>
                <a:gd name="T0" fmla="*/ 1711 w 2381"/>
                <a:gd name="T1" fmla="*/ 15 h 1897"/>
                <a:gd name="T2" fmla="*/ 1690 w 2381"/>
                <a:gd name="T3" fmla="*/ 118 h 1897"/>
                <a:gd name="T4" fmla="*/ 1464 w 2381"/>
                <a:gd name="T5" fmla="*/ 293 h 1897"/>
                <a:gd name="T6" fmla="*/ 1309 w 2381"/>
                <a:gd name="T7" fmla="*/ 386 h 1897"/>
                <a:gd name="T8" fmla="*/ 1165 w 2381"/>
                <a:gd name="T9" fmla="*/ 447 h 1897"/>
                <a:gd name="T10" fmla="*/ 1104 w 2381"/>
                <a:gd name="T11" fmla="*/ 488 h 1897"/>
                <a:gd name="T12" fmla="*/ 991 w 2381"/>
                <a:gd name="T13" fmla="*/ 694 h 1897"/>
                <a:gd name="T14" fmla="*/ 877 w 2381"/>
                <a:gd name="T15" fmla="*/ 746 h 1897"/>
                <a:gd name="T16" fmla="*/ 816 w 2381"/>
                <a:gd name="T17" fmla="*/ 766 h 1897"/>
                <a:gd name="T18" fmla="*/ 785 w 2381"/>
                <a:gd name="T19" fmla="*/ 776 h 1897"/>
                <a:gd name="T20" fmla="*/ 661 w 2381"/>
                <a:gd name="T21" fmla="*/ 859 h 1897"/>
                <a:gd name="T22" fmla="*/ 517 w 2381"/>
                <a:gd name="T23" fmla="*/ 1075 h 1897"/>
                <a:gd name="T24" fmla="*/ 456 w 2381"/>
                <a:gd name="T25" fmla="*/ 1106 h 1897"/>
                <a:gd name="T26" fmla="*/ 271 w 2381"/>
                <a:gd name="T27" fmla="*/ 1064 h 1897"/>
                <a:gd name="T28" fmla="*/ 168 w 2381"/>
                <a:gd name="T29" fmla="*/ 1075 h 1897"/>
                <a:gd name="T30" fmla="*/ 106 w 2381"/>
                <a:gd name="T31" fmla="*/ 1116 h 1897"/>
                <a:gd name="T32" fmla="*/ 34 w 2381"/>
                <a:gd name="T33" fmla="*/ 1208 h 1897"/>
                <a:gd name="T34" fmla="*/ 85 w 2381"/>
                <a:gd name="T35" fmla="*/ 1496 h 1897"/>
                <a:gd name="T36" fmla="*/ 168 w 2381"/>
                <a:gd name="T37" fmla="*/ 1599 h 1897"/>
                <a:gd name="T38" fmla="*/ 291 w 2381"/>
                <a:gd name="T39" fmla="*/ 1661 h 1897"/>
                <a:gd name="T40" fmla="*/ 322 w 2381"/>
                <a:gd name="T41" fmla="*/ 1682 h 1897"/>
                <a:gd name="T42" fmla="*/ 384 w 2381"/>
                <a:gd name="T43" fmla="*/ 1702 h 1897"/>
                <a:gd name="T44" fmla="*/ 538 w 2381"/>
                <a:gd name="T45" fmla="*/ 1743 h 1897"/>
                <a:gd name="T46" fmla="*/ 672 w 2381"/>
                <a:gd name="T47" fmla="*/ 1774 h 1897"/>
                <a:gd name="T48" fmla="*/ 754 w 2381"/>
                <a:gd name="T49" fmla="*/ 1856 h 1897"/>
                <a:gd name="T50" fmla="*/ 1165 w 2381"/>
                <a:gd name="T51" fmla="*/ 1856 h 1897"/>
                <a:gd name="T52" fmla="*/ 1268 w 2381"/>
                <a:gd name="T53" fmla="*/ 1877 h 1897"/>
                <a:gd name="T54" fmla="*/ 1875 w 2381"/>
                <a:gd name="T55" fmla="*/ 1836 h 1897"/>
                <a:gd name="T56" fmla="*/ 2019 w 2381"/>
                <a:gd name="T57" fmla="*/ 1640 h 1897"/>
                <a:gd name="T58" fmla="*/ 2122 w 2381"/>
                <a:gd name="T59" fmla="*/ 1352 h 1897"/>
                <a:gd name="T60" fmla="*/ 2143 w 2381"/>
                <a:gd name="T61" fmla="*/ 1291 h 1897"/>
                <a:gd name="T62" fmla="*/ 2194 w 2381"/>
                <a:gd name="T63" fmla="*/ 1219 h 1897"/>
                <a:gd name="T64" fmla="*/ 2225 w 2381"/>
                <a:gd name="T65" fmla="*/ 1157 h 1897"/>
                <a:gd name="T66" fmla="*/ 2256 w 2381"/>
                <a:gd name="T67" fmla="*/ 1064 h 1897"/>
                <a:gd name="T68" fmla="*/ 2328 w 2381"/>
                <a:gd name="T69" fmla="*/ 859 h 1897"/>
                <a:gd name="T70" fmla="*/ 2359 w 2381"/>
                <a:gd name="T71" fmla="*/ 715 h 1897"/>
                <a:gd name="T72" fmla="*/ 2348 w 2381"/>
                <a:gd name="T73" fmla="*/ 488 h 1897"/>
                <a:gd name="T74" fmla="*/ 2245 w 2381"/>
                <a:gd name="T75" fmla="*/ 478 h 1897"/>
                <a:gd name="T76" fmla="*/ 2071 w 2381"/>
                <a:gd name="T77" fmla="*/ 437 h 1897"/>
                <a:gd name="T78" fmla="*/ 2040 w 2381"/>
                <a:gd name="T79" fmla="*/ 406 h 1897"/>
                <a:gd name="T80" fmla="*/ 2009 w 2381"/>
                <a:gd name="T81" fmla="*/ 242 h 1897"/>
                <a:gd name="T82" fmla="*/ 1988 w 2381"/>
                <a:gd name="T83" fmla="*/ 211 h 1897"/>
                <a:gd name="T84" fmla="*/ 1927 w 2381"/>
                <a:gd name="T85" fmla="*/ 170 h 1897"/>
                <a:gd name="T86" fmla="*/ 1824 w 2381"/>
                <a:gd name="T87" fmla="*/ 36 h 1897"/>
                <a:gd name="T88" fmla="*/ 1711 w 2381"/>
                <a:gd name="T89" fmla="*/ 15 h 18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381" h="1897">
                  <a:moveTo>
                    <a:pt x="1711" y="15"/>
                  </a:moveTo>
                  <a:cubicBezTo>
                    <a:pt x="1708" y="36"/>
                    <a:pt x="1703" y="92"/>
                    <a:pt x="1690" y="118"/>
                  </a:cubicBezTo>
                  <a:cubicBezTo>
                    <a:pt x="1648" y="202"/>
                    <a:pt x="1551" y="265"/>
                    <a:pt x="1464" y="293"/>
                  </a:cubicBezTo>
                  <a:cubicBezTo>
                    <a:pt x="1414" y="359"/>
                    <a:pt x="1376" y="352"/>
                    <a:pt x="1309" y="386"/>
                  </a:cubicBezTo>
                  <a:cubicBezTo>
                    <a:pt x="1259" y="412"/>
                    <a:pt x="1221" y="434"/>
                    <a:pt x="1165" y="447"/>
                  </a:cubicBezTo>
                  <a:cubicBezTo>
                    <a:pt x="1145" y="461"/>
                    <a:pt x="1109" y="464"/>
                    <a:pt x="1104" y="488"/>
                  </a:cubicBezTo>
                  <a:cubicBezTo>
                    <a:pt x="1086" y="573"/>
                    <a:pt x="1069" y="641"/>
                    <a:pt x="991" y="694"/>
                  </a:cubicBezTo>
                  <a:cubicBezTo>
                    <a:pt x="953" y="720"/>
                    <a:pt x="921" y="733"/>
                    <a:pt x="877" y="746"/>
                  </a:cubicBezTo>
                  <a:cubicBezTo>
                    <a:pt x="857" y="752"/>
                    <a:pt x="836" y="759"/>
                    <a:pt x="816" y="766"/>
                  </a:cubicBezTo>
                  <a:cubicBezTo>
                    <a:pt x="806" y="769"/>
                    <a:pt x="785" y="776"/>
                    <a:pt x="785" y="776"/>
                  </a:cubicBezTo>
                  <a:cubicBezTo>
                    <a:pt x="740" y="806"/>
                    <a:pt x="701" y="819"/>
                    <a:pt x="661" y="859"/>
                  </a:cubicBezTo>
                  <a:cubicBezTo>
                    <a:pt x="642" y="918"/>
                    <a:pt x="565" y="1027"/>
                    <a:pt x="517" y="1075"/>
                  </a:cubicBezTo>
                  <a:cubicBezTo>
                    <a:pt x="498" y="1094"/>
                    <a:pt x="480" y="1098"/>
                    <a:pt x="456" y="1106"/>
                  </a:cubicBezTo>
                  <a:cubicBezTo>
                    <a:pt x="388" y="1098"/>
                    <a:pt x="333" y="1087"/>
                    <a:pt x="271" y="1064"/>
                  </a:cubicBezTo>
                  <a:cubicBezTo>
                    <a:pt x="237" y="1068"/>
                    <a:pt x="201" y="1065"/>
                    <a:pt x="168" y="1075"/>
                  </a:cubicBezTo>
                  <a:cubicBezTo>
                    <a:pt x="144" y="1082"/>
                    <a:pt x="106" y="1116"/>
                    <a:pt x="106" y="1116"/>
                  </a:cubicBezTo>
                  <a:cubicBezTo>
                    <a:pt x="84" y="1149"/>
                    <a:pt x="57" y="1176"/>
                    <a:pt x="34" y="1208"/>
                  </a:cubicBezTo>
                  <a:cubicBezTo>
                    <a:pt x="0" y="1310"/>
                    <a:pt x="7" y="1418"/>
                    <a:pt x="85" y="1496"/>
                  </a:cubicBezTo>
                  <a:cubicBezTo>
                    <a:pt x="103" y="1546"/>
                    <a:pt x="118" y="1583"/>
                    <a:pt x="168" y="1599"/>
                  </a:cubicBezTo>
                  <a:cubicBezTo>
                    <a:pt x="201" y="1650"/>
                    <a:pt x="235" y="1643"/>
                    <a:pt x="291" y="1661"/>
                  </a:cubicBezTo>
                  <a:cubicBezTo>
                    <a:pt x="301" y="1668"/>
                    <a:pt x="311" y="1677"/>
                    <a:pt x="322" y="1682"/>
                  </a:cubicBezTo>
                  <a:cubicBezTo>
                    <a:pt x="342" y="1691"/>
                    <a:pt x="384" y="1702"/>
                    <a:pt x="384" y="1702"/>
                  </a:cubicBezTo>
                  <a:cubicBezTo>
                    <a:pt x="447" y="1765"/>
                    <a:pt x="393" y="1724"/>
                    <a:pt x="538" y="1743"/>
                  </a:cubicBezTo>
                  <a:cubicBezTo>
                    <a:pt x="582" y="1749"/>
                    <a:pt x="630" y="1760"/>
                    <a:pt x="672" y="1774"/>
                  </a:cubicBezTo>
                  <a:cubicBezTo>
                    <a:pt x="702" y="1804"/>
                    <a:pt x="718" y="1833"/>
                    <a:pt x="754" y="1856"/>
                  </a:cubicBezTo>
                  <a:cubicBezTo>
                    <a:pt x="923" y="1849"/>
                    <a:pt x="1009" y="1837"/>
                    <a:pt x="1165" y="1856"/>
                  </a:cubicBezTo>
                  <a:cubicBezTo>
                    <a:pt x="1200" y="1860"/>
                    <a:pt x="1268" y="1877"/>
                    <a:pt x="1268" y="1877"/>
                  </a:cubicBezTo>
                  <a:cubicBezTo>
                    <a:pt x="1450" y="1873"/>
                    <a:pt x="1686" y="1897"/>
                    <a:pt x="1875" y="1836"/>
                  </a:cubicBezTo>
                  <a:cubicBezTo>
                    <a:pt x="1915" y="1777"/>
                    <a:pt x="1996" y="1706"/>
                    <a:pt x="2019" y="1640"/>
                  </a:cubicBezTo>
                  <a:cubicBezTo>
                    <a:pt x="2053" y="1541"/>
                    <a:pt x="2063" y="1440"/>
                    <a:pt x="2122" y="1352"/>
                  </a:cubicBezTo>
                  <a:cubicBezTo>
                    <a:pt x="2129" y="1332"/>
                    <a:pt x="2131" y="1309"/>
                    <a:pt x="2143" y="1291"/>
                  </a:cubicBezTo>
                  <a:cubicBezTo>
                    <a:pt x="2160" y="1267"/>
                    <a:pt x="2194" y="1219"/>
                    <a:pt x="2194" y="1219"/>
                  </a:cubicBezTo>
                  <a:cubicBezTo>
                    <a:pt x="2230" y="1107"/>
                    <a:pt x="2172" y="1277"/>
                    <a:pt x="2225" y="1157"/>
                  </a:cubicBezTo>
                  <a:cubicBezTo>
                    <a:pt x="2238" y="1127"/>
                    <a:pt x="2245" y="1095"/>
                    <a:pt x="2256" y="1064"/>
                  </a:cubicBezTo>
                  <a:cubicBezTo>
                    <a:pt x="2281" y="994"/>
                    <a:pt x="2285" y="922"/>
                    <a:pt x="2328" y="859"/>
                  </a:cubicBezTo>
                  <a:cubicBezTo>
                    <a:pt x="2337" y="810"/>
                    <a:pt x="2342" y="762"/>
                    <a:pt x="2359" y="715"/>
                  </a:cubicBezTo>
                  <a:cubicBezTo>
                    <a:pt x="2355" y="639"/>
                    <a:pt x="2381" y="556"/>
                    <a:pt x="2348" y="488"/>
                  </a:cubicBezTo>
                  <a:cubicBezTo>
                    <a:pt x="2333" y="457"/>
                    <a:pt x="2279" y="483"/>
                    <a:pt x="2245" y="478"/>
                  </a:cubicBezTo>
                  <a:cubicBezTo>
                    <a:pt x="2185" y="470"/>
                    <a:pt x="2132" y="445"/>
                    <a:pt x="2071" y="437"/>
                  </a:cubicBezTo>
                  <a:cubicBezTo>
                    <a:pt x="2061" y="427"/>
                    <a:pt x="2042" y="420"/>
                    <a:pt x="2040" y="406"/>
                  </a:cubicBezTo>
                  <a:cubicBezTo>
                    <a:pt x="2026" y="317"/>
                    <a:pt x="2089" y="293"/>
                    <a:pt x="2009" y="242"/>
                  </a:cubicBezTo>
                  <a:cubicBezTo>
                    <a:pt x="2002" y="232"/>
                    <a:pt x="1997" y="219"/>
                    <a:pt x="1988" y="211"/>
                  </a:cubicBezTo>
                  <a:cubicBezTo>
                    <a:pt x="1970" y="195"/>
                    <a:pt x="1927" y="170"/>
                    <a:pt x="1927" y="170"/>
                  </a:cubicBezTo>
                  <a:cubicBezTo>
                    <a:pt x="1891" y="117"/>
                    <a:pt x="1892" y="58"/>
                    <a:pt x="1824" y="36"/>
                  </a:cubicBezTo>
                  <a:cubicBezTo>
                    <a:pt x="1770" y="0"/>
                    <a:pt x="1805" y="15"/>
                    <a:pt x="1711" y="15"/>
                  </a:cubicBezTo>
                  <a:close/>
                </a:path>
              </a:pathLst>
            </a:custGeom>
            <a:noFill/>
            <a:ln w="9525" cap="flat" cmpd="sng">
              <a:solidFill>
                <a:schemeClr val="bg2"/>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3231" name="Freeform 47">
              <a:extLst>
                <a:ext uri="{FF2B5EF4-FFF2-40B4-BE49-F238E27FC236}">
                  <a16:creationId xmlns:a16="http://schemas.microsoft.com/office/drawing/2014/main" id="{8F5361E3-2B61-452D-B4FF-78E0D1223654}"/>
                </a:ext>
              </a:extLst>
            </p:cNvPr>
            <p:cNvSpPr>
              <a:spLocks/>
            </p:cNvSpPr>
            <p:nvPr/>
          </p:nvSpPr>
          <p:spPr bwMode="auto">
            <a:xfrm>
              <a:off x="1985" y="3014"/>
              <a:ext cx="2229" cy="1282"/>
            </a:xfrm>
            <a:custGeom>
              <a:avLst/>
              <a:gdLst>
                <a:gd name="T0" fmla="*/ 1749 w 2229"/>
                <a:gd name="T1" fmla="*/ 175 h 1282"/>
                <a:gd name="T2" fmla="*/ 1636 w 2229"/>
                <a:gd name="T3" fmla="*/ 133 h 1282"/>
                <a:gd name="T4" fmla="*/ 1450 w 2229"/>
                <a:gd name="T5" fmla="*/ 113 h 1282"/>
                <a:gd name="T6" fmla="*/ 874 w 2229"/>
                <a:gd name="T7" fmla="*/ 92 h 1282"/>
                <a:gd name="T8" fmla="*/ 679 w 2229"/>
                <a:gd name="T9" fmla="*/ 31 h 1282"/>
                <a:gd name="T10" fmla="*/ 535 w 2229"/>
                <a:gd name="T11" fmla="*/ 0 h 1282"/>
                <a:gd name="T12" fmla="*/ 93 w 2229"/>
                <a:gd name="T13" fmla="*/ 113 h 1282"/>
                <a:gd name="T14" fmla="*/ 21 w 2229"/>
                <a:gd name="T15" fmla="*/ 205 h 1282"/>
                <a:gd name="T16" fmla="*/ 0 w 2229"/>
                <a:gd name="T17" fmla="*/ 236 h 1282"/>
                <a:gd name="T18" fmla="*/ 10 w 2229"/>
                <a:gd name="T19" fmla="*/ 380 h 1282"/>
                <a:gd name="T20" fmla="*/ 52 w 2229"/>
                <a:gd name="T21" fmla="*/ 504 h 1282"/>
                <a:gd name="T22" fmla="*/ 72 w 2229"/>
                <a:gd name="T23" fmla="*/ 596 h 1282"/>
                <a:gd name="T24" fmla="*/ 144 w 2229"/>
                <a:gd name="T25" fmla="*/ 689 h 1282"/>
                <a:gd name="T26" fmla="*/ 206 w 2229"/>
                <a:gd name="T27" fmla="*/ 802 h 1282"/>
                <a:gd name="T28" fmla="*/ 288 w 2229"/>
                <a:gd name="T29" fmla="*/ 956 h 1282"/>
                <a:gd name="T30" fmla="*/ 340 w 2229"/>
                <a:gd name="T31" fmla="*/ 1008 h 1282"/>
                <a:gd name="T32" fmla="*/ 504 w 2229"/>
                <a:gd name="T33" fmla="*/ 1039 h 1282"/>
                <a:gd name="T34" fmla="*/ 648 w 2229"/>
                <a:gd name="T35" fmla="*/ 1080 h 1282"/>
                <a:gd name="T36" fmla="*/ 730 w 2229"/>
                <a:gd name="T37" fmla="*/ 1162 h 1282"/>
                <a:gd name="T38" fmla="*/ 895 w 2229"/>
                <a:gd name="T39" fmla="*/ 1203 h 1282"/>
                <a:gd name="T40" fmla="*/ 1255 w 2229"/>
                <a:gd name="T41" fmla="*/ 1234 h 1282"/>
                <a:gd name="T42" fmla="*/ 1759 w 2229"/>
                <a:gd name="T43" fmla="*/ 1244 h 1282"/>
                <a:gd name="T44" fmla="*/ 1810 w 2229"/>
                <a:gd name="T45" fmla="*/ 1234 h 1282"/>
                <a:gd name="T46" fmla="*/ 1913 w 2229"/>
                <a:gd name="T47" fmla="*/ 1111 h 1282"/>
                <a:gd name="T48" fmla="*/ 2006 w 2229"/>
                <a:gd name="T49" fmla="*/ 1018 h 1282"/>
                <a:gd name="T50" fmla="*/ 2098 w 2229"/>
                <a:gd name="T51" fmla="*/ 895 h 1282"/>
                <a:gd name="T52" fmla="*/ 2201 w 2229"/>
                <a:gd name="T53" fmla="*/ 771 h 1282"/>
                <a:gd name="T54" fmla="*/ 2212 w 2229"/>
                <a:gd name="T55" fmla="*/ 565 h 1282"/>
                <a:gd name="T56" fmla="*/ 2160 w 2229"/>
                <a:gd name="T57" fmla="*/ 473 h 1282"/>
                <a:gd name="T58" fmla="*/ 2129 w 2229"/>
                <a:gd name="T59" fmla="*/ 411 h 1282"/>
                <a:gd name="T60" fmla="*/ 2119 w 2229"/>
                <a:gd name="T61" fmla="*/ 380 h 1282"/>
                <a:gd name="T62" fmla="*/ 2088 w 2229"/>
                <a:gd name="T63" fmla="*/ 360 h 1282"/>
                <a:gd name="T64" fmla="*/ 1996 w 2229"/>
                <a:gd name="T65" fmla="*/ 257 h 1282"/>
                <a:gd name="T66" fmla="*/ 1728 w 2229"/>
                <a:gd name="T67" fmla="*/ 195 h 1282"/>
                <a:gd name="T68" fmla="*/ 1697 w 2229"/>
                <a:gd name="T69" fmla="*/ 175 h 1282"/>
                <a:gd name="T70" fmla="*/ 1656 w 2229"/>
                <a:gd name="T71" fmla="*/ 144 h 1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29" h="1282">
                  <a:moveTo>
                    <a:pt x="1749" y="175"/>
                  </a:moveTo>
                  <a:cubicBezTo>
                    <a:pt x="1718" y="162"/>
                    <a:pt x="1671" y="138"/>
                    <a:pt x="1636" y="133"/>
                  </a:cubicBezTo>
                  <a:cubicBezTo>
                    <a:pt x="1574" y="124"/>
                    <a:pt x="1450" y="113"/>
                    <a:pt x="1450" y="113"/>
                  </a:cubicBezTo>
                  <a:cubicBezTo>
                    <a:pt x="1229" y="59"/>
                    <a:pt x="1502" y="123"/>
                    <a:pt x="874" y="92"/>
                  </a:cubicBezTo>
                  <a:cubicBezTo>
                    <a:pt x="794" y="88"/>
                    <a:pt x="747" y="57"/>
                    <a:pt x="679" y="31"/>
                  </a:cubicBezTo>
                  <a:cubicBezTo>
                    <a:pt x="637" y="15"/>
                    <a:pt x="579" y="7"/>
                    <a:pt x="535" y="0"/>
                  </a:cubicBezTo>
                  <a:cubicBezTo>
                    <a:pt x="384" y="18"/>
                    <a:pt x="238" y="66"/>
                    <a:pt x="93" y="113"/>
                  </a:cubicBezTo>
                  <a:cubicBezTo>
                    <a:pt x="44" y="162"/>
                    <a:pt x="71" y="131"/>
                    <a:pt x="21" y="205"/>
                  </a:cubicBezTo>
                  <a:cubicBezTo>
                    <a:pt x="14" y="215"/>
                    <a:pt x="0" y="236"/>
                    <a:pt x="0" y="236"/>
                  </a:cubicBezTo>
                  <a:cubicBezTo>
                    <a:pt x="3" y="284"/>
                    <a:pt x="3" y="332"/>
                    <a:pt x="10" y="380"/>
                  </a:cubicBezTo>
                  <a:cubicBezTo>
                    <a:pt x="16" y="422"/>
                    <a:pt x="42" y="463"/>
                    <a:pt x="52" y="504"/>
                  </a:cubicBezTo>
                  <a:cubicBezTo>
                    <a:pt x="59" y="534"/>
                    <a:pt x="59" y="567"/>
                    <a:pt x="72" y="596"/>
                  </a:cubicBezTo>
                  <a:cubicBezTo>
                    <a:pt x="93" y="642"/>
                    <a:pt x="112" y="657"/>
                    <a:pt x="144" y="689"/>
                  </a:cubicBezTo>
                  <a:cubicBezTo>
                    <a:pt x="158" y="733"/>
                    <a:pt x="187" y="760"/>
                    <a:pt x="206" y="802"/>
                  </a:cubicBezTo>
                  <a:cubicBezTo>
                    <a:pt x="249" y="897"/>
                    <a:pt x="222" y="877"/>
                    <a:pt x="288" y="956"/>
                  </a:cubicBezTo>
                  <a:cubicBezTo>
                    <a:pt x="309" y="981"/>
                    <a:pt x="306" y="996"/>
                    <a:pt x="340" y="1008"/>
                  </a:cubicBezTo>
                  <a:cubicBezTo>
                    <a:pt x="386" y="1023"/>
                    <a:pt x="457" y="1032"/>
                    <a:pt x="504" y="1039"/>
                  </a:cubicBezTo>
                  <a:cubicBezTo>
                    <a:pt x="548" y="1068"/>
                    <a:pt x="597" y="1069"/>
                    <a:pt x="648" y="1080"/>
                  </a:cubicBezTo>
                  <a:cubicBezTo>
                    <a:pt x="684" y="1103"/>
                    <a:pt x="695" y="1139"/>
                    <a:pt x="730" y="1162"/>
                  </a:cubicBezTo>
                  <a:cubicBezTo>
                    <a:pt x="770" y="1189"/>
                    <a:pt x="850" y="1194"/>
                    <a:pt x="895" y="1203"/>
                  </a:cubicBezTo>
                  <a:cubicBezTo>
                    <a:pt x="1019" y="1227"/>
                    <a:pt x="1121" y="1228"/>
                    <a:pt x="1255" y="1234"/>
                  </a:cubicBezTo>
                  <a:cubicBezTo>
                    <a:pt x="1403" y="1282"/>
                    <a:pt x="1637" y="1248"/>
                    <a:pt x="1759" y="1244"/>
                  </a:cubicBezTo>
                  <a:cubicBezTo>
                    <a:pt x="1776" y="1241"/>
                    <a:pt x="1795" y="1242"/>
                    <a:pt x="1810" y="1234"/>
                  </a:cubicBezTo>
                  <a:cubicBezTo>
                    <a:pt x="1853" y="1213"/>
                    <a:pt x="1880" y="1144"/>
                    <a:pt x="1913" y="1111"/>
                  </a:cubicBezTo>
                  <a:cubicBezTo>
                    <a:pt x="1947" y="1077"/>
                    <a:pt x="1979" y="1059"/>
                    <a:pt x="2006" y="1018"/>
                  </a:cubicBezTo>
                  <a:cubicBezTo>
                    <a:pt x="2025" y="960"/>
                    <a:pt x="2051" y="929"/>
                    <a:pt x="2098" y="895"/>
                  </a:cubicBezTo>
                  <a:cubicBezTo>
                    <a:pt x="2129" y="850"/>
                    <a:pt x="2156" y="802"/>
                    <a:pt x="2201" y="771"/>
                  </a:cubicBezTo>
                  <a:cubicBezTo>
                    <a:pt x="2229" y="693"/>
                    <a:pt x="2224" y="661"/>
                    <a:pt x="2212" y="565"/>
                  </a:cubicBezTo>
                  <a:cubicBezTo>
                    <a:pt x="2208" y="530"/>
                    <a:pt x="2160" y="473"/>
                    <a:pt x="2160" y="473"/>
                  </a:cubicBezTo>
                  <a:cubicBezTo>
                    <a:pt x="2135" y="395"/>
                    <a:pt x="2169" y="491"/>
                    <a:pt x="2129" y="411"/>
                  </a:cubicBezTo>
                  <a:cubicBezTo>
                    <a:pt x="2124" y="401"/>
                    <a:pt x="2126" y="388"/>
                    <a:pt x="2119" y="380"/>
                  </a:cubicBezTo>
                  <a:cubicBezTo>
                    <a:pt x="2111" y="370"/>
                    <a:pt x="2098" y="367"/>
                    <a:pt x="2088" y="360"/>
                  </a:cubicBezTo>
                  <a:cubicBezTo>
                    <a:pt x="2057" y="313"/>
                    <a:pt x="2047" y="274"/>
                    <a:pt x="1996" y="257"/>
                  </a:cubicBezTo>
                  <a:cubicBezTo>
                    <a:pt x="1917" y="204"/>
                    <a:pt x="1819" y="212"/>
                    <a:pt x="1728" y="195"/>
                  </a:cubicBezTo>
                  <a:cubicBezTo>
                    <a:pt x="1718" y="188"/>
                    <a:pt x="1705" y="185"/>
                    <a:pt x="1697" y="175"/>
                  </a:cubicBezTo>
                  <a:cubicBezTo>
                    <a:pt x="1664" y="134"/>
                    <a:pt x="1717" y="144"/>
                    <a:pt x="1656" y="144"/>
                  </a:cubicBezTo>
                </a:path>
              </a:pathLst>
            </a:custGeom>
            <a:noFill/>
            <a:ln w="9525" cap="flat" cmpd="sng">
              <a:solidFill>
                <a:schemeClr val="bg2"/>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3232" name="Text Box 48">
              <a:extLst>
                <a:ext uri="{FF2B5EF4-FFF2-40B4-BE49-F238E27FC236}">
                  <a16:creationId xmlns:a16="http://schemas.microsoft.com/office/drawing/2014/main" id="{00DD08CB-9B3D-4084-B4BA-4C0959EFF1D8}"/>
                </a:ext>
              </a:extLst>
            </p:cNvPr>
            <p:cNvSpPr txBox="1">
              <a:spLocks noChangeArrowheads="1"/>
            </p:cNvSpPr>
            <p:nvPr/>
          </p:nvSpPr>
          <p:spPr bwMode="auto">
            <a:xfrm>
              <a:off x="4080" y="1392"/>
              <a:ext cx="43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sz="3200" b="1">
                  <a:solidFill>
                    <a:schemeClr val="bg2"/>
                  </a:solidFill>
                  <a:latin typeface="宋体" panose="02010600030101010101" pitchFamily="2" charset="-122"/>
                </a:rPr>
                <a:t>2</a:t>
              </a:r>
              <a:r>
                <a:rPr lang="en-US" altLang="zh-CN" sz="3200" b="1">
                  <a:solidFill>
                    <a:schemeClr val="bg2"/>
                  </a:solidFill>
                  <a:latin typeface="Arial Narrow" panose="020B0606020202030204" pitchFamily="34" charset="0"/>
                </a:rPr>
                <a:t>’</a:t>
              </a:r>
              <a:endParaRPr lang="en-US" altLang="zh-CN" sz="3200" b="1">
                <a:solidFill>
                  <a:schemeClr val="bg2"/>
                </a:solidFill>
                <a:latin typeface="宋体" panose="02010600030101010101" pitchFamily="2" charset="-122"/>
              </a:endParaRPr>
            </a:p>
          </p:txBody>
        </p:sp>
        <p:sp>
          <p:nvSpPr>
            <p:cNvPr id="93233" name="Text Box 49">
              <a:extLst>
                <a:ext uri="{FF2B5EF4-FFF2-40B4-BE49-F238E27FC236}">
                  <a16:creationId xmlns:a16="http://schemas.microsoft.com/office/drawing/2014/main" id="{1B8FF672-A75E-4CB6-87F8-0D6F43845885}"/>
                </a:ext>
              </a:extLst>
            </p:cNvPr>
            <p:cNvSpPr txBox="1">
              <a:spLocks noChangeArrowheads="1"/>
            </p:cNvSpPr>
            <p:nvPr/>
          </p:nvSpPr>
          <p:spPr bwMode="auto">
            <a:xfrm>
              <a:off x="3984" y="3888"/>
              <a:ext cx="43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sz="3200" b="1">
                  <a:solidFill>
                    <a:schemeClr val="bg2"/>
                  </a:solidFill>
                  <a:latin typeface="宋体" panose="02010600030101010101" pitchFamily="2" charset="-122"/>
                </a:rPr>
                <a:t>2</a:t>
              </a:r>
              <a:r>
                <a:rPr lang="en-US" altLang="zh-CN" sz="3200" b="1">
                  <a:solidFill>
                    <a:schemeClr val="bg2"/>
                  </a:solidFill>
                  <a:latin typeface="Arial Narrow" panose="020B0606020202030204" pitchFamily="34" charset="0"/>
                </a:rPr>
                <a:t>”</a:t>
              </a:r>
              <a:endParaRPr lang="en-US" altLang="zh-CN" sz="3200" b="1">
                <a:solidFill>
                  <a:schemeClr val="bg2"/>
                </a:solidFill>
                <a:latin typeface="宋体" panose="02010600030101010101" pitchFamily="2" charset="-122"/>
              </a:endParaRPr>
            </a:p>
          </p:txBody>
        </p:sp>
        <p:sp>
          <p:nvSpPr>
            <p:cNvPr id="93234" name="Line 50">
              <a:extLst>
                <a:ext uri="{FF2B5EF4-FFF2-40B4-BE49-F238E27FC236}">
                  <a16:creationId xmlns:a16="http://schemas.microsoft.com/office/drawing/2014/main" id="{E553F386-9B73-4192-B810-D65A17751747}"/>
                </a:ext>
              </a:extLst>
            </p:cNvPr>
            <p:cNvSpPr>
              <a:spLocks noChangeShapeType="1"/>
            </p:cNvSpPr>
            <p:nvPr/>
          </p:nvSpPr>
          <p:spPr bwMode="auto">
            <a:xfrm flipV="1">
              <a:off x="2304" y="2832"/>
              <a:ext cx="960" cy="96"/>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20EEF948-53A5-451D-A087-1C257EF6D733}"/>
              </a:ext>
            </a:extLst>
          </p:cNvPr>
          <p:cNvSpPr>
            <a:spLocks noGrp="1" noChangeArrowheads="1"/>
          </p:cNvSpPr>
          <p:nvPr>
            <p:ph type="title"/>
          </p:nvPr>
        </p:nvSpPr>
        <p:spPr>
          <a:xfrm>
            <a:off x="1208088" y="609600"/>
            <a:ext cx="7227887" cy="1143000"/>
          </a:xfrm>
        </p:spPr>
        <p:txBody>
          <a:bodyPr/>
          <a:lstStyle/>
          <a:p>
            <a:r>
              <a:rPr lang="zh-CN" altLang="en-US" sz="4000" u="sng"/>
              <a:t>重新分解的做法</a:t>
            </a:r>
            <a:endParaRPr lang="zh-CN" altLang="en-US" sz="4000" u="sng">
              <a:latin typeface="宋体" panose="02010600030101010101" pitchFamily="2" charset="-122"/>
            </a:endParaRPr>
          </a:p>
        </p:txBody>
      </p:sp>
      <p:sp>
        <p:nvSpPr>
          <p:cNvPr id="94211" name="Rectangle 3">
            <a:extLst>
              <a:ext uri="{FF2B5EF4-FFF2-40B4-BE49-F238E27FC236}">
                <a16:creationId xmlns:a16="http://schemas.microsoft.com/office/drawing/2014/main" id="{D99ED26C-E367-40BD-9487-06E5D28F696D}"/>
              </a:ext>
            </a:extLst>
          </p:cNvPr>
          <p:cNvSpPr>
            <a:spLocks noGrp="1" noChangeArrowheads="1"/>
          </p:cNvSpPr>
          <p:nvPr>
            <p:ph idx="1"/>
          </p:nvPr>
        </p:nvSpPr>
        <p:spPr>
          <a:xfrm>
            <a:off x="914400" y="2667000"/>
            <a:ext cx="7848600" cy="2057400"/>
          </a:xfrm>
        </p:spPr>
        <p:txBody>
          <a:bodyPr/>
          <a:lstStyle/>
          <a:p>
            <a:pPr algn="just">
              <a:buFontTx/>
              <a:buNone/>
            </a:pPr>
            <a:r>
              <a:rPr lang="en-US" altLang="zh-CN" sz="3600">
                <a:latin typeface="宋体" panose="02010600030101010101" pitchFamily="2" charset="-122"/>
              </a:rPr>
              <a:t> (3)</a:t>
            </a:r>
            <a:r>
              <a:rPr lang="zh-CN" altLang="en-US" sz="3600">
                <a:latin typeface="宋体" panose="02010600030101010101" pitchFamily="2" charset="-122"/>
              </a:rPr>
              <a:t>重新建立父图，即把第</a:t>
            </a:r>
            <a:r>
              <a:rPr lang="en-US" altLang="zh-CN" sz="3600">
                <a:latin typeface="宋体" panose="02010600030101010101" pitchFamily="2" charset="-122"/>
              </a:rPr>
              <a:t>2)</a:t>
            </a:r>
            <a:r>
              <a:rPr lang="zh-CN" altLang="en-US" sz="3600">
                <a:latin typeface="宋体" panose="02010600030101010101" pitchFamily="2" charset="-122"/>
              </a:rPr>
              <a:t>步所得的每一部分画成一个圆，而各部分之间的联系就是加工之间的界面。</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636CE26C-6315-444A-8CE4-16CF0645B382}"/>
              </a:ext>
            </a:extLst>
          </p:cNvPr>
          <p:cNvSpPr>
            <a:spLocks noGrp="1" noChangeArrowheads="1"/>
          </p:cNvSpPr>
          <p:nvPr>
            <p:ph type="title"/>
          </p:nvPr>
        </p:nvSpPr>
        <p:spPr>
          <a:xfrm>
            <a:off x="1208088" y="609600"/>
            <a:ext cx="7227887" cy="1143000"/>
          </a:xfrm>
        </p:spPr>
        <p:txBody>
          <a:bodyPr/>
          <a:lstStyle/>
          <a:p>
            <a:r>
              <a:rPr lang="zh-CN" altLang="en-US" sz="4000" u="sng"/>
              <a:t>重新分解的做法</a:t>
            </a:r>
            <a:endParaRPr lang="zh-CN" altLang="en-US" sz="4000" u="sng">
              <a:latin typeface="宋体" panose="02010600030101010101" pitchFamily="2" charset="-122"/>
            </a:endParaRPr>
          </a:p>
        </p:txBody>
      </p:sp>
      <p:sp>
        <p:nvSpPr>
          <p:cNvPr id="95235" name="Rectangle 3">
            <a:extLst>
              <a:ext uri="{FF2B5EF4-FFF2-40B4-BE49-F238E27FC236}">
                <a16:creationId xmlns:a16="http://schemas.microsoft.com/office/drawing/2014/main" id="{2D31AA04-FF77-4EA5-A9BF-8393EB4640FE}"/>
              </a:ext>
            </a:extLst>
          </p:cNvPr>
          <p:cNvSpPr>
            <a:spLocks noGrp="1" noChangeArrowheads="1"/>
          </p:cNvSpPr>
          <p:nvPr>
            <p:ph idx="1"/>
          </p:nvPr>
        </p:nvSpPr>
        <p:spPr>
          <a:xfrm>
            <a:off x="1295400" y="2362200"/>
            <a:ext cx="7086600" cy="2057400"/>
          </a:xfrm>
        </p:spPr>
        <p:txBody>
          <a:bodyPr/>
          <a:lstStyle/>
          <a:p>
            <a:pPr algn="just">
              <a:buFontTx/>
              <a:buNone/>
            </a:pPr>
            <a:r>
              <a:rPr lang="en-US" altLang="zh-CN" sz="3600">
                <a:latin typeface="宋体" panose="02010600030101010101" pitchFamily="2" charset="-122"/>
              </a:rPr>
              <a:t> (4)</a:t>
            </a:r>
            <a:r>
              <a:rPr lang="zh-CN" altLang="en-US" sz="3600">
                <a:latin typeface="宋体" panose="02010600030101010101" pitchFamily="2" charset="-122"/>
              </a:rPr>
              <a:t>重新建立各张子图，这只需把第</a:t>
            </a:r>
            <a:r>
              <a:rPr lang="en-US" altLang="zh-CN" sz="3600">
                <a:latin typeface="宋体" panose="02010600030101010101" pitchFamily="2" charset="-122"/>
              </a:rPr>
              <a:t>2)</a:t>
            </a:r>
            <a:r>
              <a:rPr lang="zh-CN" altLang="en-US" sz="3600">
                <a:latin typeface="宋体" panose="02010600030101010101" pitchFamily="2" charset="-122"/>
              </a:rPr>
              <a:t>步所得的图按各部分的边界剪开即可。</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0BEE5A4A-D377-41D1-8FBD-84D77BF3B7AB}"/>
              </a:ext>
            </a:extLst>
          </p:cNvPr>
          <p:cNvSpPr>
            <a:spLocks noGrp="1" noChangeArrowheads="1"/>
          </p:cNvSpPr>
          <p:nvPr>
            <p:ph type="title"/>
          </p:nvPr>
        </p:nvSpPr>
        <p:spPr>
          <a:xfrm>
            <a:off x="1208088" y="609600"/>
            <a:ext cx="7227887" cy="1143000"/>
          </a:xfrm>
        </p:spPr>
        <p:txBody>
          <a:bodyPr/>
          <a:lstStyle/>
          <a:p>
            <a:r>
              <a:rPr lang="zh-CN" altLang="en-US" sz="4000" u="sng"/>
              <a:t>重新分解的做法</a:t>
            </a:r>
            <a:endParaRPr lang="zh-CN" altLang="en-US" sz="4000" u="sng">
              <a:latin typeface="宋体" panose="02010600030101010101" pitchFamily="2" charset="-122"/>
            </a:endParaRPr>
          </a:p>
        </p:txBody>
      </p:sp>
      <p:sp>
        <p:nvSpPr>
          <p:cNvPr id="96259" name="Text Box 3">
            <a:extLst>
              <a:ext uri="{FF2B5EF4-FFF2-40B4-BE49-F238E27FC236}">
                <a16:creationId xmlns:a16="http://schemas.microsoft.com/office/drawing/2014/main" id="{2394B898-3898-4D63-B543-18AA92FC144A}"/>
              </a:ext>
            </a:extLst>
          </p:cNvPr>
          <p:cNvSpPr txBox="1">
            <a:spLocks noChangeArrowheads="1"/>
          </p:cNvSpPr>
          <p:nvPr/>
        </p:nvSpPr>
        <p:spPr bwMode="auto">
          <a:xfrm>
            <a:off x="914400" y="1752600"/>
            <a:ext cx="3048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zh-CN" altLang="en-US" sz="2800" b="1">
                <a:latin typeface="Arial Narrow" panose="020B0606020202030204" pitchFamily="34" charset="0"/>
              </a:rPr>
              <a:t>重新建立父图</a:t>
            </a:r>
            <a:r>
              <a:rPr lang="zh-CN" altLang="en-US" sz="2800" b="1">
                <a:latin typeface="Arial Narrow" panose="020B0606020202030204" pitchFamily="34" charset="0"/>
                <a:ea typeface="黑体" panose="02010609060101010101" pitchFamily="49" charset="-122"/>
              </a:rPr>
              <a:t>：</a:t>
            </a:r>
          </a:p>
        </p:txBody>
      </p:sp>
      <p:sp>
        <p:nvSpPr>
          <p:cNvPr id="96260" name="Line 4">
            <a:extLst>
              <a:ext uri="{FF2B5EF4-FFF2-40B4-BE49-F238E27FC236}">
                <a16:creationId xmlns:a16="http://schemas.microsoft.com/office/drawing/2014/main" id="{D405BF5F-9D83-42E2-99D9-7CDB5F278F6C}"/>
              </a:ext>
            </a:extLst>
          </p:cNvPr>
          <p:cNvSpPr>
            <a:spLocks noChangeShapeType="1"/>
          </p:cNvSpPr>
          <p:nvPr/>
        </p:nvSpPr>
        <p:spPr bwMode="auto">
          <a:xfrm flipV="1">
            <a:off x="3505200" y="4419600"/>
            <a:ext cx="990600" cy="3048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6261" name="Line 5">
            <a:extLst>
              <a:ext uri="{FF2B5EF4-FFF2-40B4-BE49-F238E27FC236}">
                <a16:creationId xmlns:a16="http://schemas.microsoft.com/office/drawing/2014/main" id="{335CE5EC-3CC4-47C6-83C8-CD60E2A60A35}"/>
              </a:ext>
            </a:extLst>
          </p:cNvPr>
          <p:cNvSpPr>
            <a:spLocks noChangeShapeType="1"/>
          </p:cNvSpPr>
          <p:nvPr/>
        </p:nvSpPr>
        <p:spPr bwMode="auto">
          <a:xfrm flipV="1">
            <a:off x="5410200" y="4845050"/>
            <a:ext cx="1403350" cy="33655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6262" name="Text Box 6">
            <a:extLst>
              <a:ext uri="{FF2B5EF4-FFF2-40B4-BE49-F238E27FC236}">
                <a16:creationId xmlns:a16="http://schemas.microsoft.com/office/drawing/2014/main" id="{CF539035-C207-4B77-B2AB-2F721337394D}"/>
              </a:ext>
            </a:extLst>
          </p:cNvPr>
          <p:cNvSpPr txBox="1">
            <a:spLocks noChangeArrowheads="1"/>
          </p:cNvSpPr>
          <p:nvPr/>
        </p:nvSpPr>
        <p:spPr bwMode="auto">
          <a:xfrm>
            <a:off x="2438400" y="3048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B</a:t>
            </a:r>
          </a:p>
        </p:txBody>
      </p:sp>
      <p:sp>
        <p:nvSpPr>
          <p:cNvPr id="96263" name="Text Box 7">
            <a:extLst>
              <a:ext uri="{FF2B5EF4-FFF2-40B4-BE49-F238E27FC236}">
                <a16:creationId xmlns:a16="http://schemas.microsoft.com/office/drawing/2014/main" id="{5CAA3A97-2A1B-45CA-BE03-1A73EDF8E3B2}"/>
              </a:ext>
            </a:extLst>
          </p:cNvPr>
          <p:cNvSpPr txBox="1">
            <a:spLocks noChangeArrowheads="1"/>
          </p:cNvSpPr>
          <p:nvPr/>
        </p:nvSpPr>
        <p:spPr bwMode="auto">
          <a:xfrm>
            <a:off x="4419600" y="28956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J</a:t>
            </a:r>
          </a:p>
        </p:txBody>
      </p:sp>
      <p:sp>
        <p:nvSpPr>
          <p:cNvPr id="96264" name="Text Box 8">
            <a:extLst>
              <a:ext uri="{FF2B5EF4-FFF2-40B4-BE49-F238E27FC236}">
                <a16:creationId xmlns:a16="http://schemas.microsoft.com/office/drawing/2014/main" id="{0BDC49D5-8C85-487B-B7D3-1E4205BB9E6D}"/>
              </a:ext>
            </a:extLst>
          </p:cNvPr>
          <p:cNvSpPr txBox="1">
            <a:spLocks noChangeArrowheads="1"/>
          </p:cNvSpPr>
          <p:nvPr/>
        </p:nvSpPr>
        <p:spPr bwMode="auto">
          <a:xfrm>
            <a:off x="2790825" y="5216525"/>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K</a:t>
            </a:r>
          </a:p>
        </p:txBody>
      </p:sp>
      <p:sp>
        <p:nvSpPr>
          <p:cNvPr id="96265" name="Text Box 9">
            <a:extLst>
              <a:ext uri="{FF2B5EF4-FFF2-40B4-BE49-F238E27FC236}">
                <a16:creationId xmlns:a16="http://schemas.microsoft.com/office/drawing/2014/main" id="{997319AE-8ED9-4484-BEB1-4CADC31429DB}"/>
              </a:ext>
            </a:extLst>
          </p:cNvPr>
          <p:cNvSpPr txBox="1">
            <a:spLocks noChangeArrowheads="1"/>
          </p:cNvSpPr>
          <p:nvPr/>
        </p:nvSpPr>
        <p:spPr bwMode="auto">
          <a:xfrm>
            <a:off x="3581400" y="4238625"/>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C</a:t>
            </a:r>
          </a:p>
        </p:txBody>
      </p:sp>
      <p:sp>
        <p:nvSpPr>
          <p:cNvPr id="96266" name="Text Box 10">
            <a:extLst>
              <a:ext uri="{FF2B5EF4-FFF2-40B4-BE49-F238E27FC236}">
                <a16:creationId xmlns:a16="http://schemas.microsoft.com/office/drawing/2014/main" id="{FDD4DB9C-3DF3-4CF0-8130-343B0C2C186F}"/>
              </a:ext>
            </a:extLst>
          </p:cNvPr>
          <p:cNvSpPr txBox="1">
            <a:spLocks noChangeArrowheads="1"/>
          </p:cNvSpPr>
          <p:nvPr/>
        </p:nvSpPr>
        <p:spPr bwMode="auto">
          <a:xfrm>
            <a:off x="6051550" y="456565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M</a:t>
            </a:r>
          </a:p>
        </p:txBody>
      </p:sp>
      <p:sp>
        <p:nvSpPr>
          <p:cNvPr id="96267" name="Text Box 11">
            <a:extLst>
              <a:ext uri="{FF2B5EF4-FFF2-40B4-BE49-F238E27FC236}">
                <a16:creationId xmlns:a16="http://schemas.microsoft.com/office/drawing/2014/main" id="{3975A7CC-D2C8-42AA-8E3D-1DE26B571055}"/>
              </a:ext>
            </a:extLst>
          </p:cNvPr>
          <p:cNvSpPr txBox="1">
            <a:spLocks noChangeArrowheads="1"/>
          </p:cNvSpPr>
          <p:nvPr/>
        </p:nvSpPr>
        <p:spPr bwMode="auto">
          <a:xfrm>
            <a:off x="4343400" y="61722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L</a:t>
            </a:r>
          </a:p>
        </p:txBody>
      </p:sp>
      <p:sp>
        <p:nvSpPr>
          <p:cNvPr id="96268" name="Text Box 12">
            <a:extLst>
              <a:ext uri="{FF2B5EF4-FFF2-40B4-BE49-F238E27FC236}">
                <a16:creationId xmlns:a16="http://schemas.microsoft.com/office/drawing/2014/main" id="{EF9BB865-C8DE-4C41-93CD-5A03769DAB14}"/>
              </a:ext>
            </a:extLst>
          </p:cNvPr>
          <p:cNvSpPr txBox="1">
            <a:spLocks noChangeArrowheads="1"/>
          </p:cNvSpPr>
          <p:nvPr/>
        </p:nvSpPr>
        <p:spPr bwMode="auto">
          <a:xfrm>
            <a:off x="6477000" y="55626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E</a:t>
            </a:r>
          </a:p>
        </p:txBody>
      </p:sp>
      <p:sp>
        <p:nvSpPr>
          <p:cNvPr id="96269" name="Text Box 13">
            <a:extLst>
              <a:ext uri="{FF2B5EF4-FFF2-40B4-BE49-F238E27FC236}">
                <a16:creationId xmlns:a16="http://schemas.microsoft.com/office/drawing/2014/main" id="{A02297DE-E54F-4979-9C48-ACFAC52F616B}"/>
              </a:ext>
            </a:extLst>
          </p:cNvPr>
          <p:cNvSpPr txBox="1">
            <a:spLocks noChangeArrowheads="1"/>
          </p:cNvSpPr>
          <p:nvPr/>
        </p:nvSpPr>
        <p:spPr bwMode="auto">
          <a:xfrm>
            <a:off x="5029200" y="20574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H</a:t>
            </a:r>
          </a:p>
        </p:txBody>
      </p:sp>
      <p:sp>
        <p:nvSpPr>
          <p:cNvPr id="96270" name="Text Box 14">
            <a:extLst>
              <a:ext uri="{FF2B5EF4-FFF2-40B4-BE49-F238E27FC236}">
                <a16:creationId xmlns:a16="http://schemas.microsoft.com/office/drawing/2014/main" id="{FF097B5B-C5F4-4F79-88F9-911AAB812A68}"/>
              </a:ext>
            </a:extLst>
          </p:cNvPr>
          <p:cNvSpPr txBox="1">
            <a:spLocks noChangeArrowheads="1"/>
          </p:cNvSpPr>
          <p:nvPr/>
        </p:nvSpPr>
        <p:spPr bwMode="auto">
          <a:xfrm>
            <a:off x="6172200" y="3429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N</a:t>
            </a:r>
          </a:p>
        </p:txBody>
      </p:sp>
      <p:sp>
        <p:nvSpPr>
          <p:cNvPr id="96271" name="AutoShape 15">
            <a:extLst>
              <a:ext uri="{FF2B5EF4-FFF2-40B4-BE49-F238E27FC236}">
                <a16:creationId xmlns:a16="http://schemas.microsoft.com/office/drawing/2014/main" id="{C732C147-7563-4E10-A0B1-8211AA428FC6}"/>
              </a:ext>
            </a:extLst>
          </p:cNvPr>
          <p:cNvSpPr>
            <a:spLocks noChangeArrowheads="1"/>
          </p:cNvSpPr>
          <p:nvPr/>
        </p:nvSpPr>
        <p:spPr bwMode="auto">
          <a:xfrm>
            <a:off x="3200400" y="2438400"/>
            <a:ext cx="762000" cy="76200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1</a:t>
            </a:r>
          </a:p>
        </p:txBody>
      </p:sp>
      <p:sp>
        <p:nvSpPr>
          <p:cNvPr id="96272" name="AutoShape 16">
            <a:extLst>
              <a:ext uri="{FF2B5EF4-FFF2-40B4-BE49-F238E27FC236}">
                <a16:creationId xmlns:a16="http://schemas.microsoft.com/office/drawing/2014/main" id="{956BB1D7-41F5-4268-8EDF-A0E0E9CEEFC6}"/>
              </a:ext>
            </a:extLst>
          </p:cNvPr>
          <p:cNvSpPr>
            <a:spLocks noChangeArrowheads="1"/>
          </p:cNvSpPr>
          <p:nvPr/>
        </p:nvSpPr>
        <p:spPr bwMode="auto">
          <a:xfrm>
            <a:off x="2301875" y="5867400"/>
            <a:ext cx="762000" cy="76200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3</a:t>
            </a:r>
          </a:p>
        </p:txBody>
      </p:sp>
      <p:sp>
        <p:nvSpPr>
          <p:cNvPr id="96273" name="AutoShape 17">
            <a:extLst>
              <a:ext uri="{FF2B5EF4-FFF2-40B4-BE49-F238E27FC236}">
                <a16:creationId xmlns:a16="http://schemas.microsoft.com/office/drawing/2014/main" id="{F35AE2F4-4598-4976-AAFA-F7302508F542}"/>
              </a:ext>
            </a:extLst>
          </p:cNvPr>
          <p:cNvSpPr>
            <a:spLocks noChangeArrowheads="1"/>
          </p:cNvSpPr>
          <p:nvPr/>
        </p:nvSpPr>
        <p:spPr bwMode="auto">
          <a:xfrm>
            <a:off x="7010400" y="2819400"/>
            <a:ext cx="762000" cy="76200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4</a:t>
            </a:r>
          </a:p>
        </p:txBody>
      </p:sp>
      <p:sp>
        <p:nvSpPr>
          <p:cNvPr id="96274" name="AutoShape 18">
            <a:extLst>
              <a:ext uri="{FF2B5EF4-FFF2-40B4-BE49-F238E27FC236}">
                <a16:creationId xmlns:a16="http://schemas.microsoft.com/office/drawing/2014/main" id="{530DBA94-161D-47E2-9BE6-7E3FC1CCB31C}"/>
              </a:ext>
            </a:extLst>
          </p:cNvPr>
          <p:cNvSpPr>
            <a:spLocks noChangeArrowheads="1"/>
          </p:cNvSpPr>
          <p:nvPr/>
        </p:nvSpPr>
        <p:spPr bwMode="auto">
          <a:xfrm>
            <a:off x="6858000" y="4343400"/>
            <a:ext cx="762000" cy="76200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5</a:t>
            </a:r>
          </a:p>
        </p:txBody>
      </p:sp>
      <p:sp>
        <p:nvSpPr>
          <p:cNvPr id="96275" name="Line 19">
            <a:extLst>
              <a:ext uri="{FF2B5EF4-FFF2-40B4-BE49-F238E27FC236}">
                <a16:creationId xmlns:a16="http://schemas.microsoft.com/office/drawing/2014/main" id="{969D4DB8-984E-474F-A2D4-BE8FD434C58C}"/>
              </a:ext>
            </a:extLst>
          </p:cNvPr>
          <p:cNvSpPr>
            <a:spLocks noChangeShapeType="1"/>
          </p:cNvSpPr>
          <p:nvPr/>
        </p:nvSpPr>
        <p:spPr bwMode="auto">
          <a:xfrm>
            <a:off x="3962400" y="2819400"/>
            <a:ext cx="1371600" cy="1524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6276" name="Line 20">
            <a:extLst>
              <a:ext uri="{FF2B5EF4-FFF2-40B4-BE49-F238E27FC236}">
                <a16:creationId xmlns:a16="http://schemas.microsoft.com/office/drawing/2014/main" id="{FB272A94-9768-45A8-80ED-39335A8C49F1}"/>
              </a:ext>
            </a:extLst>
          </p:cNvPr>
          <p:cNvSpPr>
            <a:spLocks noChangeShapeType="1"/>
          </p:cNvSpPr>
          <p:nvPr/>
        </p:nvSpPr>
        <p:spPr bwMode="auto">
          <a:xfrm>
            <a:off x="3505200" y="3200400"/>
            <a:ext cx="228600" cy="4572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6277" name="Freeform 21">
            <a:extLst>
              <a:ext uri="{FF2B5EF4-FFF2-40B4-BE49-F238E27FC236}">
                <a16:creationId xmlns:a16="http://schemas.microsoft.com/office/drawing/2014/main" id="{6CCB29DC-F444-4E5C-93C3-327484FD1131}"/>
              </a:ext>
            </a:extLst>
          </p:cNvPr>
          <p:cNvSpPr>
            <a:spLocks/>
          </p:cNvSpPr>
          <p:nvPr/>
        </p:nvSpPr>
        <p:spPr bwMode="auto">
          <a:xfrm>
            <a:off x="3962400" y="2476500"/>
            <a:ext cx="1524000" cy="266700"/>
          </a:xfrm>
          <a:custGeom>
            <a:avLst/>
            <a:gdLst>
              <a:gd name="T0" fmla="*/ 960 w 960"/>
              <a:gd name="T1" fmla="*/ 168 h 168"/>
              <a:gd name="T2" fmla="*/ 672 w 960"/>
              <a:gd name="T3" fmla="*/ 24 h 168"/>
              <a:gd name="T4" fmla="*/ 192 w 960"/>
              <a:gd name="T5" fmla="*/ 24 h 168"/>
              <a:gd name="T6" fmla="*/ 0 w 960"/>
              <a:gd name="T7" fmla="*/ 72 h 168"/>
            </a:gdLst>
            <a:ahLst/>
            <a:cxnLst>
              <a:cxn ang="0">
                <a:pos x="T0" y="T1"/>
              </a:cxn>
              <a:cxn ang="0">
                <a:pos x="T2" y="T3"/>
              </a:cxn>
              <a:cxn ang="0">
                <a:pos x="T4" y="T5"/>
              </a:cxn>
              <a:cxn ang="0">
                <a:pos x="T6" y="T7"/>
              </a:cxn>
            </a:cxnLst>
            <a:rect l="0" t="0" r="r" b="b"/>
            <a:pathLst>
              <a:path w="960" h="168">
                <a:moveTo>
                  <a:pt x="960" y="168"/>
                </a:moveTo>
                <a:cubicBezTo>
                  <a:pt x="880" y="108"/>
                  <a:pt x="800" y="48"/>
                  <a:pt x="672" y="24"/>
                </a:cubicBezTo>
                <a:cubicBezTo>
                  <a:pt x="544" y="0"/>
                  <a:pt x="304" y="16"/>
                  <a:pt x="192" y="24"/>
                </a:cubicBezTo>
                <a:cubicBezTo>
                  <a:pt x="80" y="32"/>
                  <a:pt x="32" y="64"/>
                  <a:pt x="0" y="72"/>
                </a:cubicBezTo>
              </a:path>
            </a:pathLst>
          </a:custGeom>
          <a:noFill/>
          <a:ln w="9525" cap="flat" cmpd="sng">
            <a:solidFill>
              <a:srgbClr val="FF0000"/>
            </a:solidFill>
            <a:prstDash val="solid"/>
            <a:round/>
            <a:headEnd/>
            <a:tailEnd type="triangl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6278" name="Line 22">
            <a:extLst>
              <a:ext uri="{FF2B5EF4-FFF2-40B4-BE49-F238E27FC236}">
                <a16:creationId xmlns:a16="http://schemas.microsoft.com/office/drawing/2014/main" id="{D310235A-1C59-44E2-8B53-BA08CD9B6384}"/>
              </a:ext>
            </a:extLst>
          </p:cNvPr>
          <p:cNvSpPr>
            <a:spLocks noChangeShapeType="1"/>
          </p:cNvSpPr>
          <p:nvPr/>
        </p:nvSpPr>
        <p:spPr bwMode="auto">
          <a:xfrm flipV="1">
            <a:off x="5867400" y="3429000"/>
            <a:ext cx="1219200" cy="7620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6279" name="Line 23">
            <a:extLst>
              <a:ext uri="{FF2B5EF4-FFF2-40B4-BE49-F238E27FC236}">
                <a16:creationId xmlns:a16="http://schemas.microsoft.com/office/drawing/2014/main" id="{C195E5E9-4E1A-4D54-8187-77F188BBD695}"/>
              </a:ext>
            </a:extLst>
          </p:cNvPr>
          <p:cNvSpPr>
            <a:spLocks noChangeShapeType="1"/>
          </p:cNvSpPr>
          <p:nvPr/>
        </p:nvSpPr>
        <p:spPr bwMode="auto">
          <a:xfrm flipH="1">
            <a:off x="7239000" y="3581400"/>
            <a:ext cx="15240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6280" name="Line 24">
            <a:extLst>
              <a:ext uri="{FF2B5EF4-FFF2-40B4-BE49-F238E27FC236}">
                <a16:creationId xmlns:a16="http://schemas.microsoft.com/office/drawing/2014/main" id="{80D0F70F-56AD-4AAD-B40E-2F149CD223E9}"/>
              </a:ext>
            </a:extLst>
          </p:cNvPr>
          <p:cNvSpPr>
            <a:spLocks noChangeShapeType="1"/>
          </p:cNvSpPr>
          <p:nvPr/>
        </p:nvSpPr>
        <p:spPr bwMode="auto">
          <a:xfrm flipV="1">
            <a:off x="7620000" y="4572000"/>
            <a:ext cx="6858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6281" name="Line 25">
            <a:extLst>
              <a:ext uri="{FF2B5EF4-FFF2-40B4-BE49-F238E27FC236}">
                <a16:creationId xmlns:a16="http://schemas.microsoft.com/office/drawing/2014/main" id="{F2356632-76CE-497F-958F-D494E5CBDBC1}"/>
              </a:ext>
            </a:extLst>
          </p:cNvPr>
          <p:cNvSpPr>
            <a:spLocks noChangeShapeType="1"/>
          </p:cNvSpPr>
          <p:nvPr/>
        </p:nvSpPr>
        <p:spPr bwMode="auto">
          <a:xfrm flipV="1">
            <a:off x="1692275" y="6248400"/>
            <a:ext cx="6096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6282" name="Line 26">
            <a:extLst>
              <a:ext uri="{FF2B5EF4-FFF2-40B4-BE49-F238E27FC236}">
                <a16:creationId xmlns:a16="http://schemas.microsoft.com/office/drawing/2014/main" id="{E927BB36-C0BF-42CC-B27C-6D707F4B2A07}"/>
              </a:ext>
            </a:extLst>
          </p:cNvPr>
          <p:cNvSpPr>
            <a:spLocks noChangeShapeType="1"/>
          </p:cNvSpPr>
          <p:nvPr/>
        </p:nvSpPr>
        <p:spPr bwMode="auto">
          <a:xfrm flipV="1">
            <a:off x="3048000" y="5791200"/>
            <a:ext cx="381000" cy="2286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6283" name="Line 27">
            <a:extLst>
              <a:ext uri="{FF2B5EF4-FFF2-40B4-BE49-F238E27FC236}">
                <a16:creationId xmlns:a16="http://schemas.microsoft.com/office/drawing/2014/main" id="{A78A436A-3D0A-4323-9291-0B91F10552DA}"/>
              </a:ext>
            </a:extLst>
          </p:cNvPr>
          <p:cNvSpPr>
            <a:spLocks noChangeShapeType="1"/>
          </p:cNvSpPr>
          <p:nvPr/>
        </p:nvSpPr>
        <p:spPr bwMode="auto">
          <a:xfrm flipV="1">
            <a:off x="3048000" y="5943600"/>
            <a:ext cx="2362200" cy="3810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6284" name="Line 28">
            <a:extLst>
              <a:ext uri="{FF2B5EF4-FFF2-40B4-BE49-F238E27FC236}">
                <a16:creationId xmlns:a16="http://schemas.microsoft.com/office/drawing/2014/main" id="{69EDD018-4B9D-4838-9AAF-A468A453D72E}"/>
              </a:ext>
            </a:extLst>
          </p:cNvPr>
          <p:cNvSpPr>
            <a:spLocks noChangeShapeType="1"/>
          </p:cNvSpPr>
          <p:nvPr/>
        </p:nvSpPr>
        <p:spPr bwMode="auto">
          <a:xfrm>
            <a:off x="6096000" y="5867400"/>
            <a:ext cx="1066800" cy="2286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6285" name="Line 29">
            <a:extLst>
              <a:ext uri="{FF2B5EF4-FFF2-40B4-BE49-F238E27FC236}">
                <a16:creationId xmlns:a16="http://schemas.microsoft.com/office/drawing/2014/main" id="{AB6FB6F0-42BB-47F5-A4E9-E07E527E4522}"/>
              </a:ext>
            </a:extLst>
          </p:cNvPr>
          <p:cNvSpPr>
            <a:spLocks noChangeShapeType="1"/>
          </p:cNvSpPr>
          <p:nvPr/>
        </p:nvSpPr>
        <p:spPr bwMode="auto">
          <a:xfrm>
            <a:off x="2438400" y="2514600"/>
            <a:ext cx="7620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6286" name="Line 30">
            <a:extLst>
              <a:ext uri="{FF2B5EF4-FFF2-40B4-BE49-F238E27FC236}">
                <a16:creationId xmlns:a16="http://schemas.microsoft.com/office/drawing/2014/main" id="{6BB8062F-7B5B-4334-BD70-DC028553D4B1}"/>
              </a:ext>
            </a:extLst>
          </p:cNvPr>
          <p:cNvSpPr>
            <a:spLocks noChangeShapeType="1"/>
          </p:cNvSpPr>
          <p:nvPr/>
        </p:nvSpPr>
        <p:spPr bwMode="auto">
          <a:xfrm flipV="1">
            <a:off x="2286000" y="3048000"/>
            <a:ext cx="9144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6287" name="Line 31">
            <a:extLst>
              <a:ext uri="{FF2B5EF4-FFF2-40B4-BE49-F238E27FC236}">
                <a16:creationId xmlns:a16="http://schemas.microsoft.com/office/drawing/2014/main" id="{11BBF368-278C-442B-92AD-8FD3E463D8D2}"/>
              </a:ext>
            </a:extLst>
          </p:cNvPr>
          <p:cNvSpPr>
            <a:spLocks noChangeShapeType="1"/>
          </p:cNvSpPr>
          <p:nvPr/>
        </p:nvSpPr>
        <p:spPr bwMode="auto">
          <a:xfrm flipV="1">
            <a:off x="7772400" y="3048000"/>
            <a:ext cx="685800" cy="76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6288" name="Text Box 32">
            <a:extLst>
              <a:ext uri="{FF2B5EF4-FFF2-40B4-BE49-F238E27FC236}">
                <a16:creationId xmlns:a16="http://schemas.microsoft.com/office/drawing/2014/main" id="{AC90B5AB-F2EA-4355-B42A-A8CAF953A99E}"/>
              </a:ext>
            </a:extLst>
          </p:cNvPr>
          <p:cNvSpPr txBox="1">
            <a:spLocks noChangeArrowheads="1"/>
          </p:cNvSpPr>
          <p:nvPr/>
        </p:nvSpPr>
        <p:spPr bwMode="auto">
          <a:xfrm>
            <a:off x="3308350" y="3228975"/>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I</a:t>
            </a:r>
          </a:p>
        </p:txBody>
      </p:sp>
      <p:sp>
        <p:nvSpPr>
          <p:cNvPr id="96289" name="Text Box 33">
            <a:extLst>
              <a:ext uri="{FF2B5EF4-FFF2-40B4-BE49-F238E27FC236}">
                <a16:creationId xmlns:a16="http://schemas.microsoft.com/office/drawing/2014/main" id="{875F4FE4-9F4D-441D-BBDD-D616CD7ECAE1}"/>
              </a:ext>
            </a:extLst>
          </p:cNvPr>
          <p:cNvSpPr txBox="1">
            <a:spLocks noChangeArrowheads="1"/>
          </p:cNvSpPr>
          <p:nvPr/>
        </p:nvSpPr>
        <p:spPr bwMode="auto">
          <a:xfrm>
            <a:off x="2590800" y="219075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A</a:t>
            </a:r>
          </a:p>
        </p:txBody>
      </p:sp>
      <p:sp>
        <p:nvSpPr>
          <p:cNvPr id="96290" name="Text Box 34">
            <a:extLst>
              <a:ext uri="{FF2B5EF4-FFF2-40B4-BE49-F238E27FC236}">
                <a16:creationId xmlns:a16="http://schemas.microsoft.com/office/drawing/2014/main" id="{A9A8CDDE-1311-48D6-B163-B78494711A16}"/>
              </a:ext>
            </a:extLst>
          </p:cNvPr>
          <p:cNvSpPr txBox="1">
            <a:spLocks noChangeArrowheads="1"/>
          </p:cNvSpPr>
          <p:nvPr/>
        </p:nvSpPr>
        <p:spPr bwMode="auto">
          <a:xfrm>
            <a:off x="7239000" y="37338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P</a:t>
            </a:r>
          </a:p>
        </p:txBody>
      </p:sp>
      <p:sp>
        <p:nvSpPr>
          <p:cNvPr id="96291" name="Text Box 35">
            <a:extLst>
              <a:ext uri="{FF2B5EF4-FFF2-40B4-BE49-F238E27FC236}">
                <a16:creationId xmlns:a16="http://schemas.microsoft.com/office/drawing/2014/main" id="{A6988DE8-B207-4DF5-B373-6D99D993F1BA}"/>
              </a:ext>
            </a:extLst>
          </p:cNvPr>
          <p:cNvSpPr txBox="1">
            <a:spLocks noChangeArrowheads="1"/>
          </p:cNvSpPr>
          <p:nvPr/>
        </p:nvSpPr>
        <p:spPr bwMode="auto">
          <a:xfrm>
            <a:off x="7772400" y="25908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G</a:t>
            </a:r>
          </a:p>
        </p:txBody>
      </p:sp>
      <p:sp>
        <p:nvSpPr>
          <p:cNvPr id="96292" name="Text Box 36">
            <a:extLst>
              <a:ext uri="{FF2B5EF4-FFF2-40B4-BE49-F238E27FC236}">
                <a16:creationId xmlns:a16="http://schemas.microsoft.com/office/drawing/2014/main" id="{5CA4F964-5962-4C9A-8B64-E5F853D5B2A7}"/>
              </a:ext>
            </a:extLst>
          </p:cNvPr>
          <p:cNvSpPr txBox="1">
            <a:spLocks noChangeArrowheads="1"/>
          </p:cNvSpPr>
          <p:nvPr/>
        </p:nvSpPr>
        <p:spPr bwMode="auto">
          <a:xfrm>
            <a:off x="7772400" y="4191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F</a:t>
            </a:r>
          </a:p>
        </p:txBody>
      </p:sp>
      <p:sp>
        <p:nvSpPr>
          <p:cNvPr id="96293" name="Text Box 37">
            <a:extLst>
              <a:ext uri="{FF2B5EF4-FFF2-40B4-BE49-F238E27FC236}">
                <a16:creationId xmlns:a16="http://schemas.microsoft.com/office/drawing/2014/main" id="{C709356E-8729-48FA-8BE8-BB3096917D54}"/>
              </a:ext>
            </a:extLst>
          </p:cNvPr>
          <p:cNvSpPr txBox="1">
            <a:spLocks noChangeArrowheads="1"/>
          </p:cNvSpPr>
          <p:nvPr/>
        </p:nvSpPr>
        <p:spPr bwMode="auto">
          <a:xfrm>
            <a:off x="1752600" y="58674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D</a:t>
            </a:r>
          </a:p>
        </p:txBody>
      </p:sp>
      <p:sp>
        <p:nvSpPr>
          <p:cNvPr id="96294" name="Freeform 38">
            <a:extLst>
              <a:ext uri="{FF2B5EF4-FFF2-40B4-BE49-F238E27FC236}">
                <a16:creationId xmlns:a16="http://schemas.microsoft.com/office/drawing/2014/main" id="{0299BF06-7AD7-423F-A50A-543C0EB724A4}"/>
              </a:ext>
            </a:extLst>
          </p:cNvPr>
          <p:cNvSpPr>
            <a:spLocks/>
          </p:cNvSpPr>
          <p:nvPr/>
        </p:nvSpPr>
        <p:spPr bwMode="auto">
          <a:xfrm>
            <a:off x="3032125" y="1820863"/>
            <a:ext cx="3779838" cy="3011487"/>
          </a:xfrm>
          <a:custGeom>
            <a:avLst/>
            <a:gdLst>
              <a:gd name="T0" fmla="*/ 1711 w 2381"/>
              <a:gd name="T1" fmla="*/ 15 h 1897"/>
              <a:gd name="T2" fmla="*/ 1690 w 2381"/>
              <a:gd name="T3" fmla="*/ 118 h 1897"/>
              <a:gd name="T4" fmla="*/ 1464 w 2381"/>
              <a:gd name="T5" fmla="*/ 293 h 1897"/>
              <a:gd name="T6" fmla="*/ 1309 w 2381"/>
              <a:gd name="T7" fmla="*/ 386 h 1897"/>
              <a:gd name="T8" fmla="*/ 1165 w 2381"/>
              <a:gd name="T9" fmla="*/ 447 h 1897"/>
              <a:gd name="T10" fmla="*/ 1104 w 2381"/>
              <a:gd name="T11" fmla="*/ 488 h 1897"/>
              <a:gd name="T12" fmla="*/ 991 w 2381"/>
              <a:gd name="T13" fmla="*/ 694 h 1897"/>
              <a:gd name="T14" fmla="*/ 877 w 2381"/>
              <a:gd name="T15" fmla="*/ 746 h 1897"/>
              <a:gd name="T16" fmla="*/ 816 w 2381"/>
              <a:gd name="T17" fmla="*/ 766 h 1897"/>
              <a:gd name="T18" fmla="*/ 785 w 2381"/>
              <a:gd name="T19" fmla="*/ 776 h 1897"/>
              <a:gd name="T20" fmla="*/ 661 w 2381"/>
              <a:gd name="T21" fmla="*/ 859 h 1897"/>
              <a:gd name="T22" fmla="*/ 517 w 2381"/>
              <a:gd name="T23" fmla="*/ 1075 h 1897"/>
              <a:gd name="T24" fmla="*/ 456 w 2381"/>
              <a:gd name="T25" fmla="*/ 1106 h 1897"/>
              <a:gd name="T26" fmla="*/ 271 w 2381"/>
              <a:gd name="T27" fmla="*/ 1064 h 1897"/>
              <a:gd name="T28" fmla="*/ 168 w 2381"/>
              <a:gd name="T29" fmla="*/ 1075 h 1897"/>
              <a:gd name="T30" fmla="*/ 106 w 2381"/>
              <a:gd name="T31" fmla="*/ 1116 h 1897"/>
              <a:gd name="T32" fmla="*/ 34 w 2381"/>
              <a:gd name="T33" fmla="*/ 1208 h 1897"/>
              <a:gd name="T34" fmla="*/ 85 w 2381"/>
              <a:gd name="T35" fmla="*/ 1496 h 1897"/>
              <a:gd name="T36" fmla="*/ 168 w 2381"/>
              <a:gd name="T37" fmla="*/ 1599 h 1897"/>
              <a:gd name="T38" fmla="*/ 291 w 2381"/>
              <a:gd name="T39" fmla="*/ 1661 h 1897"/>
              <a:gd name="T40" fmla="*/ 322 w 2381"/>
              <a:gd name="T41" fmla="*/ 1682 h 1897"/>
              <a:gd name="T42" fmla="*/ 384 w 2381"/>
              <a:gd name="T43" fmla="*/ 1702 h 1897"/>
              <a:gd name="T44" fmla="*/ 538 w 2381"/>
              <a:gd name="T45" fmla="*/ 1743 h 1897"/>
              <a:gd name="T46" fmla="*/ 672 w 2381"/>
              <a:gd name="T47" fmla="*/ 1774 h 1897"/>
              <a:gd name="T48" fmla="*/ 754 w 2381"/>
              <a:gd name="T49" fmla="*/ 1856 h 1897"/>
              <a:gd name="T50" fmla="*/ 1165 w 2381"/>
              <a:gd name="T51" fmla="*/ 1856 h 1897"/>
              <a:gd name="T52" fmla="*/ 1268 w 2381"/>
              <a:gd name="T53" fmla="*/ 1877 h 1897"/>
              <a:gd name="T54" fmla="*/ 1875 w 2381"/>
              <a:gd name="T55" fmla="*/ 1836 h 1897"/>
              <a:gd name="T56" fmla="*/ 2019 w 2381"/>
              <a:gd name="T57" fmla="*/ 1640 h 1897"/>
              <a:gd name="T58" fmla="*/ 2122 w 2381"/>
              <a:gd name="T59" fmla="*/ 1352 h 1897"/>
              <a:gd name="T60" fmla="*/ 2143 w 2381"/>
              <a:gd name="T61" fmla="*/ 1291 h 1897"/>
              <a:gd name="T62" fmla="*/ 2194 w 2381"/>
              <a:gd name="T63" fmla="*/ 1219 h 1897"/>
              <a:gd name="T64" fmla="*/ 2225 w 2381"/>
              <a:gd name="T65" fmla="*/ 1157 h 1897"/>
              <a:gd name="T66" fmla="*/ 2256 w 2381"/>
              <a:gd name="T67" fmla="*/ 1064 h 1897"/>
              <a:gd name="T68" fmla="*/ 2328 w 2381"/>
              <a:gd name="T69" fmla="*/ 859 h 1897"/>
              <a:gd name="T70" fmla="*/ 2359 w 2381"/>
              <a:gd name="T71" fmla="*/ 715 h 1897"/>
              <a:gd name="T72" fmla="*/ 2348 w 2381"/>
              <a:gd name="T73" fmla="*/ 488 h 1897"/>
              <a:gd name="T74" fmla="*/ 2245 w 2381"/>
              <a:gd name="T75" fmla="*/ 478 h 1897"/>
              <a:gd name="T76" fmla="*/ 2071 w 2381"/>
              <a:gd name="T77" fmla="*/ 437 h 1897"/>
              <a:gd name="T78" fmla="*/ 2040 w 2381"/>
              <a:gd name="T79" fmla="*/ 406 h 1897"/>
              <a:gd name="T80" fmla="*/ 2009 w 2381"/>
              <a:gd name="T81" fmla="*/ 242 h 1897"/>
              <a:gd name="T82" fmla="*/ 1988 w 2381"/>
              <a:gd name="T83" fmla="*/ 211 h 1897"/>
              <a:gd name="T84" fmla="*/ 1927 w 2381"/>
              <a:gd name="T85" fmla="*/ 170 h 1897"/>
              <a:gd name="T86" fmla="*/ 1824 w 2381"/>
              <a:gd name="T87" fmla="*/ 36 h 1897"/>
              <a:gd name="T88" fmla="*/ 1711 w 2381"/>
              <a:gd name="T89" fmla="*/ 15 h 18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381" h="1897">
                <a:moveTo>
                  <a:pt x="1711" y="15"/>
                </a:moveTo>
                <a:cubicBezTo>
                  <a:pt x="1708" y="36"/>
                  <a:pt x="1703" y="92"/>
                  <a:pt x="1690" y="118"/>
                </a:cubicBezTo>
                <a:cubicBezTo>
                  <a:pt x="1648" y="202"/>
                  <a:pt x="1551" y="265"/>
                  <a:pt x="1464" y="293"/>
                </a:cubicBezTo>
                <a:cubicBezTo>
                  <a:pt x="1414" y="359"/>
                  <a:pt x="1376" y="352"/>
                  <a:pt x="1309" y="386"/>
                </a:cubicBezTo>
                <a:cubicBezTo>
                  <a:pt x="1259" y="412"/>
                  <a:pt x="1221" y="434"/>
                  <a:pt x="1165" y="447"/>
                </a:cubicBezTo>
                <a:cubicBezTo>
                  <a:pt x="1145" y="461"/>
                  <a:pt x="1109" y="464"/>
                  <a:pt x="1104" y="488"/>
                </a:cubicBezTo>
                <a:cubicBezTo>
                  <a:pt x="1086" y="573"/>
                  <a:pt x="1069" y="641"/>
                  <a:pt x="991" y="694"/>
                </a:cubicBezTo>
                <a:cubicBezTo>
                  <a:pt x="953" y="720"/>
                  <a:pt x="921" y="733"/>
                  <a:pt x="877" y="746"/>
                </a:cubicBezTo>
                <a:cubicBezTo>
                  <a:pt x="857" y="752"/>
                  <a:pt x="836" y="759"/>
                  <a:pt x="816" y="766"/>
                </a:cubicBezTo>
                <a:cubicBezTo>
                  <a:pt x="806" y="769"/>
                  <a:pt x="785" y="776"/>
                  <a:pt x="785" y="776"/>
                </a:cubicBezTo>
                <a:cubicBezTo>
                  <a:pt x="740" y="806"/>
                  <a:pt x="701" y="819"/>
                  <a:pt x="661" y="859"/>
                </a:cubicBezTo>
                <a:cubicBezTo>
                  <a:pt x="642" y="918"/>
                  <a:pt x="565" y="1027"/>
                  <a:pt x="517" y="1075"/>
                </a:cubicBezTo>
                <a:cubicBezTo>
                  <a:pt x="498" y="1094"/>
                  <a:pt x="480" y="1098"/>
                  <a:pt x="456" y="1106"/>
                </a:cubicBezTo>
                <a:cubicBezTo>
                  <a:pt x="388" y="1098"/>
                  <a:pt x="333" y="1087"/>
                  <a:pt x="271" y="1064"/>
                </a:cubicBezTo>
                <a:cubicBezTo>
                  <a:pt x="237" y="1068"/>
                  <a:pt x="201" y="1065"/>
                  <a:pt x="168" y="1075"/>
                </a:cubicBezTo>
                <a:cubicBezTo>
                  <a:pt x="144" y="1082"/>
                  <a:pt x="106" y="1116"/>
                  <a:pt x="106" y="1116"/>
                </a:cubicBezTo>
                <a:cubicBezTo>
                  <a:pt x="84" y="1149"/>
                  <a:pt x="57" y="1176"/>
                  <a:pt x="34" y="1208"/>
                </a:cubicBezTo>
                <a:cubicBezTo>
                  <a:pt x="0" y="1310"/>
                  <a:pt x="7" y="1418"/>
                  <a:pt x="85" y="1496"/>
                </a:cubicBezTo>
                <a:cubicBezTo>
                  <a:pt x="103" y="1546"/>
                  <a:pt x="118" y="1583"/>
                  <a:pt x="168" y="1599"/>
                </a:cubicBezTo>
                <a:cubicBezTo>
                  <a:pt x="201" y="1650"/>
                  <a:pt x="235" y="1643"/>
                  <a:pt x="291" y="1661"/>
                </a:cubicBezTo>
                <a:cubicBezTo>
                  <a:pt x="301" y="1668"/>
                  <a:pt x="311" y="1677"/>
                  <a:pt x="322" y="1682"/>
                </a:cubicBezTo>
                <a:cubicBezTo>
                  <a:pt x="342" y="1691"/>
                  <a:pt x="384" y="1702"/>
                  <a:pt x="384" y="1702"/>
                </a:cubicBezTo>
                <a:cubicBezTo>
                  <a:pt x="447" y="1765"/>
                  <a:pt x="393" y="1724"/>
                  <a:pt x="538" y="1743"/>
                </a:cubicBezTo>
                <a:cubicBezTo>
                  <a:pt x="582" y="1749"/>
                  <a:pt x="630" y="1760"/>
                  <a:pt x="672" y="1774"/>
                </a:cubicBezTo>
                <a:cubicBezTo>
                  <a:pt x="702" y="1804"/>
                  <a:pt x="718" y="1833"/>
                  <a:pt x="754" y="1856"/>
                </a:cubicBezTo>
                <a:cubicBezTo>
                  <a:pt x="923" y="1849"/>
                  <a:pt x="1009" y="1837"/>
                  <a:pt x="1165" y="1856"/>
                </a:cubicBezTo>
                <a:cubicBezTo>
                  <a:pt x="1200" y="1860"/>
                  <a:pt x="1268" y="1877"/>
                  <a:pt x="1268" y="1877"/>
                </a:cubicBezTo>
                <a:cubicBezTo>
                  <a:pt x="1450" y="1873"/>
                  <a:pt x="1686" y="1897"/>
                  <a:pt x="1875" y="1836"/>
                </a:cubicBezTo>
                <a:cubicBezTo>
                  <a:pt x="1915" y="1777"/>
                  <a:pt x="1996" y="1706"/>
                  <a:pt x="2019" y="1640"/>
                </a:cubicBezTo>
                <a:cubicBezTo>
                  <a:pt x="2053" y="1541"/>
                  <a:pt x="2063" y="1440"/>
                  <a:pt x="2122" y="1352"/>
                </a:cubicBezTo>
                <a:cubicBezTo>
                  <a:pt x="2129" y="1332"/>
                  <a:pt x="2131" y="1309"/>
                  <a:pt x="2143" y="1291"/>
                </a:cubicBezTo>
                <a:cubicBezTo>
                  <a:pt x="2160" y="1267"/>
                  <a:pt x="2194" y="1219"/>
                  <a:pt x="2194" y="1219"/>
                </a:cubicBezTo>
                <a:cubicBezTo>
                  <a:pt x="2230" y="1107"/>
                  <a:pt x="2172" y="1277"/>
                  <a:pt x="2225" y="1157"/>
                </a:cubicBezTo>
                <a:cubicBezTo>
                  <a:pt x="2238" y="1127"/>
                  <a:pt x="2245" y="1095"/>
                  <a:pt x="2256" y="1064"/>
                </a:cubicBezTo>
                <a:cubicBezTo>
                  <a:pt x="2281" y="994"/>
                  <a:pt x="2285" y="922"/>
                  <a:pt x="2328" y="859"/>
                </a:cubicBezTo>
                <a:cubicBezTo>
                  <a:pt x="2337" y="810"/>
                  <a:pt x="2342" y="762"/>
                  <a:pt x="2359" y="715"/>
                </a:cubicBezTo>
                <a:cubicBezTo>
                  <a:pt x="2355" y="639"/>
                  <a:pt x="2381" y="556"/>
                  <a:pt x="2348" y="488"/>
                </a:cubicBezTo>
                <a:cubicBezTo>
                  <a:pt x="2333" y="457"/>
                  <a:pt x="2279" y="483"/>
                  <a:pt x="2245" y="478"/>
                </a:cubicBezTo>
                <a:cubicBezTo>
                  <a:pt x="2185" y="470"/>
                  <a:pt x="2132" y="445"/>
                  <a:pt x="2071" y="437"/>
                </a:cubicBezTo>
                <a:cubicBezTo>
                  <a:pt x="2061" y="427"/>
                  <a:pt x="2042" y="420"/>
                  <a:pt x="2040" y="406"/>
                </a:cubicBezTo>
                <a:cubicBezTo>
                  <a:pt x="2026" y="317"/>
                  <a:pt x="2089" y="293"/>
                  <a:pt x="2009" y="242"/>
                </a:cubicBezTo>
                <a:cubicBezTo>
                  <a:pt x="2002" y="232"/>
                  <a:pt x="1997" y="219"/>
                  <a:pt x="1988" y="211"/>
                </a:cubicBezTo>
                <a:cubicBezTo>
                  <a:pt x="1970" y="195"/>
                  <a:pt x="1927" y="170"/>
                  <a:pt x="1927" y="170"/>
                </a:cubicBezTo>
                <a:cubicBezTo>
                  <a:pt x="1891" y="117"/>
                  <a:pt x="1892" y="58"/>
                  <a:pt x="1824" y="36"/>
                </a:cubicBezTo>
                <a:cubicBezTo>
                  <a:pt x="1770" y="0"/>
                  <a:pt x="1805" y="15"/>
                  <a:pt x="1711" y="15"/>
                </a:cubicBezTo>
                <a:close/>
              </a:path>
            </a:pathLst>
          </a:custGeom>
          <a:noFill/>
          <a:ln w="9525" cap="flat" cmpd="sng">
            <a:solidFill>
              <a:schemeClr val="bg2"/>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6295" name="Freeform 39">
            <a:extLst>
              <a:ext uri="{FF2B5EF4-FFF2-40B4-BE49-F238E27FC236}">
                <a16:creationId xmlns:a16="http://schemas.microsoft.com/office/drawing/2014/main" id="{9B89C134-C8B3-4703-8DDA-F9CB4C0EFF43}"/>
              </a:ext>
            </a:extLst>
          </p:cNvPr>
          <p:cNvSpPr>
            <a:spLocks/>
          </p:cNvSpPr>
          <p:nvPr/>
        </p:nvSpPr>
        <p:spPr bwMode="auto">
          <a:xfrm>
            <a:off x="3151188" y="4784725"/>
            <a:ext cx="3538537" cy="2035175"/>
          </a:xfrm>
          <a:custGeom>
            <a:avLst/>
            <a:gdLst>
              <a:gd name="T0" fmla="*/ 1749 w 2229"/>
              <a:gd name="T1" fmla="*/ 175 h 1282"/>
              <a:gd name="T2" fmla="*/ 1636 w 2229"/>
              <a:gd name="T3" fmla="*/ 133 h 1282"/>
              <a:gd name="T4" fmla="*/ 1450 w 2229"/>
              <a:gd name="T5" fmla="*/ 113 h 1282"/>
              <a:gd name="T6" fmla="*/ 874 w 2229"/>
              <a:gd name="T7" fmla="*/ 92 h 1282"/>
              <a:gd name="T8" fmla="*/ 679 w 2229"/>
              <a:gd name="T9" fmla="*/ 31 h 1282"/>
              <a:gd name="T10" fmla="*/ 535 w 2229"/>
              <a:gd name="T11" fmla="*/ 0 h 1282"/>
              <a:gd name="T12" fmla="*/ 93 w 2229"/>
              <a:gd name="T13" fmla="*/ 113 h 1282"/>
              <a:gd name="T14" fmla="*/ 21 w 2229"/>
              <a:gd name="T15" fmla="*/ 205 h 1282"/>
              <a:gd name="T16" fmla="*/ 0 w 2229"/>
              <a:gd name="T17" fmla="*/ 236 h 1282"/>
              <a:gd name="T18" fmla="*/ 10 w 2229"/>
              <a:gd name="T19" fmla="*/ 380 h 1282"/>
              <a:gd name="T20" fmla="*/ 52 w 2229"/>
              <a:gd name="T21" fmla="*/ 504 h 1282"/>
              <a:gd name="T22" fmla="*/ 72 w 2229"/>
              <a:gd name="T23" fmla="*/ 596 h 1282"/>
              <a:gd name="T24" fmla="*/ 144 w 2229"/>
              <a:gd name="T25" fmla="*/ 689 h 1282"/>
              <a:gd name="T26" fmla="*/ 206 w 2229"/>
              <a:gd name="T27" fmla="*/ 802 h 1282"/>
              <a:gd name="T28" fmla="*/ 288 w 2229"/>
              <a:gd name="T29" fmla="*/ 956 h 1282"/>
              <a:gd name="T30" fmla="*/ 340 w 2229"/>
              <a:gd name="T31" fmla="*/ 1008 h 1282"/>
              <a:gd name="T32" fmla="*/ 504 w 2229"/>
              <a:gd name="T33" fmla="*/ 1039 h 1282"/>
              <a:gd name="T34" fmla="*/ 648 w 2229"/>
              <a:gd name="T35" fmla="*/ 1080 h 1282"/>
              <a:gd name="T36" fmla="*/ 730 w 2229"/>
              <a:gd name="T37" fmla="*/ 1162 h 1282"/>
              <a:gd name="T38" fmla="*/ 895 w 2229"/>
              <a:gd name="T39" fmla="*/ 1203 h 1282"/>
              <a:gd name="T40" fmla="*/ 1255 w 2229"/>
              <a:gd name="T41" fmla="*/ 1234 h 1282"/>
              <a:gd name="T42" fmla="*/ 1759 w 2229"/>
              <a:gd name="T43" fmla="*/ 1244 h 1282"/>
              <a:gd name="T44" fmla="*/ 1810 w 2229"/>
              <a:gd name="T45" fmla="*/ 1234 h 1282"/>
              <a:gd name="T46" fmla="*/ 1913 w 2229"/>
              <a:gd name="T47" fmla="*/ 1111 h 1282"/>
              <a:gd name="T48" fmla="*/ 2006 w 2229"/>
              <a:gd name="T49" fmla="*/ 1018 h 1282"/>
              <a:gd name="T50" fmla="*/ 2098 w 2229"/>
              <a:gd name="T51" fmla="*/ 895 h 1282"/>
              <a:gd name="T52" fmla="*/ 2201 w 2229"/>
              <a:gd name="T53" fmla="*/ 771 h 1282"/>
              <a:gd name="T54" fmla="*/ 2212 w 2229"/>
              <a:gd name="T55" fmla="*/ 565 h 1282"/>
              <a:gd name="T56" fmla="*/ 2160 w 2229"/>
              <a:gd name="T57" fmla="*/ 473 h 1282"/>
              <a:gd name="T58" fmla="*/ 2129 w 2229"/>
              <a:gd name="T59" fmla="*/ 411 h 1282"/>
              <a:gd name="T60" fmla="*/ 2119 w 2229"/>
              <a:gd name="T61" fmla="*/ 380 h 1282"/>
              <a:gd name="T62" fmla="*/ 2088 w 2229"/>
              <a:gd name="T63" fmla="*/ 360 h 1282"/>
              <a:gd name="T64" fmla="*/ 1996 w 2229"/>
              <a:gd name="T65" fmla="*/ 257 h 1282"/>
              <a:gd name="T66" fmla="*/ 1728 w 2229"/>
              <a:gd name="T67" fmla="*/ 195 h 1282"/>
              <a:gd name="T68" fmla="*/ 1697 w 2229"/>
              <a:gd name="T69" fmla="*/ 175 h 1282"/>
              <a:gd name="T70" fmla="*/ 1656 w 2229"/>
              <a:gd name="T71" fmla="*/ 144 h 1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29" h="1282">
                <a:moveTo>
                  <a:pt x="1749" y="175"/>
                </a:moveTo>
                <a:cubicBezTo>
                  <a:pt x="1718" y="162"/>
                  <a:pt x="1671" y="138"/>
                  <a:pt x="1636" y="133"/>
                </a:cubicBezTo>
                <a:cubicBezTo>
                  <a:pt x="1574" y="124"/>
                  <a:pt x="1450" y="113"/>
                  <a:pt x="1450" y="113"/>
                </a:cubicBezTo>
                <a:cubicBezTo>
                  <a:pt x="1229" y="59"/>
                  <a:pt x="1502" y="123"/>
                  <a:pt x="874" y="92"/>
                </a:cubicBezTo>
                <a:cubicBezTo>
                  <a:pt x="794" y="88"/>
                  <a:pt x="747" y="57"/>
                  <a:pt x="679" y="31"/>
                </a:cubicBezTo>
                <a:cubicBezTo>
                  <a:pt x="637" y="15"/>
                  <a:pt x="579" y="7"/>
                  <a:pt x="535" y="0"/>
                </a:cubicBezTo>
                <a:cubicBezTo>
                  <a:pt x="384" y="18"/>
                  <a:pt x="238" y="66"/>
                  <a:pt x="93" y="113"/>
                </a:cubicBezTo>
                <a:cubicBezTo>
                  <a:pt x="44" y="162"/>
                  <a:pt x="71" y="131"/>
                  <a:pt x="21" y="205"/>
                </a:cubicBezTo>
                <a:cubicBezTo>
                  <a:pt x="14" y="215"/>
                  <a:pt x="0" y="236"/>
                  <a:pt x="0" y="236"/>
                </a:cubicBezTo>
                <a:cubicBezTo>
                  <a:pt x="3" y="284"/>
                  <a:pt x="3" y="332"/>
                  <a:pt x="10" y="380"/>
                </a:cubicBezTo>
                <a:cubicBezTo>
                  <a:pt x="16" y="422"/>
                  <a:pt x="42" y="463"/>
                  <a:pt x="52" y="504"/>
                </a:cubicBezTo>
                <a:cubicBezTo>
                  <a:pt x="59" y="534"/>
                  <a:pt x="59" y="567"/>
                  <a:pt x="72" y="596"/>
                </a:cubicBezTo>
                <a:cubicBezTo>
                  <a:pt x="93" y="642"/>
                  <a:pt x="112" y="657"/>
                  <a:pt x="144" y="689"/>
                </a:cubicBezTo>
                <a:cubicBezTo>
                  <a:pt x="158" y="733"/>
                  <a:pt x="187" y="760"/>
                  <a:pt x="206" y="802"/>
                </a:cubicBezTo>
                <a:cubicBezTo>
                  <a:pt x="249" y="897"/>
                  <a:pt x="222" y="877"/>
                  <a:pt x="288" y="956"/>
                </a:cubicBezTo>
                <a:cubicBezTo>
                  <a:pt x="309" y="981"/>
                  <a:pt x="306" y="996"/>
                  <a:pt x="340" y="1008"/>
                </a:cubicBezTo>
                <a:cubicBezTo>
                  <a:pt x="386" y="1023"/>
                  <a:pt x="457" y="1032"/>
                  <a:pt x="504" y="1039"/>
                </a:cubicBezTo>
                <a:cubicBezTo>
                  <a:pt x="548" y="1068"/>
                  <a:pt x="597" y="1069"/>
                  <a:pt x="648" y="1080"/>
                </a:cubicBezTo>
                <a:cubicBezTo>
                  <a:pt x="684" y="1103"/>
                  <a:pt x="695" y="1139"/>
                  <a:pt x="730" y="1162"/>
                </a:cubicBezTo>
                <a:cubicBezTo>
                  <a:pt x="770" y="1189"/>
                  <a:pt x="850" y="1194"/>
                  <a:pt x="895" y="1203"/>
                </a:cubicBezTo>
                <a:cubicBezTo>
                  <a:pt x="1019" y="1227"/>
                  <a:pt x="1121" y="1228"/>
                  <a:pt x="1255" y="1234"/>
                </a:cubicBezTo>
                <a:cubicBezTo>
                  <a:pt x="1403" y="1282"/>
                  <a:pt x="1637" y="1248"/>
                  <a:pt x="1759" y="1244"/>
                </a:cubicBezTo>
                <a:cubicBezTo>
                  <a:pt x="1776" y="1241"/>
                  <a:pt x="1795" y="1242"/>
                  <a:pt x="1810" y="1234"/>
                </a:cubicBezTo>
                <a:cubicBezTo>
                  <a:pt x="1853" y="1213"/>
                  <a:pt x="1880" y="1144"/>
                  <a:pt x="1913" y="1111"/>
                </a:cubicBezTo>
                <a:cubicBezTo>
                  <a:pt x="1947" y="1077"/>
                  <a:pt x="1979" y="1059"/>
                  <a:pt x="2006" y="1018"/>
                </a:cubicBezTo>
                <a:cubicBezTo>
                  <a:pt x="2025" y="960"/>
                  <a:pt x="2051" y="929"/>
                  <a:pt x="2098" y="895"/>
                </a:cubicBezTo>
                <a:cubicBezTo>
                  <a:pt x="2129" y="850"/>
                  <a:pt x="2156" y="802"/>
                  <a:pt x="2201" y="771"/>
                </a:cubicBezTo>
                <a:cubicBezTo>
                  <a:pt x="2229" y="693"/>
                  <a:pt x="2224" y="661"/>
                  <a:pt x="2212" y="565"/>
                </a:cubicBezTo>
                <a:cubicBezTo>
                  <a:pt x="2208" y="530"/>
                  <a:pt x="2160" y="473"/>
                  <a:pt x="2160" y="473"/>
                </a:cubicBezTo>
                <a:cubicBezTo>
                  <a:pt x="2135" y="395"/>
                  <a:pt x="2169" y="491"/>
                  <a:pt x="2129" y="411"/>
                </a:cubicBezTo>
                <a:cubicBezTo>
                  <a:pt x="2124" y="401"/>
                  <a:pt x="2126" y="388"/>
                  <a:pt x="2119" y="380"/>
                </a:cubicBezTo>
                <a:cubicBezTo>
                  <a:pt x="2111" y="370"/>
                  <a:pt x="2098" y="367"/>
                  <a:pt x="2088" y="360"/>
                </a:cubicBezTo>
                <a:cubicBezTo>
                  <a:pt x="2057" y="313"/>
                  <a:pt x="2047" y="274"/>
                  <a:pt x="1996" y="257"/>
                </a:cubicBezTo>
                <a:cubicBezTo>
                  <a:pt x="1917" y="204"/>
                  <a:pt x="1819" y="212"/>
                  <a:pt x="1728" y="195"/>
                </a:cubicBezTo>
                <a:cubicBezTo>
                  <a:pt x="1718" y="188"/>
                  <a:pt x="1705" y="185"/>
                  <a:pt x="1697" y="175"/>
                </a:cubicBezTo>
                <a:cubicBezTo>
                  <a:pt x="1664" y="134"/>
                  <a:pt x="1717" y="144"/>
                  <a:pt x="1656" y="144"/>
                </a:cubicBezTo>
              </a:path>
            </a:pathLst>
          </a:custGeom>
          <a:noFill/>
          <a:ln w="9525" cap="flat" cmpd="sng">
            <a:solidFill>
              <a:schemeClr val="bg2"/>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6296" name="Text Box 40">
            <a:extLst>
              <a:ext uri="{FF2B5EF4-FFF2-40B4-BE49-F238E27FC236}">
                <a16:creationId xmlns:a16="http://schemas.microsoft.com/office/drawing/2014/main" id="{491F3885-9036-4CD5-AF82-D6B52D500787}"/>
              </a:ext>
            </a:extLst>
          </p:cNvPr>
          <p:cNvSpPr txBox="1">
            <a:spLocks noChangeArrowheads="1"/>
          </p:cNvSpPr>
          <p:nvPr/>
        </p:nvSpPr>
        <p:spPr bwMode="auto">
          <a:xfrm>
            <a:off x="5181600" y="3200400"/>
            <a:ext cx="685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sz="3200" b="1">
                <a:solidFill>
                  <a:schemeClr val="bg2"/>
                </a:solidFill>
                <a:latin typeface="宋体" panose="02010600030101010101" pitchFamily="2" charset="-122"/>
              </a:rPr>
              <a:t>2</a:t>
            </a:r>
            <a:r>
              <a:rPr lang="en-US" altLang="zh-CN" sz="3200" b="1">
                <a:solidFill>
                  <a:schemeClr val="bg2"/>
                </a:solidFill>
                <a:latin typeface="Arial Narrow" panose="020B0606020202030204" pitchFamily="34" charset="0"/>
              </a:rPr>
              <a:t>’</a:t>
            </a:r>
            <a:endParaRPr lang="en-US" altLang="zh-CN" sz="3200" b="1">
              <a:solidFill>
                <a:schemeClr val="bg2"/>
              </a:solidFill>
              <a:latin typeface="宋体" panose="02010600030101010101" pitchFamily="2" charset="-122"/>
            </a:endParaRPr>
          </a:p>
        </p:txBody>
      </p:sp>
      <p:sp>
        <p:nvSpPr>
          <p:cNvPr id="96297" name="Text Box 41">
            <a:extLst>
              <a:ext uri="{FF2B5EF4-FFF2-40B4-BE49-F238E27FC236}">
                <a16:creationId xmlns:a16="http://schemas.microsoft.com/office/drawing/2014/main" id="{0ACBEEF8-D894-4099-999A-1BE8BCE9D315}"/>
              </a:ext>
            </a:extLst>
          </p:cNvPr>
          <p:cNvSpPr txBox="1">
            <a:spLocks noChangeArrowheads="1"/>
          </p:cNvSpPr>
          <p:nvPr/>
        </p:nvSpPr>
        <p:spPr bwMode="auto">
          <a:xfrm>
            <a:off x="4876800" y="5334000"/>
            <a:ext cx="685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sz="3200" b="1">
                <a:solidFill>
                  <a:schemeClr val="bg2"/>
                </a:solidFill>
                <a:latin typeface="宋体" panose="02010600030101010101" pitchFamily="2" charset="-122"/>
              </a:rPr>
              <a:t>2</a:t>
            </a:r>
            <a:r>
              <a:rPr lang="en-US" altLang="zh-CN" sz="3200" b="1">
                <a:solidFill>
                  <a:schemeClr val="bg2"/>
                </a:solidFill>
                <a:latin typeface="Arial Narrow" panose="020B0606020202030204" pitchFamily="34" charset="0"/>
              </a:rPr>
              <a:t>”</a:t>
            </a:r>
            <a:endParaRPr lang="en-US" altLang="zh-CN" sz="3200" b="1">
              <a:solidFill>
                <a:schemeClr val="bg2"/>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9629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9629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629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62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96" grpId="0" autoUpdateAnimBg="0"/>
      <p:bldP spid="96297" grpId="0"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8B38CBEC-1167-49EA-8FEE-F37ECC3CBA18}"/>
              </a:ext>
            </a:extLst>
          </p:cNvPr>
          <p:cNvSpPr>
            <a:spLocks noGrp="1" noChangeArrowheads="1"/>
          </p:cNvSpPr>
          <p:nvPr>
            <p:ph type="title"/>
          </p:nvPr>
        </p:nvSpPr>
        <p:spPr>
          <a:xfrm>
            <a:off x="1208088" y="609600"/>
            <a:ext cx="7227887" cy="1143000"/>
          </a:xfrm>
        </p:spPr>
        <p:txBody>
          <a:bodyPr/>
          <a:lstStyle/>
          <a:p>
            <a:r>
              <a:rPr lang="zh-CN" altLang="en-US" sz="4000" u="sng"/>
              <a:t>重新分解的做法</a:t>
            </a:r>
            <a:endParaRPr lang="zh-CN" altLang="en-US" sz="4000" u="sng">
              <a:latin typeface="宋体" panose="02010600030101010101" pitchFamily="2" charset="-122"/>
            </a:endParaRPr>
          </a:p>
        </p:txBody>
      </p:sp>
      <p:sp>
        <p:nvSpPr>
          <p:cNvPr id="97283" name="Rectangle 3">
            <a:extLst>
              <a:ext uri="{FF2B5EF4-FFF2-40B4-BE49-F238E27FC236}">
                <a16:creationId xmlns:a16="http://schemas.microsoft.com/office/drawing/2014/main" id="{99E34A01-86CC-4BDC-9A07-B4B9D024AC33}"/>
              </a:ext>
            </a:extLst>
          </p:cNvPr>
          <p:cNvSpPr>
            <a:spLocks noGrp="1" noChangeArrowheads="1"/>
          </p:cNvSpPr>
          <p:nvPr>
            <p:ph idx="1"/>
          </p:nvPr>
        </p:nvSpPr>
        <p:spPr>
          <a:xfrm>
            <a:off x="914400" y="2819400"/>
            <a:ext cx="7848600" cy="2057400"/>
          </a:xfrm>
        </p:spPr>
        <p:txBody>
          <a:bodyPr/>
          <a:lstStyle/>
          <a:p>
            <a:pPr algn="just">
              <a:buFontTx/>
              <a:buNone/>
            </a:pPr>
            <a:r>
              <a:rPr lang="en-US" altLang="zh-CN" sz="3600">
                <a:latin typeface="宋体" panose="02010600030101010101" pitchFamily="2" charset="-122"/>
              </a:rPr>
              <a:t> (5) </a:t>
            </a:r>
            <a:r>
              <a:rPr lang="zh-CN" altLang="en-US" sz="3600">
                <a:latin typeface="宋体" panose="02010600030101010101" pitchFamily="2" charset="-122"/>
              </a:rPr>
              <a:t>为所有的加工重新命名和编号。</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60DCAD05-06F9-4713-98F1-9E39D41AC43A}"/>
              </a:ext>
            </a:extLst>
          </p:cNvPr>
          <p:cNvSpPr>
            <a:spLocks noGrp="1" noChangeArrowheads="1"/>
          </p:cNvSpPr>
          <p:nvPr>
            <p:ph type="title"/>
          </p:nvPr>
        </p:nvSpPr>
        <p:spPr>
          <a:xfrm>
            <a:off x="1208088" y="609600"/>
            <a:ext cx="7227887" cy="1143000"/>
          </a:xfrm>
        </p:spPr>
        <p:txBody>
          <a:bodyPr/>
          <a:lstStyle/>
          <a:p>
            <a:r>
              <a:rPr lang="zh-CN" altLang="en-US" sz="4000" u="sng"/>
              <a:t>重新分解的做法</a:t>
            </a:r>
            <a:endParaRPr lang="zh-CN" altLang="en-US" sz="4000" u="sng">
              <a:latin typeface="宋体" panose="02010600030101010101" pitchFamily="2" charset="-122"/>
            </a:endParaRPr>
          </a:p>
        </p:txBody>
      </p:sp>
      <p:sp>
        <p:nvSpPr>
          <p:cNvPr id="98307" name="Text Box 3">
            <a:extLst>
              <a:ext uri="{FF2B5EF4-FFF2-40B4-BE49-F238E27FC236}">
                <a16:creationId xmlns:a16="http://schemas.microsoft.com/office/drawing/2014/main" id="{8E275102-332C-46C8-9479-8CE73F909EAA}"/>
              </a:ext>
            </a:extLst>
          </p:cNvPr>
          <p:cNvSpPr txBox="1">
            <a:spLocks noChangeArrowheads="1"/>
          </p:cNvSpPr>
          <p:nvPr/>
        </p:nvSpPr>
        <p:spPr bwMode="auto">
          <a:xfrm>
            <a:off x="762000" y="1752600"/>
            <a:ext cx="3429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zh-CN" altLang="en-US" sz="2800" b="1">
                <a:latin typeface="Arial Narrow" panose="020B0606020202030204" pitchFamily="34" charset="0"/>
              </a:rPr>
              <a:t>重新建立父图并编号</a:t>
            </a:r>
            <a:r>
              <a:rPr lang="zh-CN" altLang="en-US" sz="2800" b="1">
                <a:latin typeface="Arial Narrow" panose="020B0606020202030204" pitchFamily="34" charset="0"/>
                <a:ea typeface="黑体" panose="02010609060101010101" pitchFamily="49" charset="-122"/>
              </a:rPr>
              <a:t>：</a:t>
            </a:r>
          </a:p>
        </p:txBody>
      </p:sp>
      <p:sp>
        <p:nvSpPr>
          <p:cNvPr id="98308" name="Text Box 4">
            <a:extLst>
              <a:ext uri="{FF2B5EF4-FFF2-40B4-BE49-F238E27FC236}">
                <a16:creationId xmlns:a16="http://schemas.microsoft.com/office/drawing/2014/main" id="{D51AA555-DFC6-448C-85CD-6085B6BE7F7E}"/>
              </a:ext>
            </a:extLst>
          </p:cNvPr>
          <p:cNvSpPr txBox="1">
            <a:spLocks noChangeArrowheads="1"/>
          </p:cNvSpPr>
          <p:nvPr/>
        </p:nvSpPr>
        <p:spPr bwMode="auto">
          <a:xfrm>
            <a:off x="2438400" y="3048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B</a:t>
            </a:r>
          </a:p>
        </p:txBody>
      </p:sp>
      <p:sp>
        <p:nvSpPr>
          <p:cNvPr id="98309" name="Text Box 5">
            <a:extLst>
              <a:ext uri="{FF2B5EF4-FFF2-40B4-BE49-F238E27FC236}">
                <a16:creationId xmlns:a16="http://schemas.microsoft.com/office/drawing/2014/main" id="{6D1DB0B4-014D-4C6B-982F-22B270A17C6B}"/>
              </a:ext>
            </a:extLst>
          </p:cNvPr>
          <p:cNvSpPr txBox="1">
            <a:spLocks noChangeArrowheads="1"/>
          </p:cNvSpPr>
          <p:nvPr/>
        </p:nvSpPr>
        <p:spPr bwMode="auto">
          <a:xfrm>
            <a:off x="4419600" y="28956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J</a:t>
            </a:r>
          </a:p>
        </p:txBody>
      </p:sp>
      <p:sp>
        <p:nvSpPr>
          <p:cNvPr id="98310" name="Text Box 6">
            <a:extLst>
              <a:ext uri="{FF2B5EF4-FFF2-40B4-BE49-F238E27FC236}">
                <a16:creationId xmlns:a16="http://schemas.microsoft.com/office/drawing/2014/main" id="{D05DEDE9-32E0-4CF3-A25D-C876478F4646}"/>
              </a:ext>
            </a:extLst>
          </p:cNvPr>
          <p:cNvSpPr txBox="1">
            <a:spLocks noChangeArrowheads="1"/>
          </p:cNvSpPr>
          <p:nvPr/>
        </p:nvSpPr>
        <p:spPr bwMode="auto">
          <a:xfrm>
            <a:off x="3429000" y="51816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K</a:t>
            </a:r>
          </a:p>
        </p:txBody>
      </p:sp>
      <p:sp>
        <p:nvSpPr>
          <p:cNvPr id="98311" name="Text Box 7">
            <a:extLst>
              <a:ext uri="{FF2B5EF4-FFF2-40B4-BE49-F238E27FC236}">
                <a16:creationId xmlns:a16="http://schemas.microsoft.com/office/drawing/2014/main" id="{DA560257-4EC0-444A-A05C-B719055D5678}"/>
              </a:ext>
            </a:extLst>
          </p:cNvPr>
          <p:cNvSpPr txBox="1">
            <a:spLocks noChangeArrowheads="1"/>
          </p:cNvSpPr>
          <p:nvPr/>
        </p:nvSpPr>
        <p:spPr bwMode="auto">
          <a:xfrm>
            <a:off x="4572000" y="40386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C</a:t>
            </a:r>
          </a:p>
        </p:txBody>
      </p:sp>
      <p:sp>
        <p:nvSpPr>
          <p:cNvPr id="98312" name="Text Box 8">
            <a:extLst>
              <a:ext uri="{FF2B5EF4-FFF2-40B4-BE49-F238E27FC236}">
                <a16:creationId xmlns:a16="http://schemas.microsoft.com/office/drawing/2014/main" id="{0C9A3FDC-0786-41E2-8387-DFDEB1D801C5}"/>
              </a:ext>
            </a:extLst>
          </p:cNvPr>
          <p:cNvSpPr txBox="1">
            <a:spLocks noChangeArrowheads="1"/>
          </p:cNvSpPr>
          <p:nvPr/>
        </p:nvSpPr>
        <p:spPr bwMode="auto">
          <a:xfrm>
            <a:off x="5867400" y="44958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M</a:t>
            </a:r>
          </a:p>
        </p:txBody>
      </p:sp>
      <p:sp>
        <p:nvSpPr>
          <p:cNvPr id="98313" name="Text Box 9">
            <a:extLst>
              <a:ext uri="{FF2B5EF4-FFF2-40B4-BE49-F238E27FC236}">
                <a16:creationId xmlns:a16="http://schemas.microsoft.com/office/drawing/2014/main" id="{AD0A3033-C55E-4900-9F8B-EB0E8AC6B56B}"/>
              </a:ext>
            </a:extLst>
          </p:cNvPr>
          <p:cNvSpPr txBox="1">
            <a:spLocks noChangeArrowheads="1"/>
          </p:cNvSpPr>
          <p:nvPr/>
        </p:nvSpPr>
        <p:spPr bwMode="auto">
          <a:xfrm>
            <a:off x="3733800" y="61722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L</a:t>
            </a:r>
          </a:p>
        </p:txBody>
      </p:sp>
      <p:sp>
        <p:nvSpPr>
          <p:cNvPr id="98314" name="Text Box 10">
            <a:extLst>
              <a:ext uri="{FF2B5EF4-FFF2-40B4-BE49-F238E27FC236}">
                <a16:creationId xmlns:a16="http://schemas.microsoft.com/office/drawing/2014/main" id="{1A905539-F6EF-49F3-83C5-B5ECB99F498D}"/>
              </a:ext>
            </a:extLst>
          </p:cNvPr>
          <p:cNvSpPr txBox="1">
            <a:spLocks noChangeArrowheads="1"/>
          </p:cNvSpPr>
          <p:nvPr/>
        </p:nvSpPr>
        <p:spPr bwMode="auto">
          <a:xfrm>
            <a:off x="5410200" y="5334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E</a:t>
            </a:r>
          </a:p>
        </p:txBody>
      </p:sp>
      <p:sp>
        <p:nvSpPr>
          <p:cNvPr id="98315" name="Text Box 11">
            <a:extLst>
              <a:ext uri="{FF2B5EF4-FFF2-40B4-BE49-F238E27FC236}">
                <a16:creationId xmlns:a16="http://schemas.microsoft.com/office/drawing/2014/main" id="{3B7414B5-2E99-4A2B-A579-FCFD21FB3FAF}"/>
              </a:ext>
            </a:extLst>
          </p:cNvPr>
          <p:cNvSpPr txBox="1">
            <a:spLocks noChangeArrowheads="1"/>
          </p:cNvSpPr>
          <p:nvPr/>
        </p:nvSpPr>
        <p:spPr bwMode="auto">
          <a:xfrm>
            <a:off x="5029200" y="20574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H</a:t>
            </a:r>
          </a:p>
        </p:txBody>
      </p:sp>
      <p:sp>
        <p:nvSpPr>
          <p:cNvPr id="98316" name="Text Box 12">
            <a:extLst>
              <a:ext uri="{FF2B5EF4-FFF2-40B4-BE49-F238E27FC236}">
                <a16:creationId xmlns:a16="http://schemas.microsoft.com/office/drawing/2014/main" id="{B74AA4D0-B247-4728-90FC-D3E9FA45AF9D}"/>
              </a:ext>
            </a:extLst>
          </p:cNvPr>
          <p:cNvSpPr txBox="1">
            <a:spLocks noChangeArrowheads="1"/>
          </p:cNvSpPr>
          <p:nvPr/>
        </p:nvSpPr>
        <p:spPr bwMode="auto">
          <a:xfrm>
            <a:off x="6324600" y="27432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N</a:t>
            </a:r>
          </a:p>
        </p:txBody>
      </p:sp>
      <p:sp>
        <p:nvSpPr>
          <p:cNvPr id="98317" name="AutoShape 13">
            <a:extLst>
              <a:ext uri="{FF2B5EF4-FFF2-40B4-BE49-F238E27FC236}">
                <a16:creationId xmlns:a16="http://schemas.microsoft.com/office/drawing/2014/main" id="{139177EE-71BB-4AE6-934E-6967ADF890CE}"/>
              </a:ext>
            </a:extLst>
          </p:cNvPr>
          <p:cNvSpPr>
            <a:spLocks noChangeArrowheads="1"/>
          </p:cNvSpPr>
          <p:nvPr/>
        </p:nvSpPr>
        <p:spPr bwMode="auto">
          <a:xfrm>
            <a:off x="3200400" y="2438400"/>
            <a:ext cx="762000" cy="76200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1</a:t>
            </a:r>
          </a:p>
        </p:txBody>
      </p:sp>
      <p:sp>
        <p:nvSpPr>
          <p:cNvPr id="98318" name="AutoShape 14">
            <a:extLst>
              <a:ext uri="{FF2B5EF4-FFF2-40B4-BE49-F238E27FC236}">
                <a16:creationId xmlns:a16="http://schemas.microsoft.com/office/drawing/2014/main" id="{D4AEACC9-1D99-49D1-819E-0CCAE7D62CDE}"/>
              </a:ext>
            </a:extLst>
          </p:cNvPr>
          <p:cNvSpPr>
            <a:spLocks noChangeArrowheads="1"/>
          </p:cNvSpPr>
          <p:nvPr/>
        </p:nvSpPr>
        <p:spPr bwMode="auto">
          <a:xfrm>
            <a:off x="2301875" y="5867400"/>
            <a:ext cx="762000" cy="76200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3</a:t>
            </a:r>
          </a:p>
        </p:txBody>
      </p:sp>
      <p:sp>
        <p:nvSpPr>
          <p:cNvPr id="98319" name="AutoShape 15">
            <a:extLst>
              <a:ext uri="{FF2B5EF4-FFF2-40B4-BE49-F238E27FC236}">
                <a16:creationId xmlns:a16="http://schemas.microsoft.com/office/drawing/2014/main" id="{EB8D2EA7-094E-4911-B38F-80E8256F74D2}"/>
              </a:ext>
            </a:extLst>
          </p:cNvPr>
          <p:cNvSpPr>
            <a:spLocks noChangeArrowheads="1"/>
          </p:cNvSpPr>
          <p:nvPr/>
        </p:nvSpPr>
        <p:spPr bwMode="auto">
          <a:xfrm>
            <a:off x="7010400" y="2819400"/>
            <a:ext cx="762000" cy="76200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4</a:t>
            </a:r>
          </a:p>
        </p:txBody>
      </p:sp>
      <p:sp>
        <p:nvSpPr>
          <p:cNvPr id="98320" name="AutoShape 16">
            <a:extLst>
              <a:ext uri="{FF2B5EF4-FFF2-40B4-BE49-F238E27FC236}">
                <a16:creationId xmlns:a16="http://schemas.microsoft.com/office/drawing/2014/main" id="{5F951158-8DD7-4ED2-A6B4-EB1046C91CB9}"/>
              </a:ext>
            </a:extLst>
          </p:cNvPr>
          <p:cNvSpPr>
            <a:spLocks noChangeArrowheads="1"/>
          </p:cNvSpPr>
          <p:nvPr/>
        </p:nvSpPr>
        <p:spPr bwMode="auto">
          <a:xfrm>
            <a:off x="6858000" y="4343400"/>
            <a:ext cx="762000" cy="76200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2800">
                <a:latin typeface="Arial Narrow" panose="020B0606020202030204" pitchFamily="34" charset="0"/>
              </a:rPr>
              <a:t>5</a:t>
            </a:r>
          </a:p>
        </p:txBody>
      </p:sp>
      <p:sp>
        <p:nvSpPr>
          <p:cNvPr id="98321" name="Line 17">
            <a:extLst>
              <a:ext uri="{FF2B5EF4-FFF2-40B4-BE49-F238E27FC236}">
                <a16:creationId xmlns:a16="http://schemas.microsoft.com/office/drawing/2014/main" id="{A003BC48-020B-46F1-8E4B-1F4FBA66CF2F}"/>
              </a:ext>
            </a:extLst>
          </p:cNvPr>
          <p:cNvSpPr>
            <a:spLocks noChangeShapeType="1"/>
          </p:cNvSpPr>
          <p:nvPr/>
        </p:nvSpPr>
        <p:spPr bwMode="auto">
          <a:xfrm>
            <a:off x="3962400" y="2819400"/>
            <a:ext cx="13716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8322" name="Freeform 18">
            <a:extLst>
              <a:ext uri="{FF2B5EF4-FFF2-40B4-BE49-F238E27FC236}">
                <a16:creationId xmlns:a16="http://schemas.microsoft.com/office/drawing/2014/main" id="{C619E489-DE34-40C1-AE74-CC21491A7C19}"/>
              </a:ext>
            </a:extLst>
          </p:cNvPr>
          <p:cNvSpPr>
            <a:spLocks/>
          </p:cNvSpPr>
          <p:nvPr/>
        </p:nvSpPr>
        <p:spPr bwMode="auto">
          <a:xfrm>
            <a:off x="3962400" y="2476500"/>
            <a:ext cx="1524000" cy="266700"/>
          </a:xfrm>
          <a:custGeom>
            <a:avLst/>
            <a:gdLst>
              <a:gd name="T0" fmla="*/ 960 w 960"/>
              <a:gd name="T1" fmla="*/ 168 h 168"/>
              <a:gd name="T2" fmla="*/ 672 w 960"/>
              <a:gd name="T3" fmla="*/ 24 h 168"/>
              <a:gd name="T4" fmla="*/ 192 w 960"/>
              <a:gd name="T5" fmla="*/ 24 h 168"/>
              <a:gd name="T6" fmla="*/ 0 w 960"/>
              <a:gd name="T7" fmla="*/ 72 h 168"/>
            </a:gdLst>
            <a:ahLst/>
            <a:cxnLst>
              <a:cxn ang="0">
                <a:pos x="T0" y="T1"/>
              </a:cxn>
              <a:cxn ang="0">
                <a:pos x="T2" y="T3"/>
              </a:cxn>
              <a:cxn ang="0">
                <a:pos x="T4" y="T5"/>
              </a:cxn>
              <a:cxn ang="0">
                <a:pos x="T6" y="T7"/>
              </a:cxn>
            </a:cxnLst>
            <a:rect l="0" t="0" r="r" b="b"/>
            <a:pathLst>
              <a:path w="960" h="168">
                <a:moveTo>
                  <a:pt x="960" y="168"/>
                </a:moveTo>
                <a:cubicBezTo>
                  <a:pt x="880" y="108"/>
                  <a:pt x="800" y="48"/>
                  <a:pt x="672" y="24"/>
                </a:cubicBezTo>
                <a:cubicBezTo>
                  <a:pt x="544" y="0"/>
                  <a:pt x="304" y="16"/>
                  <a:pt x="192" y="24"/>
                </a:cubicBezTo>
                <a:cubicBezTo>
                  <a:pt x="80" y="32"/>
                  <a:pt x="32" y="64"/>
                  <a:pt x="0" y="72"/>
                </a:cubicBezTo>
              </a:path>
            </a:pathLst>
          </a:custGeom>
          <a:noFill/>
          <a:ln w="9525" cap="flat" cmpd="sng">
            <a:solidFill>
              <a:schemeClr val="tx1"/>
            </a:solidFill>
            <a:prstDash val="solid"/>
            <a:round/>
            <a:headEnd/>
            <a:tailEnd type="triangl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8323" name="Line 19">
            <a:extLst>
              <a:ext uri="{FF2B5EF4-FFF2-40B4-BE49-F238E27FC236}">
                <a16:creationId xmlns:a16="http://schemas.microsoft.com/office/drawing/2014/main" id="{7427E886-8F2B-473A-B5D3-4EDFC33AF424}"/>
              </a:ext>
            </a:extLst>
          </p:cNvPr>
          <p:cNvSpPr>
            <a:spLocks noChangeShapeType="1"/>
          </p:cNvSpPr>
          <p:nvPr/>
        </p:nvSpPr>
        <p:spPr bwMode="auto">
          <a:xfrm flipH="1">
            <a:off x="7239000" y="3581400"/>
            <a:ext cx="15240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8324" name="Line 20">
            <a:extLst>
              <a:ext uri="{FF2B5EF4-FFF2-40B4-BE49-F238E27FC236}">
                <a16:creationId xmlns:a16="http://schemas.microsoft.com/office/drawing/2014/main" id="{A016733F-445E-4603-8FF0-4D52AA5DBC27}"/>
              </a:ext>
            </a:extLst>
          </p:cNvPr>
          <p:cNvSpPr>
            <a:spLocks noChangeShapeType="1"/>
          </p:cNvSpPr>
          <p:nvPr/>
        </p:nvSpPr>
        <p:spPr bwMode="auto">
          <a:xfrm flipV="1">
            <a:off x="7620000" y="4572000"/>
            <a:ext cx="6858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8325" name="Line 21">
            <a:extLst>
              <a:ext uri="{FF2B5EF4-FFF2-40B4-BE49-F238E27FC236}">
                <a16:creationId xmlns:a16="http://schemas.microsoft.com/office/drawing/2014/main" id="{94A5959E-5CD4-4719-9CD3-4FA9F97ADA45}"/>
              </a:ext>
            </a:extLst>
          </p:cNvPr>
          <p:cNvSpPr>
            <a:spLocks noChangeShapeType="1"/>
          </p:cNvSpPr>
          <p:nvPr/>
        </p:nvSpPr>
        <p:spPr bwMode="auto">
          <a:xfrm flipV="1">
            <a:off x="1692275" y="6248400"/>
            <a:ext cx="6096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8326" name="Line 22">
            <a:extLst>
              <a:ext uri="{FF2B5EF4-FFF2-40B4-BE49-F238E27FC236}">
                <a16:creationId xmlns:a16="http://schemas.microsoft.com/office/drawing/2014/main" id="{C6CBD8CE-C6B1-4B7D-A7A5-5F1D25CC481F}"/>
              </a:ext>
            </a:extLst>
          </p:cNvPr>
          <p:cNvSpPr>
            <a:spLocks noChangeShapeType="1"/>
          </p:cNvSpPr>
          <p:nvPr/>
        </p:nvSpPr>
        <p:spPr bwMode="auto">
          <a:xfrm>
            <a:off x="5029200" y="5562600"/>
            <a:ext cx="106680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8327" name="Line 23">
            <a:extLst>
              <a:ext uri="{FF2B5EF4-FFF2-40B4-BE49-F238E27FC236}">
                <a16:creationId xmlns:a16="http://schemas.microsoft.com/office/drawing/2014/main" id="{D9BB7246-1E8E-46A1-B3BB-D1A357A05BA3}"/>
              </a:ext>
            </a:extLst>
          </p:cNvPr>
          <p:cNvSpPr>
            <a:spLocks noChangeShapeType="1"/>
          </p:cNvSpPr>
          <p:nvPr/>
        </p:nvSpPr>
        <p:spPr bwMode="auto">
          <a:xfrm>
            <a:off x="2438400" y="2514600"/>
            <a:ext cx="7620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8328" name="Line 24">
            <a:extLst>
              <a:ext uri="{FF2B5EF4-FFF2-40B4-BE49-F238E27FC236}">
                <a16:creationId xmlns:a16="http://schemas.microsoft.com/office/drawing/2014/main" id="{A738E97C-7C84-4BEE-BE51-5EA64927D750}"/>
              </a:ext>
            </a:extLst>
          </p:cNvPr>
          <p:cNvSpPr>
            <a:spLocks noChangeShapeType="1"/>
          </p:cNvSpPr>
          <p:nvPr/>
        </p:nvSpPr>
        <p:spPr bwMode="auto">
          <a:xfrm flipV="1">
            <a:off x="2286000" y="3048000"/>
            <a:ext cx="9144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8329" name="Line 25">
            <a:extLst>
              <a:ext uri="{FF2B5EF4-FFF2-40B4-BE49-F238E27FC236}">
                <a16:creationId xmlns:a16="http://schemas.microsoft.com/office/drawing/2014/main" id="{F55F5B39-6C5B-4A37-9215-088EFC235FA1}"/>
              </a:ext>
            </a:extLst>
          </p:cNvPr>
          <p:cNvSpPr>
            <a:spLocks noChangeShapeType="1"/>
          </p:cNvSpPr>
          <p:nvPr/>
        </p:nvSpPr>
        <p:spPr bwMode="auto">
          <a:xfrm flipV="1">
            <a:off x="7772400" y="3048000"/>
            <a:ext cx="685800" cy="76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8330" name="Text Box 26">
            <a:extLst>
              <a:ext uri="{FF2B5EF4-FFF2-40B4-BE49-F238E27FC236}">
                <a16:creationId xmlns:a16="http://schemas.microsoft.com/office/drawing/2014/main" id="{4635DDE9-F6B8-4A65-A5F4-C92F1857852E}"/>
              </a:ext>
            </a:extLst>
          </p:cNvPr>
          <p:cNvSpPr txBox="1">
            <a:spLocks noChangeArrowheads="1"/>
          </p:cNvSpPr>
          <p:nvPr/>
        </p:nvSpPr>
        <p:spPr bwMode="auto">
          <a:xfrm>
            <a:off x="4038600" y="3429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solidFill>
                  <a:srgbClr val="FF0000"/>
                </a:solidFill>
                <a:latin typeface="宋体" panose="02010600030101010101" pitchFamily="2" charset="-122"/>
              </a:rPr>
              <a:t>I</a:t>
            </a:r>
          </a:p>
        </p:txBody>
      </p:sp>
      <p:sp>
        <p:nvSpPr>
          <p:cNvPr id="98331" name="Text Box 27">
            <a:extLst>
              <a:ext uri="{FF2B5EF4-FFF2-40B4-BE49-F238E27FC236}">
                <a16:creationId xmlns:a16="http://schemas.microsoft.com/office/drawing/2014/main" id="{31F9019C-891D-41EC-854F-07723973969A}"/>
              </a:ext>
            </a:extLst>
          </p:cNvPr>
          <p:cNvSpPr txBox="1">
            <a:spLocks noChangeArrowheads="1"/>
          </p:cNvSpPr>
          <p:nvPr/>
        </p:nvSpPr>
        <p:spPr bwMode="auto">
          <a:xfrm>
            <a:off x="2590800" y="219075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A</a:t>
            </a:r>
          </a:p>
        </p:txBody>
      </p:sp>
      <p:sp>
        <p:nvSpPr>
          <p:cNvPr id="98332" name="Text Box 28">
            <a:extLst>
              <a:ext uri="{FF2B5EF4-FFF2-40B4-BE49-F238E27FC236}">
                <a16:creationId xmlns:a16="http://schemas.microsoft.com/office/drawing/2014/main" id="{24E7A453-1782-4C1C-89CE-836E3EDDC5B6}"/>
              </a:ext>
            </a:extLst>
          </p:cNvPr>
          <p:cNvSpPr txBox="1">
            <a:spLocks noChangeArrowheads="1"/>
          </p:cNvSpPr>
          <p:nvPr/>
        </p:nvSpPr>
        <p:spPr bwMode="auto">
          <a:xfrm>
            <a:off x="7239000" y="37338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P</a:t>
            </a:r>
          </a:p>
        </p:txBody>
      </p:sp>
      <p:sp>
        <p:nvSpPr>
          <p:cNvPr id="98333" name="Text Box 29">
            <a:extLst>
              <a:ext uri="{FF2B5EF4-FFF2-40B4-BE49-F238E27FC236}">
                <a16:creationId xmlns:a16="http://schemas.microsoft.com/office/drawing/2014/main" id="{DFA1FDE9-E346-407B-8079-730FD02A31D1}"/>
              </a:ext>
            </a:extLst>
          </p:cNvPr>
          <p:cNvSpPr txBox="1">
            <a:spLocks noChangeArrowheads="1"/>
          </p:cNvSpPr>
          <p:nvPr/>
        </p:nvSpPr>
        <p:spPr bwMode="auto">
          <a:xfrm>
            <a:off x="7772400" y="25908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G</a:t>
            </a:r>
          </a:p>
        </p:txBody>
      </p:sp>
      <p:sp>
        <p:nvSpPr>
          <p:cNvPr id="98334" name="Text Box 30">
            <a:extLst>
              <a:ext uri="{FF2B5EF4-FFF2-40B4-BE49-F238E27FC236}">
                <a16:creationId xmlns:a16="http://schemas.microsoft.com/office/drawing/2014/main" id="{D35B1FBA-A614-416A-B781-AF1815D23B56}"/>
              </a:ext>
            </a:extLst>
          </p:cNvPr>
          <p:cNvSpPr txBox="1">
            <a:spLocks noChangeArrowheads="1"/>
          </p:cNvSpPr>
          <p:nvPr/>
        </p:nvSpPr>
        <p:spPr bwMode="auto">
          <a:xfrm>
            <a:off x="7772400" y="4191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F</a:t>
            </a:r>
          </a:p>
        </p:txBody>
      </p:sp>
      <p:sp>
        <p:nvSpPr>
          <p:cNvPr id="98335" name="Text Box 31">
            <a:extLst>
              <a:ext uri="{FF2B5EF4-FFF2-40B4-BE49-F238E27FC236}">
                <a16:creationId xmlns:a16="http://schemas.microsoft.com/office/drawing/2014/main" id="{C676A9FC-ED80-42A7-9098-04E2550344FD}"/>
              </a:ext>
            </a:extLst>
          </p:cNvPr>
          <p:cNvSpPr txBox="1">
            <a:spLocks noChangeArrowheads="1"/>
          </p:cNvSpPr>
          <p:nvPr/>
        </p:nvSpPr>
        <p:spPr bwMode="auto">
          <a:xfrm>
            <a:off x="1752600" y="58674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zh-CN">
                <a:latin typeface="宋体" panose="02010600030101010101" pitchFamily="2" charset="-122"/>
              </a:rPr>
              <a:t>D</a:t>
            </a:r>
          </a:p>
        </p:txBody>
      </p:sp>
      <p:sp>
        <p:nvSpPr>
          <p:cNvPr id="98336" name="AutoShape 32">
            <a:extLst>
              <a:ext uri="{FF2B5EF4-FFF2-40B4-BE49-F238E27FC236}">
                <a16:creationId xmlns:a16="http://schemas.microsoft.com/office/drawing/2014/main" id="{FB03C34A-4ACE-43A9-8F0C-C1B4C883CC23}"/>
              </a:ext>
            </a:extLst>
          </p:cNvPr>
          <p:cNvSpPr>
            <a:spLocks noChangeArrowheads="1"/>
          </p:cNvSpPr>
          <p:nvPr/>
        </p:nvSpPr>
        <p:spPr bwMode="auto">
          <a:xfrm>
            <a:off x="4267200" y="5029200"/>
            <a:ext cx="762000" cy="76200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3200" b="1">
                <a:solidFill>
                  <a:schemeClr val="bg2"/>
                </a:solidFill>
                <a:latin typeface="宋体" panose="02010600030101010101" pitchFamily="2" charset="-122"/>
              </a:rPr>
              <a:t>2</a:t>
            </a:r>
            <a:r>
              <a:rPr lang="en-US" altLang="zh-CN" sz="3200" b="1">
                <a:solidFill>
                  <a:schemeClr val="bg2"/>
                </a:solidFill>
                <a:latin typeface="Arial Narrow" panose="020B0606020202030204" pitchFamily="34" charset="0"/>
              </a:rPr>
              <a:t>”</a:t>
            </a:r>
            <a:r>
              <a:rPr lang="en-US" altLang="zh-CN" sz="2800">
                <a:latin typeface="Arial Narrow" panose="020B0606020202030204" pitchFamily="34" charset="0"/>
              </a:rPr>
              <a:t> </a:t>
            </a:r>
          </a:p>
        </p:txBody>
      </p:sp>
      <p:sp>
        <p:nvSpPr>
          <p:cNvPr id="98337" name="AutoShape 33">
            <a:extLst>
              <a:ext uri="{FF2B5EF4-FFF2-40B4-BE49-F238E27FC236}">
                <a16:creationId xmlns:a16="http://schemas.microsoft.com/office/drawing/2014/main" id="{38B05388-3B84-4016-919C-A83B7CE17797}"/>
              </a:ext>
            </a:extLst>
          </p:cNvPr>
          <p:cNvSpPr>
            <a:spLocks noChangeArrowheads="1"/>
          </p:cNvSpPr>
          <p:nvPr/>
        </p:nvSpPr>
        <p:spPr bwMode="auto">
          <a:xfrm>
            <a:off x="5181600" y="2895600"/>
            <a:ext cx="762000" cy="76200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altLang="zh-CN" sz="3200" b="1">
                <a:solidFill>
                  <a:schemeClr val="bg2"/>
                </a:solidFill>
                <a:latin typeface="宋体" panose="02010600030101010101" pitchFamily="2" charset="-122"/>
              </a:rPr>
              <a:t>2</a:t>
            </a:r>
            <a:r>
              <a:rPr lang="en-US" altLang="zh-CN" sz="3200" b="1">
                <a:solidFill>
                  <a:schemeClr val="bg2"/>
                </a:solidFill>
                <a:latin typeface="Arial Narrow" panose="020B0606020202030204" pitchFamily="34" charset="0"/>
              </a:rPr>
              <a:t>’</a:t>
            </a:r>
            <a:endParaRPr lang="en-US" altLang="zh-CN" sz="2800">
              <a:latin typeface="Arial Narrow" panose="020B0606020202030204" pitchFamily="34" charset="0"/>
            </a:endParaRPr>
          </a:p>
        </p:txBody>
      </p:sp>
      <p:sp>
        <p:nvSpPr>
          <p:cNvPr id="98338" name="Line 34">
            <a:extLst>
              <a:ext uri="{FF2B5EF4-FFF2-40B4-BE49-F238E27FC236}">
                <a16:creationId xmlns:a16="http://schemas.microsoft.com/office/drawing/2014/main" id="{B50DDCCD-62CB-4C13-B963-15EC6F1123DE}"/>
              </a:ext>
            </a:extLst>
          </p:cNvPr>
          <p:cNvSpPr>
            <a:spLocks noChangeShapeType="1"/>
          </p:cNvSpPr>
          <p:nvPr/>
        </p:nvSpPr>
        <p:spPr bwMode="auto">
          <a:xfrm>
            <a:off x="3733800" y="3200400"/>
            <a:ext cx="144780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8339" name="Line 35">
            <a:extLst>
              <a:ext uri="{FF2B5EF4-FFF2-40B4-BE49-F238E27FC236}">
                <a16:creationId xmlns:a16="http://schemas.microsoft.com/office/drawing/2014/main" id="{9D007E56-3F68-47B2-BB6C-326FCD0C0D24}"/>
              </a:ext>
            </a:extLst>
          </p:cNvPr>
          <p:cNvSpPr>
            <a:spLocks noChangeShapeType="1"/>
          </p:cNvSpPr>
          <p:nvPr/>
        </p:nvSpPr>
        <p:spPr bwMode="auto">
          <a:xfrm flipV="1">
            <a:off x="3048000" y="5562600"/>
            <a:ext cx="121920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8340" name="Freeform 36">
            <a:extLst>
              <a:ext uri="{FF2B5EF4-FFF2-40B4-BE49-F238E27FC236}">
                <a16:creationId xmlns:a16="http://schemas.microsoft.com/office/drawing/2014/main" id="{87A77D47-1F3F-498D-A49C-879DE6997492}"/>
              </a:ext>
            </a:extLst>
          </p:cNvPr>
          <p:cNvSpPr>
            <a:spLocks/>
          </p:cNvSpPr>
          <p:nvPr/>
        </p:nvSpPr>
        <p:spPr bwMode="auto">
          <a:xfrm>
            <a:off x="3048000" y="5715000"/>
            <a:ext cx="1371600" cy="723900"/>
          </a:xfrm>
          <a:custGeom>
            <a:avLst/>
            <a:gdLst>
              <a:gd name="T0" fmla="*/ 0 w 864"/>
              <a:gd name="T1" fmla="*/ 432 h 456"/>
              <a:gd name="T2" fmla="*/ 288 w 864"/>
              <a:gd name="T3" fmla="*/ 384 h 456"/>
              <a:gd name="T4" fmla="*/ 864 w 864"/>
              <a:gd name="T5" fmla="*/ 0 h 456"/>
            </a:gdLst>
            <a:ahLst/>
            <a:cxnLst>
              <a:cxn ang="0">
                <a:pos x="T0" y="T1"/>
              </a:cxn>
              <a:cxn ang="0">
                <a:pos x="T2" y="T3"/>
              </a:cxn>
              <a:cxn ang="0">
                <a:pos x="T4" y="T5"/>
              </a:cxn>
            </a:cxnLst>
            <a:rect l="0" t="0" r="r" b="b"/>
            <a:pathLst>
              <a:path w="864" h="456">
                <a:moveTo>
                  <a:pt x="0" y="432"/>
                </a:moveTo>
                <a:cubicBezTo>
                  <a:pt x="72" y="444"/>
                  <a:pt x="144" y="456"/>
                  <a:pt x="288" y="384"/>
                </a:cubicBezTo>
                <a:cubicBezTo>
                  <a:pt x="432" y="312"/>
                  <a:pt x="768" y="64"/>
                  <a:pt x="864" y="0"/>
                </a:cubicBezTo>
              </a:path>
            </a:pathLst>
          </a:custGeom>
          <a:noFill/>
          <a:ln w="9525" cap="flat" cmpd="sng">
            <a:solidFill>
              <a:schemeClr val="tx1"/>
            </a:solidFill>
            <a:prstDash val="solid"/>
            <a:round/>
            <a:headEnd/>
            <a:tailEnd type="triangl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8341" name="Line 37">
            <a:extLst>
              <a:ext uri="{FF2B5EF4-FFF2-40B4-BE49-F238E27FC236}">
                <a16:creationId xmlns:a16="http://schemas.microsoft.com/office/drawing/2014/main" id="{A515B9DC-4E85-45EE-B774-9E267F65B6AA}"/>
              </a:ext>
            </a:extLst>
          </p:cNvPr>
          <p:cNvSpPr>
            <a:spLocks noChangeShapeType="1"/>
          </p:cNvSpPr>
          <p:nvPr/>
        </p:nvSpPr>
        <p:spPr bwMode="auto">
          <a:xfrm flipV="1">
            <a:off x="4953000" y="4800600"/>
            <a:ext cx="19050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8342" name="Line 38">
            <a:extLst>
              <a:ext uri="{FF2B5EF4-FFF2-40B4-BE49-F238E27FC236}">
                <a16:creationId xmlns:a16="http://schemas.microsoft.com/office/drawing/2014/main" id="{7A37FEFB-7844-4493-96FA-F3B0C3D4C9EE}"/>
              </a:ext>
            </a:extLst>
          </p:cNvPr>
          <p:cNvSpPr>
            <a:spLocks noChangeShapeType="1"/>
          </p:cNvSpPr>
          <p:nvPr/>
        </p:nvSpPr>
        <p:spPr bwMode="auto">
          <a:xfrm flipV="1">
            <a:off x="4724400" y="3581400"/>
            <a:ext cx="60960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
        <p:nvSpPr>
          <p:cNvPr id="98343" name="Line 39">
            <a:extLst>
              <a:ext uri="{FF2B5EF4-FFF2-40B4-BE49-F238E27FC236}">
                <a16:creationId xmlns:a16="http://schemas.microsoft.com/office/drawing/2014/main" id="{9969D930-04A2-409D-A0DE-9366C91DF3B7}"/>
              </a:ext>
            </a:extLst>
          </p:cNvPr>
          <p:cNvSpPr>
            <a:spLocks noChangeShapeType="1"/>
          </p:cNvSpPr>
          <p:nvPr/>
        </p:nvSpPr>
        <p:spPr bwMode="auto">
          <a:xfrm flipV="1">
            <a:off x="5943600" y="3200400"/>
            <a:ext cx="1066800" cy="76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endParaRPr lang="zh-CN"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A402A141-8E83-4C83-B743-92EA2FE3E8F8}"/>
              </a:ext>
            </a:extLst>
          </p:cNvPr>
          <p:cNvSpPr>
            <a:spLocks noGrp="1" noChangeArrowheads="1"/>
          </p:cNvSpPr>
          <p:nvPr>
            <p:ph type="title"/>
          </p:nvPr>
        </p:nvSpPr>
        <p:spPr/>
        <p:txBody>
          <a:bodyPr/>
          <a:lstStyle/>
          <a:p>
            <a:endParaRPr lang="zh-CN" altLang="zh-CN"/>
          </a:p>
        </p:txBody>
      </p:sp>
      <p:sp>
        <p:nvSpPr>
          <p:cNvPr id="3075" name="Rectangle 3">
            <a:extLst>
              <a:ext uri="{FF2B5EF4-FFF2-40B4-BE49-F238E27FC236}">
                <a16:creationId xmlns:a16="http://schemas.microsoft.com/office/drawing/2014/main" id="{F7CC7213-235C-4D30-89F8-064E5461B5D7}"/>
              </a:ext>
            </a:extLst>
          </p:cNvPr>
          <p:cNvSpPr>
            <a:spLocks noGrp="1" noChangeArrowheads="1"/>
          </p:cNvSpPr>
          <p:nvPr>
            <p:ph idx="1"/>
          </p:nvPr>
        </p:nvSpPr>
        <p:spPr/>
        <p:txBody>
          <a:bodyPr/>
          <a:lstStyle/>
          <a:p>
            <a:endParaRPr lang="zh-CN" altLang="zh-CN"/>
          </a:p>
        </p:txBody>
      </p:sp>
    </p:spTree>
  </p:cSld>
  <p:clrMapOvr>
    <a:masterClrMapping/>
  </p:clrMapOvr>
</p:sld>
</file>

<file path=ppt/theme/theme1.xml><?xml version="1.0" encoding="utf-8"?>
<a:theme xmlns:a="http://schemas.openxmlformats.org/drawingml/2006/main" name="数据库原理">
  <a:themeElements>
    <a:clrScheme name="商务模板系列34 1">
      <a:dk1>
        <a:srgbClr val="000000"/>
      </a:dk1>
      <a:lt1>
        <a:srgbClr val="FFFFFF"/>
      </a:lt1>
      <a:dk2>
        <a:srgbClr val="233DA9"/>
      </a:dk2>
      <a:lt2>
        <a:srgbClr val="DDDDDD"/>
      </a:lt2>
      <a:accent1>
        <a:srgbClr val="65AAE9"/>
      </a:accent1>
      <a:accent2>
        <a:srgbClr val="B2B2B2"/>
      </a:accent2>
      <a:accent3>
        <a:srgbClr val="FFFFFF"/>
      </a:accent3>
      <a:accent4>
        <a:srgbClr val="000000"/>
      </a:accent4>
      <a:accent5>
        <a:srgbClr val="B8D2F2"/>
      </a:accent5>
      <a:accent6>
        <a:srgbClr val="A1A1A1"/>
      </a:accent6>
      <a:hlink>
        <a:srgbClr val="7DA0D3"/>
      </a:hlink>
      <a:folHlink>
        <a:srgbClr val="B2E385"/>
      </a:folHlink>
    </a:clrScheme>
    <a:fontScheme name="商务模板系列34">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571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just" defTabSz="914400" rtl="0" eaLnBrk="1" fontAlgn="base" latinLnBrk="0" hangingPunct="1">
          <a:lnSpc>
            <a:spcPct val="90000"/>
          </a:lnSpc>
          <a:spcBef>
            <a:spcPct val="20000"/>
          </a:spcBef>
          <a:spcAft>
            <a:spcPct val="0"/>
          </a:spcAft>
          <a:buClr>
            <a:schemeClr val="hlink"/>
          </a:buClr>
          <a:buSzTx/>
          <a:buFont typeface="Wingdings" pitchFamily="2" charset="2"/>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noFill/>
        <a:ln w="571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just" defTabSz="914400" rtl="0" eaLnBrk="1" fontAlgn="base" latinLnBrk="0" hangingPunct="1">
          <a:lnSpc>
            <a:spcPct val="90000"/>
          </a:lnSpc>
          <a:spcBef>
            <a:spcPct val="20000"/>
          </a:spcBef>
          <a:spcAft>
            <a:spcPct val="0"/>
          </a:spcAft>
          <a:buClr>
            <a:schemeClr val="hlink"/>
          </a:buClr>
          <a:buSzTx/>
          <a:buFont typeface="Wingdings" pitchFamily="2" charset="2"/>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商务模板系列34 1">
        <a:dk1>
          <a:srgbClr val="000000"/>
        </a:dk1>
        <a:lt1>
          <a:srgbClr val="FFFFFF"/>
        </a:lt1>
        <a:dk2>
          <a:srgbClr val="233DA9"/>
        </a:dk2>
        <a:lt2>
          <a:srgbClr val="DDDDDD"/>
        </a:lt2>
        <a:accent1>
          <a:srgbClr val="65AAE9"/>
        </a:accent1>
        <a:accent2>
          <a:srgbClr val="B2B2B2"/>
        </a:accent2>
        <a:accent3>
          <a:srgbClr val="FFFFFF"/>
        </a:accent3>
        <a:accent4>
          <a:srgbClr val="000000"/>
        </a:accent4>
        <a:accent5>
          <a:srgbClr val="B8D2F2"/>
        </a:accent5>
        <a:accent6>
          <a:srgbClr val="A1A1A1"/>
        </a:accent6>
        <a:hlink>
          <a:srgbClr val="7DA0D3"/>
        </a:hlink>
        <a:folHlink>
          <a:srgbClr val="B2E385"/>
        </a:folHlink>
      </a:clrScheme>
      <a:clrMap bg1="lt1" tx1="dk1" bg2="lt2" tx2="dk2" accent1="accent1" accent2="accent2" accent3="accent3" accent4="accent4" accent5="accent5" accent6="accent6" hlink="hlink" folHlink="folHlink"/>
    </a:extraClrScheme>
    <a:extraClrScheme>
      <a:clrScheme name="商务模板系列34 2">
        <a:dk1>
          <a:srgbClr val="000000"/>
        </a:dk1>
        <a:lt1>
          <a:srgbClr val="FFFFFF"/>
        </a:lt1>
        <a:dk2>
          <a:srgbClr val="632769"/>
        </a:dk2>
        <a:lt2>
          <a:srgbClr val="DDDDDD"/>
        </a:lt2>
        <a:accent1>
          <a:srgbClr val="8B8DE1"/>
        </a:accent1>
        <a:accent2>
          <a:srgbClr val="FF997D"/>
        </a:accent2>
        <a:accent3>
          <a:srgbClr val="FFFFFF"/>
        </a:accent3>
        <a:accent4>
          <a:srgbClr val="000000"/>
        </a:accent4>
        <a:accent5>
          <a:srgbClr val="C4C5EE"/>
        </a:accent5>
        <a:accent6>
          <a:srgbClr val="E78A71"/>
        </a:accent6>
        <a:hlink>
          <a:srgbClr val="58AFD2"/>
        </a:hlink>
        <a:folHlink>
          <a:srgbClr val="BFDF63"/>
        </a:folHlink>
      </a:clrScheme>
      <a:clrMap bg1="lt1" tx1="dk1" bg2="lt2" tx2="dk2" accent1="accent1" accent2="accent2" accent3="accent3" accent4="accent4" accent5="accent5" accent6="accent6" hlink="hlink" folHlink="folHlink"/>
    </a:extraClrScheme>
    <a:extraClrScheme>
      <a:clrScheme name="商务模板系列34 3">
        <a:dk1>
          <a:srgbClr val="000000"/>
        </a:dk1>
        <a:lt1>
          <a:srgbClr val="FFFFFF"/>
        </a:lt1>
        <a:dk2>
          <a:srgbClr val="37737F"/>
        </a:dk2>
        <a:lt2>
          <a:srgbClr val="DDDDDD"/>
        </a:lt2>
        <a:accent1>
          <a:srgbClr val="52BCB2"/>
        </a:accent1>
        <a:accent2>
          <a:srgbClr val="E0A56A"/>
        </a:accent2>
        <a:accent3>
          <a:srgbClr val="FFFFFF"/>
        </a:accent3>
        <a:accent4>
          <a:srgbClr val="000000"/>
        </a:accent4>
        <a:accent5>
          <a:srgbClr val="B3DAD5"/>
        </a:accent5>
        <a:accent6>
          <a:srgbClr val="CB955F"/>
        </a:accent6>
        <a:hlink>
          <a:srgbClr val="A0C264"/>
        </a:hlink>
        <a:folHlink>
          <a:srgbClr val="DCDC2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数据库原理" id="{855E284C-85D2-4819-B43E-6D01D7826F4E}" vid="{CCDE6DEC-69C7-4685-BABD-5DF07D7422E0}"/>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数据库原理</Template>
  <TotalTime>210</TotalTime>
  <Words>2716</Words>
  <Application>Microsoft Office PowerPoint</Application>
  <PresentationFormat>全屏显示(4:3)</PresentationFormat>
  <Paragraphs>886</Paragraphs>
  <Slides>73</Slides>
  <Notes>16</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73</vt:i4>
      </vt:variant>
    </vt:vector>
  </HeadingPairs>
  <TitlesOfParts>
    <vt:vector size="84" baseType="lpstr">
      <vt:lpstr>Monotype Sorts</vt:lpstr>
      <vt:lpstr>黑体</vt:lpstr>
      <vt:lpstr>楷体_GB2312</vt:lpstr>
      <vt:lpstr>隶书</vt:lpstr>
      <vt:lpstr>宋体</vt:lpstr>
      <vt:lpstr>Arial</vt:lpstr>
      <vt:lpstr>Arial Narrow</vt:lpstr>
      <vt:lpstr>Times New Roman</vt:lpstr>
      <vt:lpstr>Wingdings</vt:lpstr>
      <vt:lpstr>数据库原理</vt:lpstr>
      <vt:lpstr>Image</vt:lpstr>
      <vt:lpstr>（一）数据流程图 Data Flow Diagram</vt:lpstr>
      <vt:lpstr>1. 数据流程图的四个基本成分</vt:lpstr>
      <vt:lpstr>1) 数据流</vt:lpstr>
      <vt:lpstr>数据流（图示）</vt:lpstr>
      <vt:lpstr>画数据流时需注意的问题</vt:lpstr>
      <vt:lpstr>2) 加工</vt:lpstr>
      <vt:lpstr>加工的命名</vt:lpstr>
      <vt:lpstr>3) 数据存储</vt:lpstr>
      <vt:lpstr>4) 外部项</vt:lpstr>
      <vt:lpstr>几种错误(1)</vt:lpstr>
      <vt:lpstr>几种错误(2)</vt:lpstr>
      <vt:lpstr>2 怎样画DFD</vt:lpstr>
      <vt:lpstr>1） DFD的特性</vt:lpstr>
      <vt:lpstr>DFD的分层表示</vt:lpstr>
      <vt:lpstr>2） 画分层DFD</vt:lpstr>
      <vt:lpstr>2） 画分层DFD</vt:lpstr>
      <vt:lpstr>3） 画分层DFD的指导原则</vt:lpstr>
      <vt:lpstr>父图-子图平衡</vt:lpstr>
      <vt:lpstr>父图-子图平衡</vt:lpstr>
      <vt:lpstr>父图-子图平衡</vt:lpstr>
      <vt:lpstr>教材购销系统的顶层DFD</vt:lpstr>
      <vt:lpstr>第二层DFD(０层)  教材购销系统</vt:lpstr>
      <vt:lpstr>第三层DFD (1层)   销售子系统(1.0)</vt:lpstr>
      <vt:lpstr>第三层DFD (1层)   采购子系统(2.0) </vt:lpstr>
      <vt:lpstr>父图-子图平衡补充说明</vt:lpstr>
      <vt:lpstr>局部数据存储的使用</vt:lpstr>
      <vt:lpstr>PowerPoint 演示文稿</vt:lpstr>
      <vt:lpstr>第三层DFD (1层)   采购子系统(2.0)</vt:lpstr>
      <vt:lpstr>加工编号</vt:lpstr>
      <vt:lpstr>PowerPoint 演示文稿</vt:lpstr>
      <vt:lpstr>分解的程度</vt:lpstr>
      <vt:lpstr>实例：图书馆管理系统</vt:lpstr>
      <vt:lpstr>（一）系统功能说明 </vt:lpstr>
      <vt:lpstr>购入新书</vt:lpstr>
      <vt:lpstr>读者借书</vt:lpstr>
      <vt:lpstr>读者还书</vt:lpstr>
      <vt:lpstr>图书注销</vt:lpstr>
      <vt:lpstr>查询统计</vt:lpstr>
      <vt:lpstr>（二）数据流程图 </vt:lpstr>
      <vt:lpstr>顶层数据流图</vt:lpstr>
      <vt:lpstr>PowerPoint 演示文稿</vt:lpstr>
      <vt:lpstr>PowerPoint 演示文稿</vt:lpstr>
      <vt:lpstr>PowerPoint 演示文稿</vt:lpstr>
      <vt:lpstr>PowerPoint 演示文稿</vt:lpstr>
      <vt:lpstr>PowerPoint 演示文稿</vt:lpstr>
      <vt:lpstr>PowerPoint 演示文稿</vt:lpstr>
      <vt:lpstr>实例2 ：考务处理系统</vt:lpstr>
      <vt:lpstr>顶层数据流图</vt:lpstr>
      <vt:lpstr>PowerPoint 演示文稿</vt:lpstr>
      <vt:lpstr>PowerPoint 演示文稿</vt:lpstr>
      <vt:lpstr>PowerPoint 演示文稿</vt:lpstr>
      <vt:lpstr>3  DFD的改进</vt:lpstr>
      <vt:lpstr>1）检查正确性</vt:lpstr>
      <vt:lpstr>数据守恒</vt:lpstr>
      <vt:lpstr>数据守恒</vt:lpstr>
      <vt:lpstr>数据存储的使用</vt:lpstr>
      <vt:lpstr>2）提高易理解性</vt:lpstr>
      <vt:lpstr>简化加工之间的联系</vt:lpstr>
      <vt:lpstr>分解的均匀</vt:lpstr>
      <vt:lpstr>适当地命名</vt:lpstr>
      <vt:lpstr>3）重新分解</vt:lpstr>
      <vt:lpstr>重新分解的做法</vt:lpstr>
      <vt:lpstr>重新分解的做法</vt:lpstr>
      <vt:lpstr>重新分解的做法</vt:lpstr>
      <vt:lpstr>重新分解的做法</vt:lpstr>
      <vt:lpstr>重新分解的做法</vt:lpstr>
      <vt:lpstr>重新分解的做法</vt:lpstr>
      <vt:lpstr>重新分解的做法</vt:lpstr>
      <vt:lpstr>重新分解的做法</vt:lpstr>
      <vt:lpstr>重新分解的做法</vt:lpstr>
      <vt:lpstr>重新分解的做法</vt:lpstr>
      <vt:lpstr>重新分解的做法</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zhurisoft</dc:creator>
  <cp:lastModifiedBy>cx</cp:lastModifiedBy>
  <cp:revision>12</cp:revision>
  <dcterms:created xsi:type="dcterms:W3CDTF">2007-05-08T13:49:16Z</dcterms:created>
  <dcterms:modified xsi:type="dcterms:W3CDTF">2023-05-18T04:40:02Z</dcterms:modified>
</cp:coreProperties>
</file>